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204700" cy="6869113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10200" y="259560"/>
            <a:ext cx="10983240" cy="10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10200" y="1523160"/>
            <a:ext cx="10983240" cy="377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10200" y="259560"/>
            <a:ext cx="10983240" cy="10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10200" y="1523160"/>
            <a:ext cx="10983240" cy="377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image" Target="../media/image20.jpeg"/><Relationship Id="rId5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image" Target="../media/image22.jpeg"/><Relationship Id="rId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image" Target="../media/image24.jpe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428400" y="2742840"/>
            <a:ext cx="76680" cy="343440"/>
          </a:xfrm>
          <a:custGeom>
            <a:avLst/>
            <a:gdLst/>
            <a:ahLst/>
            <a:rect l="0" t="0" r="r" b="b"/>
            <a:pathLst>
              <a:path w="213" h="954">
                <a:moveTo>
                  <a:pt x="0" y="0"/>
                </a:moveTo>
                <a:lnTo>
                  <a:pt x="213" y="0"/>
                </a:lnTo>
                <a:lnTo>
                  <a:pt x="213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428760" y="251280"/>
            <a:ext cx="298440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Literature Review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28760" y="1132200"/>
            <a:ext cx="3044520" cy="779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5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Wuthering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28760" y="1846440"/>
            <a:ext cx="2217600" cy="779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5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Heights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438120" y="3714480"/>
            <a:ext cx="343080" cy="343440"/>
          </a:xfrm>
          <a:custGeom>
            <a:avLst/>
            <a:gdLst/>
            <a:ahLst/>
            <a:rect l="0" t="0" r="r" b="b"/>
            <a:pathLst>
              <a:path w="953" h="954">
                <a:moveTo>
                  <a:pt x="0" y="76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68" y="0"/>
                </a:lnTo>
                <a:cubicBezTo>
                  <a:pt x="780" y="0"/>
                  <a:pt x="792" y="1"/>
                  <a:pt x="804" y="4"/>
                </a:cubicBezTo>
                <a:cubicBezTo>
                  <a:pt x="816" y="6"/>
                  <a:pt x="828" y="10"/>
                  <a:pt x="839" y="14"/>
                </a:cubicBezTo>
                <a:cubicBezTo>
                  <a:pt x="850" y="19"/>
                  <a:pt x="861" y="25"/>
                  <a:pt x="871" y="31"/>
                </a:cubicBezTo>
                <a:cubicBezTo>
                  <a:pt x="881" y="38"/>
                  <a:pt x="890" y="46"/>
                  <a:pt x="899" y="54"/>
                </a:cubicBezTo>
                <a:cubicBezTo>
                  <a:pt x="907" y="63"/>
                  <a:pt x="915" y="72"/>
                  <a:pt x="922" y="83"/>
                </a:cubicBezTo>
                <a:cubicBezTo>
                  <a:pt x="929" y="93"/>
                  <a:pt x="934" y="103"/>
                  <a:pt x="939" y="115"/>
                </a:cubicBezTo>
                <a:cubicBezTo>
                  <a:pt x="944" y="126"/>
                  <a:pt x="947" y="137"/>
                  <a:pt x="950" y="149"/>
                </a:cubicBezTo>
                <a:cubicBezTo>
                  <a:pt x="952" y="161"/>
                  <a:pt x="953" y="173"/>
                  <a:pt x="953" y="185"/>
                </a:cubicBezTo>
                <a:lnTo>
                  <a:pt x="953" y="769"/>
                </a:lnTo>
                <a:cubicBezTo>
                  <a:pt x="953" y="781"/>
                  <a:pt x="952" y="793"/>
                  <a:pt x="950" y="805"/>
                </a:cubicBezTo>
                <a:cubicBezTo>
                  <a:pt x="947" y="817"/>
                  <a:pt x="944" y="828"/>
                  <a:pt x="939" y="839"/>
                </a:cubicBezTo>
                <a:cubicBezTo>
                  <a:pt x="934" y="851"/>
                  <a:pt x="929" y="861"/>
                  <a:pt x="922" y="871"/>
                </a:cubicBezTo>
                <a:cubicBezTo>
                  <a:pt x="915" y="882"/>
                  <a:pt x="907" y="891"/>
                  <a:pt x="899" y="900"/>
                </a:cubicBezTo>
                <a:cubicBezTo>
                  <a:pt x="890" y="908"/>
                  <a:pt x="881" y="916"/>
                  <a:pt x="871" y="923"/>
                </a:cubicBezTo>
                <a:cubicBezTo>
                  <a:pt x="861" y="929"/>
                  <a:pt x="850" y="935"/>
                  <a:pt x="839" y="940"/>
                </a:cubicBezTo>
                <a:cubicBezTo>
                  <a:pt x="828" y="944"/>
                  <a:pt x="816" y="948"/>
                  <a:pt x="804" y="950"/>
                </a:cubicBezTo>
                <a:cubicBezTo>
                  <a:pt x="792" y="953"/>
                  <a:pt x="780" y="954"/>
                  <a:pt x="768" y="954"/>
                </a:cubicBezTo>
                <a:lnTo>
                  <a:pt x="185" y="954"/>
                </a:lnTo>
                <a:cubicBezTo>
                  <a:pt x="173" y="954"/>
                  <a:pt x="161" y="953"/>
                  <a:pt x="149" y="950"/>
                </a:cubicBezTo>
                <a:cubicBezTo>
                  <a:pt x="137" y="948"/>
                  <a:pt x="125" y="944"/>
                  <a:pt x="114" y="940"/>
                </a:cubicBezTo>
                <a:cubicBezTo>
                  <a:pt x="103" y="935"/>
                  <a:pt x="92" y="929"/>
                  <a:pt x="82" y="923"/>
                </a:cubicBezTo>
                <a:cubicBezTo>
                  <a:pt x="72" y="916"/>
                  <a:pt x="62" y="908"/>
                  <a:pt x="54" y="900"/>
                </a:cubicBezTo>
                <a:cubicBezTo>
                  <a:pt x="45" y="891"/>
                  <a:pt x="38" y="882"/>
                  <a:pt x="31" y="871"/>
                </a:cubicBezTo>
                <a:cubicBezTo>
                  <a:pt x="24" y="861"/>
                  <a:pt x="18" y="851"/>
                  <a:pt x="14" y="839"/>
                </a:cubicBezTo>
                <a:cubicBezTo>
                  <a:pt x="9" y="828"/>
                  <a:pt x="6" y="817"/>
                  <a:pt x="3" y="805"/>
                </a:cubicBezTo>
                <a:cubicBezTo>
                  <a:pt x="1" y="793"/>
                  <a:pt x="0" y="781"/>
                  <a:pt x="0" y="769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438120" y="3714480"/>
            <a:ext cx="343080" cy="343440"/>
          </a:xfrm>
          <a:custGeom>
            <a:avLst/>
            <a:gdLst/>
            <a:ahLst/>
            <a:rect l="0" t="0" r="r" b="b"/>
            <a:pathLst>
              <a:path fill="none" w="953" h="954">
                <a:moveTo>
                  <a:pt x="0" y="76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68" y="0"/>
                </a:lnTo>
                <a:cubicBezTo>
                  <a:pt x="780" y="0"/>
                  <a:pt x="792" y="1"/>
                  <a:pt x="804" y="4"/>
                </a:cubicBezTo>
                <a:cubicBezTo>
                  <a:pt x="816" y="6"/>
                  <a:pt x="828" y="10"/>
                  <a:pt x="839" y="14"/>
                </a:cubicBezTo>
                <a:cubicBezTo>
                  <a:pt x="850" y="19"/>
                  <a:pt x="861" y="25"/>
                  <a:pt x="871" y="31"/>
                </a:cubicBezTo>
                <a:cubicBezTo>
                  <a:pt x="881" y="38"/>
                  <a:pt x="890" y="46"/>
                  <a:pt x="899" y="54"/>
                </a:cubicBezTo>
                <a:cubicBezTo>
                  <a:pt x="907" y="63"/>
                  <a:pt x="915" y="72"/>
                  <a:pt x="922" y="83"/>
                </a:cubicBezTo>
                <a:cubicBezTo>
                  <a:pt x="929" y="93"/>
                  <a:pt x="934" y="103"/>
                  <a:pt x="939" y="115"/>
                </a:cubicBezTo>
                <a:cubicBezTo>
                  <a:pt x="944" y="126"/>
                  <a:pt x="947" y="137"/>
                  <a:pt x="950" y="149"/>
                </a:cubicBezTo>
                <a:cubicBezTo>
                  <a:pt x="952" y="161"/>
                  <a:pt x="953" y="173"/>
                  <a:pt x="953" y="185"/>
                </a:cubicBezTo>
                <a:lnTo>
                  <a:pt x="953" y="769"/>
                </a:lnTo>
                <a:cubicBezTo>
                  <a:pt x="953" y="781"/>
                  <a:pt x="952" y="793"/>
                  <a:pt x="950" y="805"/>
                </a:cubicBezTo>
                <a:cubicBezTo>
                  <a:pt x="947" y="817"/>
                  <a:pt x="944" y="828"/>
                  <a:pt x="939" y="839"/>
                </a:cubicBezTo>
                <a:cubicBezTo>
                  <a:pt x="934" y="851"/>
                  <a:pt x="929" y="861"/>
                  <a:pt x="922" y="871"/>
                </a:cubicBezTo>
                <a:cubicBezTo>
                  <a:pt x="915" y="882"/>
                  <a:pt x="907" y="891"/>
                  <a:pt x="899" y="900"/>
                </a:cubicBezTo>
                <a:cubicBezTo>
                  <a:pt x="890" y="908"/>
                  <a:pt x="881" y="916"/>
                  <a:pt x="871" y="923"/>
                </a:cubicBezTo>
                <a:cubicBezTo>
                  <a:pt x="861" y="929"/>
                  <a:pt x="850" y="935"/>
                  <a:pt x="839" y="940"/>
                </a:cubicBezTo>
                <a:cubicBezTo>
                  <a:pt x="828" y="944"/>
                  <a:pt x="816" y="948"/>
                  <a:pt x="804" y="950"/>
                </a:cubicBezTo>
                <a:cubicBezTo>
                  <a:pt x="792" y="953"/>
                  <a:pt x="780" y="954"/>
                  <a:pt x="768" y="954"/>
                </a:cubicBezTo>
                <a:lnTo>
                  <a:pt x="185" y="954"/>
                </a:lnTo>
                <a:cubicBezTo>
                  <a:pt x="173" y="954"/>
                  <a:pt x="161" y="953"/>
                  <a:pt x="149" y="950"/>
                </a:cubicBezTo>
                <a:cubicBezTo>
                  <a:pt x="137" y="948"/>
                  <a:pt x="125" y="944"/>
                  <a:pt x="114" y="940"/>
                </a:cubicBezTo>
                <a:cubicBezTo>
                  <a:pt x="103" y="935"/>
                  <a:pt x="92" y="929"/>
                  <a:pt x="82" y="923"/>
                </a:cubicBezTo>
                <a:cubicBezTo>
                  <a:pt x="72" y="916"/>
                  <a:pt x="62" y="908"/>
                  <a:pt x="54" y="900"/>
                </a:cubicBezTo>
                <a:cubicBezTo>
                  <a:pt x="45" y="891"/>
                  <a:pt x="38" y="882"/>
                  <a:pt x="31" y="871"/>
                </a:cubicBezTo>
                <a:cubicBezTo>
                  <a:pt x="24" y="861"/>
                  <a:pt x="18" y="851"/>
                  <a:pt x="14" y="839"/>
                </a:cubicBezTo>
                <a:cubicBezTo>
                  <a:pt x="9" y="828"/>
                  <a:pt x="6" y="817"/>
                  <a:pt x="3" y="805"/>
                </a:cubicBezTo>
                <a:cubicBezTo>
                  <a:pt x="1" y="793"/>
                  <a:pt x="0" y="781"/>
                  <a:pt x="0" y="769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514080" y="3810960"/>
            <a:ext cx="189000" cy="144360"/>
          </a:xfrm>
          <a:custGeom>
            <a:avLst/>
            <a:gdLst/>
            <a:ahLst/>
            <a:rect l="0" t="0" r="r" b="b"/>
            <a:pathLst>
              <a:path w="525" h="401">
                <a:moveTo>
                  <a:pt x="227" y="400"/>
                </a:moveTo>
                <a:cubicBezTo>
                  <a:pt x="237" y="403"/>
                  <a:pt x="247" y="396"/>
                  <a:pt x="247" y="386"/>
                </a:cubicBezTo>
                <a:lnTo>
                  <a:pt x="247" y="43"/>
                </a:lnTo>
                <a:cubicBezTo>
                  <a:pt x="247" y="39"/>
                  <a:pt x="246" y="35"/>
                  <a:pt x="243" y="33"/>
                </a:cubicBezTo>
                <a:cubicBezTo>
                  <a:pt x="225" y="19"/>
                  <a:pt x="184" y="0"/>
                  <a:pt x="131" y="0"/>
                </a:cubicBezTo>
                <a:cubicBezTo>
                  <a:pt x="85" y="0"/>
                  <a:pt x="42" y="12"/>
                  <a:pt x="17" y="22"/>
                </a:cubicBezTo>
                <a:cubicBezTo>
                  <a:pt x="6" y="26"/>
                  <a:pt x="0" y="37"/>
                  <a:pt x="0" y="48"/>
                </a:cubicBezTo>
                <a:lnTo>
                  <a:pt x="0" y="384"/>
                </a:lnTo>
                <a:cubicBezTo>
                  <a:pt x="0" y="395"/>
                  <a:pt x="12" y="402"/>
                  <a:pt x="22" y="399"/>
                </a:cubicBezTo>
                <a:cubicBezTo>
                  <a:pt x="51" y="390"/>
                  <a:pt x="96" y="379"/>
                  <a:pt x="131" y="379"/>
                </a:cubicBezTo>
                <a:cubicBezTo>
                  <a:pt x="162" y="379"/>
                  <a:pt x="203" y="391"/>
                  <a:pt x="227" y="400"/>
                </a:cubicBezTo>
                <a:moveTo>
                  <a:pt x="297" y="400"/>
                </a:moveTo>
                <a:cubicBezTo>
                  <a:pt x="321" y="391"/>
                  <a:pt x="362" y="379"/>
                  <a:pt x="393" y="379"/>
                </a:cubicBezTo>
                <a:cubicBezTo>
                  <a:pt x="429" y="379"/>
                  <a:pt x="474" y="390"/>
                  <a:pt x="503" y="399"/>
                </a:cubicBezTo>
                <a:cubicBezTo>
                  <a:pt x="513" y="403"/>
                  <a:pt x="525" y="395"/>
                  <a:pt x="525" y="384"/>
                </a:cubicBezTo>
                <a:lnTo>
                  <a:pt x="525" y="48"/>
                </a:lnTo>
                <a:cubicBezTo>
                  <a:pt x="525" y="37"/>
                  <a:pt x="518" y="26"/>
                  <a:pt x="508" y="23"/>
                </a:cubicBezTo>
                <a:cubicBezTo>
                  <a:pt x="483" y="12"/>
                  <a:pt x="440" y="0"/>
                  <a:pt x="393" y="0"/>
                </a:cubicBezTo>
                <a:cubicBezTo>
                  <a:pt x="340" y="0"/>
                  <a:pt x="299" y="19"/>
                  <a:pt x="281" y="33"/>
                </a:cubicBezTo>
                <a:cubicBezTo>
                  <a:pt x="278" y="35"/>
                  <a:pt x="276" y="39"/>
                  <a:pt x="276" y="43"/>
                </a:cubicBezTo>
                <a:lnTo>
                  <a:pt x="276" y="386"/>
                </a:lnTo>
                <a:cubicBezTo>
                  <a:pt x="276" y="396"/>
                  <a:pt x="287" y="403"/>
                  <a:pt x="297" y="400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657360" y="2723400"/>
            <a:ext cx="499248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A Soul's Dialogue Across the Moors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438120" y="4647960"/>
            <a:ext cx="343080" cy="343440"/>
          </a:xfrm>
          <a:custGeom>
            <a:avLst/>
            <a:gdLst/>
            <a:ahLst/>
            <a:rect l="0" t="0" r="r" b="b"/>
            <a:pathLst>
              <a:path w="953" h="954">
                <a:moveTo>
                  <a:pt x="0" y="76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68" y="0"/>
                </a:lnTo>
                <a:cubicBezTo>
                  <a:pt x="780" y="0"/>
                  <a:pt x="792" y="1"/>
                  <a:pt x="804" y="4"/>
                </a:cubicBezTo>
                <a:cubicBezTo>
                  <a:pt x="816" y="6"/>
                  <a:pt x="828" y="10"/>
                  <a:pt x="839" y="14"/>
                </a:cubicBezTo>
                <a:cubicBezTo>
                  <a:pt x="850" y="19"/>
                  <a:pt x="861" y="25"/>
                  <a:pt x="871" y="31"/>
                </a:cubicBezTo>
                <a:cubicBezTo>
                  <a:pt x="881" y="38"/>
                  <a:pt x="890" y="46"/>
                  <a:pt x="899" y="54"/>
                </a:cubicBezTo>
                <a:cubicBezTo>
                  <a:pt x="907" y="63"/>
                  <a:pt x="915" y="72"/>
                  <a:pt x="922" y="82"/>
                </a:cubicBezTo>
                <a:cubicBezTo>
                  <a:pt x="929" y="93"/>
                  <a:pt x="934" y="103"/>
                  <a:pt x="939" y="114"/>
                </a:cubicBezTo>
                <a:cubicBezTo>
                  <a:pt x="944" y="126"/>
                  <a:pt x="947" y="137"/>
                  <a:pt x="950" y="149"/>
                </a:cubicBezTo>
                <a:cubicBezTo>
                  <a:pt x="952" y="161"/>
                  <a:pt x="953" y="173"/>
                  <a:pt x="953" y="185"/>
                </a:cubicBezTo>
                <a:lnTo>
                  <a:pt x="953" y="767"/>
                </a:lnTo>
                <a:cubicBezTo>
                  <a:pt x="953" y="780"/>
                  <a:pt x="952" y="792"/>
                  <a:pt x="950" y="804"/>
                </a:cubicBezTo>
                <a:cubicBezTo>
                  <a:pt x="947" y="816"/>
                  <a:pt x="944" y="827"/>
                  <a:pt x="939" y="838"/>
                </a:cubicBezTo>
                <a:cubicBezTo>
                  <a:pt x="934" y="850"/>
                  <a:pt x="929" y="860"/>
                  <a:pt x="922" y="870"/>
                </a:cubicBezTo>
                <a:cubicBezTo>
                  <a:pt x="915" y="880"/>
                  <a:pt x="907" y="890"/>
                  <a:pt x="899" y="899"/>
                </a:cubicBezTo>
                <a:cubicBezTo>
                  <a:pt x="890" y="908"/>
                  <a:pt x="881" y="916"/>
                  <a:pt x="871" y="922"/>
                </a:cubicBezTo>
                <a:cubicBezTo>
                  <a:pt x="861" y="929"/>
                  <a:pt x="850" y="935"/>
                  <a:pt x="839" y="940"/>
                </a:cubicBezTo>
                <a:cubicBezTo>
                  <a:pt x="828" y="944"/>
                  <a:pt x="816" y="948"/>
                  <a:pt x="804" y="950"/>
                </a:cubicBezTo>
                <a:cubicBezTo>
                  <a:pt x="792" y="952"/>
                  <a:pt x="780" y="954"/>
                  <a:pt x="768" y="954"/>
                </a:cubicBezTo>
                <a:lnTo>
                  <a:pt x="185" y="954"/>
                </a:lnTo>
                <a:cubicBezTo>
                  <a:pt x="173" y="954"/>
                  <a:pt x="161" y="952"/>
                  <a:pt x="149" y="950"/>
                </a:cubicBezTo>
                <a:cubicBezTo>
                  <a:pt x="137" y="948"/>
                  <a:pt x="125" y="944"/>
                  <a:pt x="114" y="940"/>
                </a:cubicBezTo>
                <a:cubicBezTo>
                  <a:pt x="103" y="935"/>
                  <a:pt x="92" y="929"/>
                  <a:pt x="82" y="922"/>
                </a:cubicBezTo>
                <a:cubicBezTo>
                  <a:pt x="72" y="916"/>
                  <a:pt x="62" y="908"/>
                  <a:pt x="54" y="899"/>
                </a:cubicBezTo>
                <a:cubicBezTo>
                  <a:pt x="45" y="890"/>
                  <a:pt x="38" y="880"/>
                  <a:pt x="31" y="870"/>
                </a:cubicBezTo>
                <a:cubicBezTo>
                  <a:pt x="24" y="860"/>
                  <a:pt x="18" y="850"/>
                  <a:pt x="14" y="838"/>
                </a:cubicBezTo>
                <a:cubicBezTo>
                  <a:pt x="9" y="827"/>
                  <a:pt x="6" y="816"/>
                  <a:pt x="3" y="804"/>
                </a:cubicBezTo>
                <a:cubicBezTo>
                  <a:pt x="1" y="792"/>
                  <a:pt x="0" y="780"/>
                  <a:pt x="0" y="767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438120" y="4647960"/>
            <a:ext cx="343080" cy="343440"/>
          </a:xfrm>
          <a:custGeom>
            <a:avLst/>
            <a:gdLst/>
            <a:ahLst/>
            <a:rect l="0" t="0" r="r" b="b"/>
            <a:pathLst>
              <a:path fill="none" w="953" h="954">
                <a:moveTo>
                  <a:pt x="0" y="76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68" y="0"/>
                </a:lnTo>
                <a:cubicBezTo>
                  <a:pt x="780" y="0"/>
                  <a:pt x="792" y="1"/>
                  <a:pt x="804" y="4"/>
                </a:cubicBezTo>
                <a:cubicBezTo>
                  <a:pt x="816" y="6"/>
                  <a:pt x="828" y="10"/>
                  <a:pt x="839" y="14"/>
                </a:cubicBezTo>
                <a:cubicBezTo>
                  <a:pt x="850" y="19"/>
                  <a:pt x="861" y="25"/>
                  <a:pt x="871" y="31"/>
                </a:cubicBezTo>
                <a:cubicBezTo>
                  <a:pt x="881" y="38"/>
                  <a:pt x="890" y="46"/>
                  <a:pt x="899" y="54"/>
                </a:cubicBezTo>
                <a:cubicBezTo>
                  <a:pt x="907" y="63"/>
                  <a:pt x="915" y="72"/>
                  <a:pt x="922" y="82"/>
                </a:cubicBezTo>
                <a:cubicBezTo>
                  <a:pt x="929" y="93"/>
                  <a:pt x="934" y="103"/>
                  <a:pt x="939" y="114"/>
                </a:cubicBezTo>
                <a:cubicBezTo>
                  <a:pt x="944" y="126"/>
                  <a:pt x="947" y="137"/>
                  <a:pt x="950" y="149"/>
                </a:cubicBezTo>
                <a:cubicBezTo>
                  <a:pt x="952" y="161"/>
                  <a:pt x="953" y="173"/>
                  <a:pt x="953" y="185"/>
                </a:cubicBezTo>
                <a:lnTo>
                  <a:pt x="953" y="767"/>
                </a:lnTo>
                <a:cubicBezTo>
                  <a:pt x="953" y="780"/>
                  <a:pt x="952" y="792"/>
                  <a:pt x="950" y="804"/>
                </a:cubicBezTo>
                <a:cubicBezTo>
                  <a:pt x="947" y="816"/>
                  <a:pt x="944" y="827"/>
                  <a:pt x="939" y="838"/>
                </a:cubicBezTo>
                <a:cubicBezTo>
                  <a:pt x="934" y="850"/>
                  <a:pt x="929" y="860"/>
                  <a:pt x="922" y="870"/>
                </a:cubicBezTo>
                <a:cubicBezTo>
                  <a:pt x="915" y="880"/>
                  <a:pt x="907" y="890"/>
                  <a:pt x="899" y="899"/>
                </a:cubicBezTo>
                <a:cubicBezTo>
                  <a:pt x="890" y="908"/>
                  <a:pt x="881" y="916"/>
                  <a:pt x="871" y="922"/>
                </a:cubicBezTo>
                <a:cubicBezTo>
                  <a:pt x="861" y="929"/>
                  <a:pt x="850" y="935"/>
                  <a:pt x="839" y="940"/>
                </a:cubicBezTo>
                <a:cubicBezTo>
                  <a:pt x="828" y="944"/>
                  <a:pt x="816" y="948"/>
                  <a:pt x="804" y="950"/>
                </a:cubicBezTo>
                <a:cubicBezTo>
                  <a:pt x="792" y="952"/>
                  <a:pt x="780" y="954"/>
                  <a:pt x="768" y="954"/>
                </a:cubicBezTo>
                <a:lnTo>
                  <a:pt x="185" y="954"/>
                </a:lnTo>
                <a:cubicBezTo>
                  <a:pt x="173" y="954"/>
                  <a:pt x="161" y="952"/>
                  <a:pt x="149" y="950"/>
                </a:cubicBezTo>
                <a:cubicBezTo>
                  <a:pt x="137" y="948"/>
                  <a:pt x="125" y="944"/>
                  <a:pt x="114" y="940"/>
                </a:cubicBezTo>
                <a:cubicBezTo>
                  <a:pt x="103" y="935"/>
                  <a:pt x="92" y="929"/>
                  <a:pt x="82" y="922"/>
                </a:cubicBezTo>
                <a:cubicBezTo>
                  <a:pt x="72" y="916"/>
                  <a:pt x="62" y="908"/>
                  <a:pt x="54" y="899"/>
                </a:cubicBezTo>
                <a:cubicBezTo>
                  <a:pt x="45" y="890"/>
                  <a:pt x="38" y="880"/>
                  <a:pt x="31" y="870"/>
                </a:cubicBezTo>
                <a:cubicBezTo>
                  <a:pt x="24" y="860"/>
                  <a:pt x="18" y="850"/>
                  <a:pt x="14" y="838"/>
                </a:cubicBezTo>
                <a:cubicBezTo>
                  <a:pt x="9" y="827"/>
                  <a:pt x="6" y="816"/>
                  <a:pt x="3" y="804"/>
                </a:cubicBezTo>
                <a:cubicBezTo>
                  <a:pt x="1" y="792"/>
                  <a:pt x="0" y="780"/>
                  <a:pt x="0" y="767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523800" y="4733640"/>
            <a:ext cx="167760" cy="168120"/>
          </a:xfrm>
          <a:custGeom>
            <a:avLst/>
            <a:gdLst/>
            <a:ahLst/>
            <a:rect l="0" t="0" r="r" b="b"/>
            <a:pathLst>
              <a:path w="466" h="467">
                <a:moveTo>
                  <a:pt x="263" y="29"/>
                </a:moveTo>
                <a:cubicBezTo>
                  <a:pt x="263" y="45"/>
                  <a:pt x="276" y="58"/>
                  <a:pt x="292" y="58"/>
                </a:cubicBezTo>
                <a:lnTo>
                  <a:pt x="321" y="58"/>
                </a:lnTo>
                <a:cubicBezTo>
                  <a:pt x="337" y="58"/>
                  <a:pt x="350" y="71"/>
                  <a:pt x="350" y="88"/>
                </a:cubicBezTo>
                <a:cubicBezTo>
                  <a:pt x="350" y="105"/>
                  <a:pt x="337" y="118"/>
                  <a:pt x="321" y="118"/>
                </a:cubicBezTo>
                <a:lnTo>
                  <a:pt x="29" y="118"/>
                </a:lnTo>
                <a:cubicBezTo>
                  <a:pt x="13" y="118"/>
                  <a:pt x="0" y="131"/>
                  <a:pt x="0" y="147"/>
                </a:cubicBezTo>
                <a:cubicBezTo>
                  <a:pt x="0" y="163"/>
                  <a:pt x="13" y="176"/>
                  <a:pt x="29" y="176"/>
                </a:cubicBezTo>
                <a:lnTo>
                  <a:pt x="321" y="176"/>
                </a:lnTo>
                <a:cubicBezTo>
                  <a:pt x="369" y="176"/>
                  <a:pt x="408" y="137"/>
                  <a:pt x="408" y="88"/>
                </a:cubicBezTo>
                <a:cubicBezTo>
                  <a:pt x="408" y="39"/>
                  <a:pt x="369" y="0"/>
                  <a:pt x="321" y="0"/>
                </a:cubicBezTo>
                <a:lnTo>
                  <a:pt x="292" y="0"/>
                </a:lnTo>
                <a:cubicBezTo>
                  <a:pt x="276" y="0"/>
                  <a:pt x="263" y="13"/>
                  <a:pt x="263" y="29"/>
                </a:cubicBezTo>
                <a:moveTo>
                  <a:pt x="321" y="350"/>
                </a:moveTo>
                <a:cubicBezTo>
                  <a:pt x="321" y="367"/>
                  <a:pt x="334" y="380"/>
                  <a:pt x="350" y="380"/>
                </a:cubicBezTo>
                <a:lnTo>
                  <a:pt x="379" y="380"/>
                </a:lnTo>
                <a:cubicBezTo>
                  <a:pt x="427" y="380"/>
                  <a:pt x="466" y="340"/>
                  <a:pt x="466" y="292"/>
                </a:cubicBezTo>
                <a:cubicBezTo>
                  <a:pt x="466" y="244"/>
                  <a:pt x="427" y="205"/>
                  <a:pt x="379" y="205"/>
                </a:cubicBezTo>
                <a:lnTo>
                  <a:pt x="29" y="205"/>
                </a:lnTo>
                <a:cubicBezTo>
                  <a:pt x="13" y="205"/>
                  <a:pt x="0" y="218"/>
                  <a:pt x="0" y="234"/>
                </a:cubicBezTo>
                <a:cubicBezTo>
                  <a:pt x="0" y="250"/>
                  <a:pt x="13" y="263"/>
                  <a:pt x="29" y="263"/>
                </a:cubicBezTo>
                <a:lnTo>
                  <a:pt x="379" y="263"/>
                </a:lnTo>
                <a:cubicBezTo>
                  <a:pt x="395" y="263"/>
                  <a:pt x="408" y="276"/>
                  <a:pt x="408" y="292"/>
                </a:cubicBezTo>
                <a:cubicBezTo>
                  <a:pt x="408" y="308"/>
                  <a:pt x="395" y="321"/>
                  <a:pt x="379" y="321"/>
                </a:cubicBezTo>
                <a:lnTo>
                  <a:pt x="350" y="321"/>
                </a:lnTo>
                <a:cubicBezTo>
                  <a:pt x="334" y="321"/>
                  <a:pt x="321" y="334"/>
                  <a:pt x="321" y="350"/>
                </a:cubicBezTo>
                <a:moveTo>
                  <a:pt x="116" y="467"/>
                </a:moveTo>
                <a:lnTo>
                  <a:pt x="145" y="467"/>
                </a:lnTo>
                <a:cubicBezTo>
                  <a:pt x="194" y="467"/>
                  <a:pt x="233" y="428"/>
                  <a:pt x="233" y="380"/>
                </a:cubicBezTo>
                <a:cubicBezTo>
                  <a:pt x="233" y="331"/>
                  <a:pt x="194" y="292"/>
                  <a:pt x="145" y="292"/>
                </a:cubicBezTo>
                <a:lnTo>
                  <a:pt x="29" y="292"/>
                </a:lnTo>
                <a:cubicBezTo>
                  <a:pt x="13" y="292"/>
                  <a:pt x="0" y="305"/>
                  <a:pt x="0" y="321"/>
                </a:cubicBezTo>
                <a:cubicBezTo>
                  <a:pt x="0" y="337"/>
                  <a:pt x="13" y="350"/>
                  <a:pt x="29" y="350"/>
                </a:cubicBezTo>
                <a:lnTo>
                  <a:pt x="145" y="350"/>
                </a:lnTo>
                <a:cubicBezTo>
                  <a:pt x="161" y="350"/>
                  <a:pt x="175" y="363"/>
                  <a:pt x="175" y="380"/>
                </a:cubicBezTo>
                <a:cubicBezTo>
                  <a:pt x="175" y="396"/>
                  <a:pt x="161" y="409"/>
                  <a:pt x="145" y="409"/>
                </a:cubicBezTo>
                <a:lnTo>
                  <a:pt x="116" y="409"/>
                </a:lnTo>
                <a:cubicBezTo>
                  <a:pt x="100" y="409"/>
                  <a:pt x="87" y="422"/>
                  <a:pt x="87" y="438"/>
                </a:cubicBezTo>
                <a:cubicBezTo>
                  <a:pt x="87" y="454"/>
                  <a:pt x="100" y="467"/>
                  <a:pt x="116" y="467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942840" y="3758760"/>
            <a:ext cx="33145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Exploring Emily Brontë’s Masterpiece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942840" y="4558680"/>
            <a:ext cx="40356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 Journey through Passion, Revenge, and the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438120" y="5581440"/>
            <a:ext cx="343080" cy="343440"/>
          </a:xfrm>
          <a:custGeom>
            <a:avLst/>
            <a:gdLst/>
            <a:ahLst/>
            <a:rect l="0" t="0" r="r" b="b"/>
            <a:pathLst>
              <a:path w="953" h="954">
                <a:moveTo>
                  <a:pt x="0" y="7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68" y="0"/>
                </a:lnTo>
                <a:cubicBezTo>
                  <a:pt x="780" y="0"/>
                  <a:pt x="792" y="1"/>
                  <a:pt x="804" y="4"/>
                </a:cubicBezTo>
                <a:cubicBezTo>
                  <a:pt x="816" y="6"/>
                  <a:pt x="828" y="10"/>
                  <a:pt x="839" y="14"/>
                </a:cubicBezTo>
                <a:cubicBezTo>
                  <a:pt x="850" y="19"/>
                  <a:pt x="861" y="25"/>
                  <a:pt x="871" y="31"/>
                </a:cubicBezTo>
                <a:cubicBezTo>
                  <a:pt x="881" y="38"/>
                  <a:pt x="890" y="46"/>
                  <a:pt x="899" y="54"/>
                </a:cubicBezTo>
                <a:cubicBezTo>
                  <a:pt x="907" y="63"/>
                  <a:pt x="915" y="72"/>
                  <a:pt x="922" y="82"/>
                </a:cubicBezTo>
                <a:cubicBezTo>
                  <a:pt x="929" y="93"/>
                  <a:pt x="934" y="103"/>
                  <a:pt x="939" y="114"/>
                </a:cubicBezTo>
                <a:cubicBezTo>
                  <a:pt x="944" y="126"/>
                  <a:pt x="947" y="137"/>
                  <a:pt x="950" y="149"/>
                </a:cubicBezTo>
                <a:cubicBezTo>
                  <a:pt x="952" y="161"/>
                  <a:pt x="953" y="173"/>
                  <a:pt x="953" y="185"/>
                </a:cubicBezTo>
                <a:lnTo>
                  <a:pt x="953" y="768"/>
                </a:lnTo>
                <a:cubicBezTo>
                  <a:pt x="953" y="781"/>
                  <a:pt x="952" y="793"/>
                  <a:pt x="950" y="805"/>
                </a:cubicBezTo>
                <a:cubicBezTo>
                  <a:pt x="947" y="816"/>
                  <a:pt x="944" y="828"/>
                  <a:pt x="939" y="839"/>
                </a:cubicBezTo>
                <a:cubicBezTo>
                  <a:pt x="934" y="850"/>
                  <a:pt x="929" y="861"/>
                  <a:pt x="922" y="871"/>
                </a:cubicBezTo>
                <a:cubicBezTo>
                  <a:pt x="915" y="881"/>
                  <a:pt x="907" y="891"/>
                  <a:pt x="899" y="899"/>
                </a:cubicBezTo>
                <a:cubicBezTo>
                  <a:pt x="890" y="908"/>
                  <a:pt x="881" y="916"/>
                  <a:pt x="871" y="922"/>
                </a:cubicBezTo>
                <a:cubicBezTo>
                  <a:pt x="861" y="929"/>
                  <a:pt x="850" y="935"/>
                  <a:pt x="839" y="939"/>
                </a:cubicBezTo>
                <a:cubicBezTo>
                  <a:pt x="828" y="944"/>
                  <a:pt x="816" y="948"/>
                  <a:pt x="804" y="950"/>
                </a:cubicBezTo>
                <a:cubicBezTo>
                  <a:pt x="792" y="952"/>
                  <a:pt x="780" y="954"/>
                  <a:pt x="768" y="954"/>
                </a:cubicBezTo>
                <a:lnTo>
                  <a:pt x="185" y="954"/>
                </a:lnTo>
                <a:cubicBezTo>
                  <a:pt x="173" y="954"/>
                  <a:pt x="161" y="952"/>
                  <a:pt x="149" y="950"/>
                </a:cubicBezTo>
                <a:cubicBezTo>
                  <a:pt x="137" y="948"/>
                  <a:pt x="125" y="944"/>
                  <a:pt x="114" y="939"/>
                </a:cubicBezTo>
                <a:cubicBezTo>
                  <a:pt x="103" y="935"/>
                  <a:pt x="92" y="929"/>
                  <a:pt x="82" y="922"/>
                </a:cubicBezTo>
                <a:cubicBezTo>
                  <a:pt x="72" y="916"/>
                  <a:pt x="62" y="908"/>
                  <a:pt x="54" y="899"/>
                </a:cubicBezTo>
                <a:cubicBezTo>
                  <a:pt x="45" y="891"/>
                  <a:pt x="38" y="881"/>
                  <a:pt x="31" y="871"/>
                </a:cubicBezTo>
                <a:cubicBezTo>
                  <a:pt x="24" y="861"/>
                  <a:pt x="18" y="850"/>
                  <a:pt x="14" y="839"/>
                </a:cubicBezTo>
                <a:cubicBezTo>
                  <a:pt x="9" y="828"/>
                  <a:pt x="6" y="816"/>
                  <a:pt x="3" y="805"/>
                </a:cubicBezTo>
                <a:cubicBezTo>
                  <a:pt x="1" y="793"/>
                  <a:pt x="0" y="781"/>
                  <a:pt x="0" y="768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438120" y="5581440"/>
            <a:ext cx="343080" cy="343440"/>
          </a:xfrm>
          <a:custGeom>
            <a:avLst/>
            <a:gdLst/>
            <a:ahLst/>
            <a:rect l="0" t="0" r="r" b="b"/>
            <a:pathLst>
              <a:path fill="none" w="953" h="954">
                <a:moveTo>
                  <a:pt x="0" y="7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68" y="0"/>
                </a:lnTo>
                <a:cubicBezTo>
                  <a:pt x="780" y="0"/>
                  <a:pt x="792" y="1"/>
                  <a:pt x="804" y="4"/>
                </a:cubicBezTo>
                <a:cubicBezTo>
                  <a:pt x="816" y="6"/>
                  <a:pt x="828" y="10"/>
                  <a:pt x="839" y="14"/>
                </a:cubicBezTo>
                <a:cubicBezTo>
                  <a:pt x="850" y="19"/>
                  <a:pt x="861" y="25"/>
                  <a:pt x="871" y="31"/>
                </a:cubicBezTo>
                <a:cubicBezTo>
                  <a:pt x="881" y="38"/>
                  <a:pt x="890" y="46"/>
                  <a:pt x="899" y="54"/>
                </a:cubicBezTo>
                <a:cubicBezTo>
                  <a:pt x="907" y="63"/>
                  <a:pt x="915" y="72"/>
                  <a:pt x="922" y="82"/>
                </a:cubicBezTo>
                <a:cubicBezTo>
                  <a:pt x="929" y="93"/>
                  <a:pt x="934" y="103"/>
                  <a:pt x="939" y="114"/>
                </a:cubicBezTo>
                <a:cubicBezTo>
                  <a:pt x="944" y="126"/>
                  <a:pt x="947" y="137"/>
                  <a:pt x="950" y="149"/>
                </a:cubicBezTo>
                <a:cubicBezTo>
                  <a:pt x="952" y="161"/>
                  <a:pt x="953" y="173"/>
                  <a:pt x="953" y="185"/>
                </a:cubicBezTo>
                <a:lnTo>
                  <a:pt x="953" y="768"/>
                </a:lnTo>
                <a:cubicBezTo>
                  <a:pt x="953" y="781"/>
                  <a:pt x="952" y="793"/>
                  <a:pt x="950" y="805"/>
                </a:cubicBezTo>
                <a:cubicBezTo>
                  <a:pt x="947" y="816"/>
                  <a:pt x="944" y="828"/>
                  <a:pt x="939" y="839"/>
                </a:cubicBezTo>
                <a:cubicBezTo>
                  <a:pt x="934" y="850"/>
                  <a:pt x="929" y="861"/>
                  <a:pt x="922" y="871"/>
                </a:cubicBezTo>
                <a:cubicBezTo>
                  <a:pt x="915" y="881"/>
                  <a:pt x="907" y="891"/>
                  <a:pt x="899" y="899"/>
                </a:cubicBezTo>
                <a:cubicBezTo>
                  <a:pt x="890" y="908"/>
                  <a:pt x="881" y="916"/>
                  <a:pt x="871" y="922"/>
                </a:cubicBezTo>
                <a:cubicBezTo>
                  <a:pt x="861" y="929"/>
                  <a:pt x="850" y="935"/>
                  <a:pt x="839" y="939"/>
                </a:cubicBezTo>
                <a:cubicBezTo>
                  <a:pt x="828" y="944"/>
                  <a:pt x="816" y="948"/>
                  <a:pt x="804" y="950"/>
                </a:cubicBezTo>
                <a:cubicBezTo>
                  <a:pt x="792" y="952"/>
                  <a:pt x="780" y="954"/>
                  <a:pt x="768" y="954"/>
                </a:cubicBezTo>
                <a:lnTo>
                  <a:pt x="185" y="954"/>
                </a:lnTo>
                <a:cubicBezTo>
                  <a:pt x="173" y="954"/>
                  <a:pt x="161" y="952"/>
                  <a:pt x="149" y="950"/>
                </a:cubicBezTo>
                <a:cubicBezTo>
                  <a:pt x="137" y="948"/>
                  <a:pt x="125" y="944"/>
                  <a:pt x="114" y="939"/>
                </a:cubicBezTo>
                <a:cubicBezTo>
                  <a:pt x="103" y="935"/>
                  <a:pt x="92" y="929"/>
                  <a:pt x="82" y="922"/>
                </a:cubicBezTo>
                <a:cubicBezTo>
                  <a:pt x="72" y="916"/>
                  <a:pt x="62" y="908"/>
                  <a:pt x="54" y="899"/>
                </a:cubicBezTo>
                <a:cubicBezTo>
                  <a:pt x="45" y="891"/>
                  <a:pt x="38" y="881"/>
                  <a:pt x="31" y="871"/>
                </a:cubicBezTo>
                <a:cubicBezTo>
                  <a:pt x="24" y="861"/>
                  <a:pt x="18" y="850"/>
                  <a:pt x="14" y="839"/>
                </a:cubicBezTo>
                <a:cubicBezTo>
                  <a:pt x="9" y="828"/>
                  <a:pt x="6" y="816"/>
                  <a:pt x="3" y="805"/>
                </a:cubicBezTo>
                <a:cubicBezTo>
                  <a:pt x="1" y="793"/>
                  <a:pt x="0" y="781"/>
                  <a:pt x="0" y="768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523800" y="5681160"/>
            <a:ext cx="167760" cy="144000"/>
          </a:xfrm>
          <a:custGeom>
            <a:avLst/>
            <a:gdLst/>
            <a:ahLst/>
            <a:rect l="0" t="0" r="r" b="b"/>
            <a:pathLst>
              <a:path w="466" h="400">
                <a:moveTo>
                  <a:pt x="108" y="2"/>
                </a:moveTo>
                <a:cubicBezTo>
                  <a:pt x="129" y="-1"/>
                  <a:pt x="151" y="1"/>
                  <a:pt x="171" y="7"/>
                </a:cubicBezTo>
                <a:lnTo>
                  <a:pt x="217" y="78"/>
                </a:lnTo>
                <a:lnTo>
                  <a:pt x="147" y="146"/>
                </a:lnTo>
                <a:cubicBezTo>
                  <a:pt x="146" y="147"/>
                  <a:pt x="145" y="149"/>
                  <a:pt x="145" y="151"/>
                </a:cubicBezTo>
                <a:cubicBezTo>
                  <a:pt x="145" y="153"/>
                  <a:pt x="146" y="155"/>
                  <a:pt x="148" y="157"/>
                </a:cubicBezTo>
                <a:lnTo>
                  <a:pt x="250" y="251"/>
                </a:lnTo>
                <a:cubicBezTo>
                  <a:pt x="253" y="254"/>
                  <a:pt x="257" y="254"/>
                  <a:pt x="260" y="251"/>
                </a:cubicBezTo>
                <a:cubicBezTo>
                  <a:pt x="263" y="249"/>
                  <a:pt x="263" y="245"/>
                  <a:pt x="262" y="242"/>
                </a:cubicBezTo>
                <a:lnTo>
                  <a:pt x="207" y="153"/>
                </a:lnTo>
                <a:lnTo>
                  <a:pt x="289" y="84"/>
                </a:lnTo>
                <a:cubicBezTo>
                  <a:pt x="291" y="82"/>
                  <a:pt x="292" y="79"/>
                  <a:pt x="291" y="76"/>
                </a:cubicBezTo>
                <a:lnTo>
                  <a:pt x="271" y="18"/>
                </a:lnTo>
                <a:cubicBezTo>
                  <a:pt x="296" y="3"/>
                  <a:pt x="327" y="-3"/>
                  <a:pt x="358" y="2"/>
                </a:cubicBezTo>
                <a:cubicBezTo>
                  <a:pt x="420" y="13"/>
                  <a:pt x="466" y="67"/>
                  <a:pt x="466" y="130"/>
                </a:cubicBezTo>
                <a:lnTo>
                  <a:pt x="466" y="136"/>
                </a:lnTo>
                <a:cubicBezTo>
                  <a:pt x="466" y="174"/>
                  <a:pt x="451" y="210"/>
                  <a:pt x="423" y="235"/>
                </a:cubicBezTo>
                <a:lnTo>
                  <a:pt x="259" y="390"/>
                </a:lnTo>
                <a:cubicBezTo>
                  <a:pt x="252" y="396"/>
                  <a:pt x="243" y="400"/>
                  <a:pt x="233" y="400"/>
                </a:cubicBezTo>
                <a:cubicBezTo>
                  <a:pt x="224" y="400"/>
                  <a:pt x="215" y="396"/>
                  <a:pt x="208" y="390"/>
                </a:cubicBezTo>
                <a:lnTo>
                  <a:pt x="43" y="235"/>
                </a:lnTo>
                <a:cubicBezTo>
                  <a:pt x="15" y="210"/>
                  <a:pt x="0" y="174"/>
                  <a:pt x="0" y="136"/>
                </a:cubicBezTo>
                <a:lnTo>
                  <a:pt x="0" y="130"/>
                </a:lnTo>
                <a:cubicBezTo>
                  <a:pt x="0" y="67"/>
                  <a:pt x="46" y="13"/>
                  <a:pt x="108" y="2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942840" y="4825440"/>
            <a:ext cx="1884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Yorkshire Wilderness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6329160" y="1804680"/>
            <a:ext cx="5429520" cy="3724920"/>
          </a:xfrm>
          <a:custGeom>
            <a:avLst/>
            <a:gdLst/>
            <a:ahLst/>
            <a:rect l="0" t="0" r="r" b="b"/>
            <a:pathLst>
              <a:path w="15082" h="10347">
                <a:moveTo>
                  <a:pt x="0" y="10254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0" y="0"/>
                  <a:pt x="93" y="0"/>
                </a:cubicBezTo>
                <a:lnTo>
                  <a:pt x="14990" y="0"/>
                </a:lnTo>
                <a:cubicBezTo>
                  <a:pt x="15002" y="0"/>
                  <a:pt x="15014" y="3"/>
                  <a:pt x="15025" y="7"/>
                </a:cubicBezTo>
                <a:cubicBezTo>
                  <a:pt x="15036" y="12"/>
                  <a:pt x="15047" y="19"/>
                  <a:pt x="15055" y="27"/>
                </a:cubicBezTo>
                <a:cubicBezTo>
                  <a:pt x="15064" y="36"/>
                  <a:pt x="15071" y="46"/>
                  <a:pt x="15075" y="58"/>
                </a:cubicBezTo>
                <a:cubicBezTo>
                  <a:pt x="15080" y="69"/>
                  <a:pt x="15082" y="81"/>
                  <a:pt x="15082" y="93"/>
                </a:cubicBezTo>
                <a:lnTo>
                  <a:pt x="15082" y="10254"/>
                </a:lnTo>
                <a:cubicBezTo>
                  <a:pt x="15082" y="10266"/>
                  <a:pt x="15080" y="10278"/>
                  <a:pt x="15075" y="10289"/>
                </a:cubicBezTo>
                <a:cubicBezTo>
                  <a:pt x="15071" y="10301"/>
                  <a:pt x="15064" y="10311"/>
                  <a:pt x="15055" y="10319"/>
                </a:cubicBezTo>
                <a:cubicBezTo>
                  <a:pt x="15047" y="10328"/>
                  <a:pt x="15036" y="10335"/>
                  <a:pt x="15025" y="10340"/>
                </a:cubicBezTo>
                <a:cubicBezTo>
                  <a:pt x="15014" y="10344"/>
                  <a:pt x="15002" y="10347"/>
                  <a:pt x="14990" y="10347"/>
                </a:cubicBezTo>
                <a:lnTo>
                  <a:pt x="93" y="10347"/>
                </a:lnTo>
                <a:cubicBezTo>
                  <a:pt x="80" y="10347"/>
                  <a:pt x="69" y="10344"/>
                  <a:pt x="57" y="10340"/>
                </a:cubicBezTo>
                <a:cubicBezTo>
                  <a:pt x="46" y="10335"/>
                  <a:pt x="36" y="10328"/>
                  <a:pt x="27" y="10319"/>
                </a:cubicBezTo>
                <a:cubicBezTo>
                  <a:pt x="18" y="10311"/>
                  <a:pt x="12" y="10301"/>
                  <a:pt x="7" y="10289"/>
                </a:cubicBezTo>
                <a:cubicBezTo>
                  <a:pt x="2" y="10278"/>
                  <a:pt x="0" y="10266"/>
                  <a:pt x="0" y="102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6329160" y="1804680"/>
            <a:ext cx="5429520" cy="3724920"/>
          </a:xfrm>
          <a:custGeom>
            <a:avLst/>
            <a:gdLst/>
            <a:ahLst/>
            <a:rect l="0" t="0" r="r" b="b"/>
            <a:pathLst>
              <a:path fill="none" w="15082" h="10347">
                <a:moveTo>
                  <a:pt x="0" y="10254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0" y="0"/>
                  <a:pt x="93" y="0"/>
                </a:cubicBezTo>
                <a:lnTo>
                  <a:pt x="14990" y="0"/>
                </a:lnTo>
                <a:cubicBezTo>
                  <a:pt x="15002" y="0"/>
                  <a:pt x="15014" y="3"/>
                  <a:pt x="15025" y="7"/>
                </a:cubicBezTo>
                <a:cubicBezTo>
                  <a:pt x="15036" y="12"/>
                  <a:pt x="15047" y="19"/>
                  <a:pt x="15055" y="27"/>
                </a:cubicBezTo>
                <a:cubicBezTo>
                  <a:pt x="15064" y="36"/>
                  <a:pt x="15071" y="46"/>
                  <a:pt x="15075" y="58"/>
                </a:cubicBezTo>
                <a:cubicBezTo>
                  <a:pt x="15080" y="69"/>
                  <a:pt x="15082" y="81"/>
                  <a:pt x="15082" y="93"/>
                </a:cubicBezTo>
                <a:lnTo>
                  <a:pt x="15082" y="10254"/>
                </a:lnTo>
                <a:cubicBezTo>
                  <a:pt x="15082" y="10266"/>
                  <a:pt x="15080" y="10278"/>
                  <a:pt x="15075" y="10289"/>
                </a:cubicBezTo>
                <a:cubicBezTo>
                  <a:pt x="15071" y="10301"/>
                  <a:pt x="15064" y="10311"/>
                  <a:pt x="15055" y="10319"/>
                </a:cubicBezTo>
                <a:cubicBezTo>
                  <a:pt x="15047" y="10328"/>
                  <a:pt x="15036" y="10335"/>
                  <a:pt x="15025" y="10340"/>
                </a:cubicBezTo>
                <a:cubicBezTo>
                  <a:pt x="15014" y="10344"/>
                  <a:pt x="15002" y="10347"/>
                  <a:pt x="14990" y="10347"/>
                </a:cubicBezTo>
                <a:lnTo>
                  <a:pt x="93" y="10347"/>
                </a:lnTo>
                <a:cubicBezTo>
                  <a:pt x="80" y="10347"/>
                  <a:pt x="69" y="10344"/>
                  <a:pt x="57" y="10340"/>
                </a:cubicBezTo>
                <a:cubicBezTo>
                  <a:pt x="46" y="10335"/>
                  <a:pt x="36" y="10328"/>
                  <a:pt x="27" y="10319"/>
                </a:cubicBezTo>
                <a:cubicBezTo>
                  <a:pt x="18" y="10311"/>
                  <a:pt x="12" y="10301"/>
                  <a:pt x="7" y="10289"/>
                </a:cubicBezTo>
                <a:cubicBezTo>
                  <a:pt x="2" y="10278"/>
                  <a:pt x="0" y="10266"/>
                  <a:pt x="0" y="10254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tretch/>
        </p:blipFill>
        <p:spPr>
          <a:xfrm>
            <a:off x="6486480" y="1962000"/>
            <a:ext cx="5114520" cy="340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"/>
          <p:cNvSpPr txBox="1"/>
          <p:nvPr/>
        </p:nvSpPr>
        <p:spPr>
          <a:xfrm>
            <a:off x="942840" y="5625720"/>
            <a:ext cx="40626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Beyond Romance: A Study of the Human Soul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1611080" y="6517800"/>
            <a:ext cx="1436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01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428400" y="1333440"/>
            <a:ext cx="5439240" cy="1047960"/>
          </a:xfrm>
          <a:custGeom>
            <a:avLst/>
            <a:gdLst/>
            <a:ahLst/>
            <a:rect l="0" t="0" r="r" b="b"/>
            <a:pathLst>
              <a:path w="15109" h="2911">
                <a:moveTo>
                  <a:pt x="0" y="0"/>
                </a:moveTo>
                <a:lnTo>
                  <a:pt x="15109" y="0"/>
                </a:lnTo>
                <a:lnTo>
                  <a:pt x="15109" y="2911"/>
                </a:lnTo>
                <a:lnTo>
                  <a:pt x="0" y="29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428400" y="1333440"/>
            <a:ext cx="5439240" cy="9720"/>
          </a:xfrm>
          <a:custGeom>
            <a:avLst/>
            <a:gdLst/>
            <a:ahLst/>
            <a:rect l="0" t="0" r="r" b="b"/>
            <a:pathLst>
              <a:path w="15109" h="27">
                <a:moveTo>
                  <a:pt x="0" y="0"/>
                </a:moveTo>
                <a:lnTo>
                  <a:pt x="15109" y="0"/>
                </a:lnTo>
                <a:lnTo>
                  <a:pt x="151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428400" y="2371680"/>
            <a:ext cx="5439240" cy="9720"/>
          </a:xfrm>
          <a:custGeom>
            <a:avLst/>
            <a:gdLst/>
            <a:ahLst/>
            <a:rect l="0" t="0" r="r" b="b"/>
            <a:pathLst>
              <a:path w="15109" h="27">
                <a:moveTo>
                  <a:pt x="0" y="0"/>
                </a:moveTo>
                <a:lnTo>
                  <a:pt x="15109" y="0"/>
                </a:lnTo>
                <a:lnTo>
                  <a:pt x="151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5857560" y="1333440"/>
            <a:ext cx="10080" cy="1047960"/>
          </a:xfrm>
          <a:custGeom>
            <a:avLst/>
            <a:gdLst/>
            <a:ahLst/>
            <a:rect l="0" t="0" r="r" b="b"/>
            <a:pathLst>
              <a:path w="28" h="2911">
                <a:moveTo>
                  <a:pt x="0" y="0"/>
                </a:moveTo>
                <a:lnTo>
                  <a:pt x="28" y="0"/>
                </a:lnTo>
                <a:lnTo>
                  <a:pt x="28" y="2911"/>
                </a:lnTo>
                <a:lnTo>
                  <a:pt x="0" y="2911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428400" y="1333440"/>
            <a:ext cx="47880" cy="1047960"/>
          </a:xfrm>
          <a:custGeom>
            <a:avLst/>
            <a:gdLst/>
            <a:ahLst/>
            <a:rect l="0" t="0" r="r" b="b"/>
            <a:pathLst>
              <a:path w="133" h="2911">
                <a:moveTo>
                  <a:pt x="0" y="0"/>
                </a:moveTo>
                <a:lnTo>
                  <a:pt x="0" y="2911"/>
                </a:lnTo>
                <a:lnTo>
                  <a:pt x="133" y="2885"/>
                </a:lnTo>
                <a:lnTo>
                  <a:pt x="133" y="26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428760" y="251280"/>
            <a:ext cx="383760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Presentation Overview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708120" y="1602360"/>
            <a:ext cx="43668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>
                <a:solidFill>
                  <a:srgbClr val="eff6ff"/>
                </a:solidFill>
                <a:effectLst/>
                <a:uFillTx/>
                <a:latin typeface="Microsoft YaHei"/>
                <a:ea typeface="MicrosoftYaHei"/>
              </a:rPr>
              <a:t>01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08120" y="1602360"/>
            <a:ext cx="43668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01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409760" y="1577520"/>
            <a:ext cx="12106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Introduction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428400" y="3143160"/>
            <a:ext cx="5439240" cy="1047960"/>
          </a:xfrm>
          <a:custGeom>
            <a:avLst/>
            <a:gdLst/>
            <a:ahLst/>
            <a:rect l="0" t="0" r="r" b="b"/>
            <a:pathLst>
              <a:path w="15109" h="2911">
                <a:moveTo>
                  <a:pt x="0" y="0"/>
                </a:moveTo>
                <a:lnTo>
                  <a:pt x="15109" y="0"/>
                </a:lnTo>
                <a:lnTo>
                  <a:pt x="15109" y="2911"/>
                </a:lnTo>
                <a:lnTo>
                  <a:pt x="0" y="29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428400" y="3143160"/>
            <a:ext cx="5439240" cy="9720"/>
          </a:xfrm>
          <a:custGeom>
            <a:avLst/>
            <a:gdLst/>
            <a:ahLst/>
            <a:rect l="0" t="0" r="r" b="b"/>
            <a:pathLst>
              <a:path w="15109" h="27">
                <a:moveTo>
                  <a:pt x="0" y="0"/>
                </a:moveTo>
                <a:lnTo>
                  <a:pt x="15109" y="0"/>
                </a:lnTo>
                <a:lnTo>
                  <a:pt x="151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428400" y="4181400"/>
            <a:ext cx="5439240" cy="9720"/>
          </a:xfrm>
          <a:custGeom>
            <a:avLst/>
            <a:gdLst/>
            <a:ahLst/>
            <a:rect l="0" t="0" r="r" b="b"/>
            <a:pathLst>
              <a:path w="15109" h="27">
                <a:moveTo>
                  <a:pt x="0" y="0"/>
                </a:moveTo>
                <a:lnTo>
                  <a:pt x="15109" y="0"/>
                </a:lnTo>
                <a:lnTo>
                  <a:pt x="151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857560" y="3143160"/>
            <a:ext cx="10080" cy="1047960"/>
          </a:xfrm>
          <a:custGeom>
            <a:avLst/>
            <a:gdLst/>
            <a:ahLst/>
            <a:rect l="0" t="0" r="r" b="b"/>
            <a:pathLst>
              <a:path w="28" h="2911">
                <a:moveTo>
                  <a:pt x="0" y="0"/>
                </a:moveTo>
                <a:lnTo>
                  <a:pt x="28" y="0"/>
                </a:lnTo>
                <a:lnTo>
                  <a:pt x="28" y="2911"/>
                </a:lnTo>
                <a:lnTo>
                  <a:pt x="0" y="2911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428400" y="3143160"/>
            <a:ext cx="47880" cy="1047960"/>
          </a:xfrm>
          <a:custGeom>
            <a:avLst/>
            <a:gdLst/>
            <a:ahLst/>
            <a:rect l="0" t="0" r="r" b="b"/>
            <a:pathLst>
              <a:path w="133" h="2911">
                <a:moveTo>
                  <a:pt x="0" y="0"/>
                </a:moveTo>
                <a:lnTo>
                  <a:pt x="0" y="2911"/>
                </a:lnTo>
                <a:lnTo>
                  <a:pt x="133" y="2885"/>
                </a:lnTo>
                <a:lnTo>
                  <a:pt x="133" y="26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409760" y="1893240"/>
            <a:ext cx="16560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Not Just a Love Story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708120" y="3412080"/>
            <a:ext cx="43668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>
                <a:solidFill>
                  <a:srgbClr val="eff6ff"/>
                </a:solidFill>
                <a:effectLst/>
                <a:uFillTx/>
                <a:latin typeface="Microsoft YaHei"/>
                <a:ea typeface="MicrosoftYaHei"/>
              </a:rPr>
              <a:t>02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708120" y="3412080"/>
            <a:ext cx="43668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02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409760" y="3387240"/>
            <a:ext cx="11199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Creator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428400" y="4952880"/>
            <a:ext cx="5439240" cy="1047960"/>
          </a:xfrm>
          <a:custGeom>
            <a:avLst/>
            <a:gdLst/>
            <a:ahLst/>
            <a:rect l="0" t="0" r="r" b="b"/>
            <a:pathLst>
              <a:path w="15109" h="2911">
                <a:moveTo>
                  <a:pt x="0" y="0"/>
                </a:moveTo>
                <a:lnTo>
                  <a:pt x="15109" y="0"/>
                </a:lnTo>
                <a:lnTo>
                  <a:pt x="15109" y="2911"/>
                </a:lnTo>
                <a:lnTo>
                  <a:pt x="0" y="29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428400" y="4952880"/>
            <a:ext cx="5439240" cy="9720"/>
          </a:xfrm>
          <a:custGeom>
            <a:avLst/>
            <a:gdLst/>
            <a:ahLst/>
            <a:rect l="0" t="0" r="r" b="b"/>
            <a:pathLst>
              <a:path w="15109" h="27">
                <a:moveTo>
                  <a:pt x="0" y="0"/>
                </a:moveTo>
                <a:lnTo>
                  <a:pt x="15109" y="0"/>
                </a:lnTo>
                <a:lnTo>
                  <a:pt x="151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428400" y="5991120"/>
            <a:ext cx="5439240" cy="9720"/>
          </a:xfrm>
          <a:custGeom>
            <a:avLst/>
            <a:gdLst/>
            <a:ahLst/>
            <a:rect l="0" t="0" r="r" b="b"/>
            <a:pathLst>
              <a:path w="15109" h="27">
                <a:moveTo>
                  <a:pt x="0" y="0"/>
                </a:moveTo>
                <a:lnTo>
                  <a:pt x="15109" y="0"/>
                </a:lnTo>
                <a:lnTo>
                  <a:pt x="151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5857560" y="4952880"/>
            <a:ext cx="10080" cy="1047960"/>
          </a:xfrm>
          <a:custGeom>
            <a:avLst/>
            <a:gdLst/>
            <a:ahLst/>
            <a:rect l="0" t="0" r="r" b="b"/>
            <a:pathLst>
              <a:path w="28" h="2911">
                <a:moveTo>
                  <a:pt x="0" y="0"/>
                </a:moveTo>
                <a:lnTo>
                  <a:pt x="28" y="0"/>
                </a:lnTo>
                <a:lnTo>
                  <a:pt x="28" y="2911"/>
                </a:lnTo>
                <a:lnTo>
                  <a:pt x="0" y="2911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428400" y="4952880"/>
            <a:ext cx="47880" cy="1047960"/>
          </a:xfrm>
          <a:custGeom>
            <a:avLst/>
            <a:gdLst/>
            <a:ahLst/>
            <a:rect l="0" t="0" r="r" b="b"/>
            <a:pathLst>
              <a:path w="133" h="2911">
                <a:moveTo>
                  <a:pt x="0" y="0"/>
                </a:moveTo>
                <a:lnTo>
                  <a:pt x="0" y="2911"/>
                </a:lnTo>
                <a:lnTo>
                  <a:pt x="133" y="2885"/>
                </a:lnTo>
                <a:lnTo>
                  <a:pt x="133" y="26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409760" y="3702960"/>
            <a:ext cx="18406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Emily Brontë's Solitude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708120" y="5222160"/>
            <a:ext cx="43668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>
                <a:solidFill>
                  <a:srgbClr val="eff6ff"/>
                </a:solidFill>
                <a:effectLst/>
                <a:uFillTx/>
                <a:latin typeface="Microsoft YaHei"/>
                <a:ea typeface="MicrosoftYaHei"/>
              </a:rPr>
              <a:t>03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708120" y="5222160"/>
            <a:ext cx="43668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03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409760" y="5196960"/>
            <a:ext cx="1082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Setting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6324480" y="1333440"/>
            <a:ext cx="5439240" cy="1047960"/>
          </a:xfrm>
          <a:custGeom>
            <a:avLst/>
            <a:gdLst/>
            <a:ahLst/>
            <a:rect l="0" t="0" r="r" b="b"/>
            <a:pathLst>
              <a:path w="15109" h="2911">
                <a:moveTo>
                  <a:pt x="0" y="0"/>
                </a:moveTo>
                <a:lnTo>
                  <a:pt x="15109" y="0"/>
                </a:lnTo>
                <a:lnTo>
                  <a:pt x="15109" y="2911"/>
                </a:lnTo>
                <a:lnTo>
                  <a:pt x="0" y="29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6324480" y="1333440"/>
            <a:ext cx="5439240" cy="9720"/>
          </a:xfrm>
          <a:custGeom>
            <a:avLst/>
            <a:gdLst/>
            <a:ahLst/>
            <a:rect l="0" t="0" r="r" b="b"/>
            <a:pathLst>
              <a:path w="15109" h="27">
                <a:moveTo>
                  <a:pt x="0" y="0"/>
                </a:moveTo>
                <a:lnTo>
                  <a:pt x="15109" y="0"/>
                </a:lnTo>
                <a:lnTo>
                  <a:pt x="151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6324480" y="2371680"/>
            <a:ext cx="5439240" cy="9720"/>
          </a:xfrm>
          <a:custGeom>
            <a:avLst/>
            <a:gdLst/>
            <a:ahLst/>
            <a:rect l="0" t="0" r="r" b="b"/>
            <a:pathLst>
              <a:path w="15109" h="27">
                <a:moveTo>
                  <a:pt x="0" y="0"/>
                </a:moveTo>
                <a:lnTo>
                  <a:pt x="15109" y="0"/>
                </a:lnTo>
                <a:lnTo>
                  <a:pt x="151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1753640" y="1333440"/>
            <a:ext cx="10080" cy="1047960"/>
          </a:xfrm>
          <a:custGeom>
            <a:avLst/>
            <a:gdLst/>
            <a:ahLst/>
            <a:rect l="0" t="0" r="r" b="b"/>
            <a:pathLst>
              <a:path w="28" h="2911">
                <a:moveTo>
                  <a:pt x="0" y="0"/>
                </a:moveTo>
                <a:lnTo>
                  <a:pt x="28" y="0"/>
                </a:lnTo>
                <a:lnTo>
                  <a:pt x="28" y="2911"/>
                </a:lnTo>
                <a:lnTo>
                  <a:pt x="0" y="2911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6324480" y="1333440"/>
            <a:ext cx="47880" cy="1047960"/>
          </a:xfrm>
          <a:custGeom>
            <a:avLst/>
            <a:gdLst/>
            <a:ahLst/>
            <a:rect l="0" t="0" r="r" b="b"/>
            <a:pathLst>
              <a:path w="133" h="2911">
                <a:moveTo>
                  <a:pt x="0" y="0"/>
                </a:moveTo>
                <a:lnTo>
                  <a:pt x="0" y="2911"/>
                </a:lnTo>
                <a:lnTo>
                  <a:pt x="133" y="2885"/>
                </a:lnTo>
                <a:lnTo>
                  <a:pt x="133" y="26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409760" y="5512680"/>
            <a:ext cx="17859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Two Worlds in Conflict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6603840" y="1602360"/>
            <a:ext cx="43668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>
                <a:solidFill>
                  <a:srgbClr val="eff6ff"/>
                </a:solidFill>
                <a:effectLst/>
                <a:uFillTx/>
                <a:latin typeface="Microsoft YaHei"/>
                <a:ea typeface="MicrosoftYaHei"/>
              </a:rPr>
              <a:t>04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6603840" y="1602360"/>
            <a:ext cx="43668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04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7305840" y="1577520"/>
            <a:ext cx="1745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Narrative Mastery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6324480" y="3143160"/>
            <a:ext cx="5439240" cy="1047960"/>
          </a:xfrm>
          <a:custGeom>
            <a:avLst/>
            <a:gdLst/>
            <a:ahLst/>
            <a:rect l="0" t="0" r="r" b="b"/>
            <a:pathLst>
              <a:path w="15109" h="2911">
                <a:moveTo>
                  <a:pt x="0" y="0"/>
                </a:moveTo>
                <a:lnTo>
                  <a:pt x="15109" y="0"/>
                </a:lnTo>
                <a:lnTo>
                  <a:pt x="15109" y="2911"/>
                </a:lnTo>
                <a:lnTo>
                  <a:pt x="0" y="29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6324480" y="3143160"/>
            <a:ext cx="5439240" cy="9720"/>
          </a:xfrm>
          <a:custGeom>
            <a:avLst/>
            <a:gdLst/>
            <a:ahLst/>
            <a:rect l="0" t="0" r="r" b="b"/>
            <a:pathLst>
              <a:path w="15109" h="27">
                <a:moveTo>
                  <a:pt x="0" y="0"/>
                </a:moveTo>
                <a:lnTo>
                  <a:pt x="15109" y="0"/>
                </a:lnTo>
                <a:lnTo>
                  <a:pt x="151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6324480" y="4181400"/>
            <a:ext cx="5439240" cy="9720"/>
          </a:xfrm>
          <a:custGeom>
            <a:avLst/>
            <a:gdLst/>
            <a:ahLst/>
            <a:rect l="0" t="0" r="r" b="b"/>
            <a:pathLst>
              <a:path w="15109" h="27">
                <a:moveTo>
                  <a:pt x="0" y="0"/>
                </a:moveTo>
                <a:lnTo>
                  <a:pt x="15109" y="0"/>
                </a:lnTo>
                <a:lnTo>
                  <a:pt x="151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11753640" y="3143160"/>
            <a:ext cx="10080" cy="1047960"/>
          </a:xfrm>
          <a:custGeom>
            <a:avLst/>
            <a:gdLst/>
            <a:ahLst/>
            <a:rect l="0" t="0" r="r" b="b"/>
            <a:pathLst>
              <a:path w="28" h="2911">
                <a:moveTo>
                  <a:pt x="0" y="0"/>
                </a:moveTo>
                <a:lnTo>
                  <a:pt x="28" y="0"/>
                </a:lnTo>
                <a:lnTo>
                  <a:pt x="28" y="2911"/>
                </a:lnTo>
                <a:lnTo>
                  <a:pt x="0" y="2911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324480" y="3143160"/>
            <a:ext cx="47880" cy="1047960"/>
          </a:xfrm>
          <a:custGeom>
            <a:avLst/>
            <a:gdLst/>
            <a:ahLst/>
            <a:rect l="0" t="0" r="r" b="b"/>
            <a:pathLst>
              <a:path w="133" h="2911">
                <a:moveTo>
                  <a:pt x="0" y="0"/>
                </a:moveTo>
                <a:lnTo>
                  <a:pt x="0" y="2911"/>
                </a:lnTo>
                <a:lnTo>
                  <a:pt x="133" y="2885"/>
                </a:lnTo>
                <a:lnTo>
                  <a:pt x="133" y="26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305840" y="1893240"/>
            <a:ext cx="16437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The Frame Structure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6603840" y="3412080"/>
            <a:ext cx="43668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>
                <a:solidFill>
                  <a:srgbClr val="eff6ff"/>
                </a:solidFill>
                <a:effectLst/>
                <a:uFillTx/>
                <a:latin typeface="Microsoft YaHei"/>
                <a:ea typeface="MicrosoftYaHei"/>
              </a:rPr>
              <a:t>05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603840" y="3412080"/>
            <a:ext cx="43668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05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305840" y="3387240"/>
            <a:ext cx="10357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Characters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6324480" y="4952880"/>
            <a:ext cx="5439240" cy="1047960"/>
          </a:xfrm>
          <a:custGeom>
            <a:avLst/>
            <a:gdLst/>
            <a:ahLst/>
            <a:rect l="0" t="0" r="r" b="b"/>
            <a:pathLst>
              <a:path w="15109" h="2911">
                <a:moveTo>
                  <a:pt x="0" y="0"/>
                </a:moveTo>
                <a:lnTo>
                  <a:pt x="15109" y="0"/>
                </a:lnTo>
                <a:lnTo>
                  <a:pt x="15109" y="2911"/>
                </a:lnTo>
                <a:lnTo>
                  <a:pt x="0" y="29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324480" y="4952880"/>
            <a:ext cx="5439240" cy="9720"/>
          </a:xfrm>
          <a:custGeom>
            <a:avLst/>
            <a:gdLst/>
            <a:ahLst/>
            <a:rect l="0" t="0" r="r" b="b"/>
            <a:pathLst>
              <a:path w="15109" h="27">
                <a:moveTo>
                  <a:pt x="0" y="0"/>
                </a:moveTo>
                <a:lnTo>
                  <a:pt x="15109" y="0"/>
                </a:lnTo>
                <a:lnTo>
                  <a:pt x="151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6324480" y="5991120"/>
            <a:ext cx="5439240" cy="9720"/>
          </a:xfrm>
          <a:custGeom>
            <a:avLst/>
            <a:gdLst/>
            <a:ahLst/>
            <a:rect l="0" t="0" r="r" b="b"/>
            <a:pathLst>
              <a:path w="15109" h="27">
                <a:moveTo>
                  <a:pt x="0" y="0"/>
                </a:moveTo>
                <a:lnTo>
                  <a:pt x="15109" y="0"/>
                </a:lnTo>
                <a:lnTo>
                  <a:pt x="151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11753640" y="4952880"/>
            <a:ext cx="10080" cy="1047960"/>
          </a:xfrm>
          <a:custGeom>
            <a:avLst/>
            <a:gdLst/>
            <a:ahLst/>
            <a:rect l="0" t="0" r="r" b="b"/>
            <a:pathLst>
              <a:path w="28" h="2911">
                <a:moveTo>
                  <a:pt x="0" y="0"/>
                </a:moveTo>
                <a:lnTo>
                  <a:pt x="28" y="0"/>
                </a:lnTo>
                <a:lnTo>
                  <a:pt x="28" y="2911"/>
                </a:lnTo>
                <a:lnTo>
                  <a:pt x="0" y="2911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6324480" y="4952880"/>
            <a:ext cx="47880" cy="1047960"/>
          </a:xfrm>
          <a:custGeom>
            <a:avLst/>
            <a:gdLst/>
            <a:ahLst/>
            <a:rect l="0" t="0" r="r" b="b"/>
            <a:pathLst>
              <a:path w="133" h="2911">
                <a:moveTo>
                  <a:pt x="0" y="0"/>
                </a:moveTo>
                <a:lnTo>
                  <a:pt x="0" y="2911"/>
                </a:lnTo>
                <a:lnTo>
                  <a:pt x="133" y="2885"/>
                </a:lnTo>
                <a:lnTo>
                  <a:pt x="133" y="26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305840" y="3702960"/>
            <a:ext cx="16794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Mirrors of Obsession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603840" y="5222160"/>
            <a:ext cx="43668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>
                <a:solidFill>
                  <a:srgbClr val="eff6ff"/>
                </a:solidFill>
                <a:effectLst/>
                <a:uFillTx/>
                <a:latin typeface="Microsoft YaHei"/>
                <a:ea typeface="MicrosoftYaHei"/>
              </a:rPr>
              <a:t>06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603840" y="5222160"/>
            <a:ext cx="43668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0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06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305840" y="5196960"/>
            <a:ext cx="6624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Legacy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305840" y="5512680"/>
            <a:ext cx="28688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Gothic Elements and Eternal Legacy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1611080" y="6517800"/>
            <a:ext cx="1436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02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428400" y="994320"/>
            <a:ext cx="241920" cy="185040"/>
          </a:xfrm>
          <a:custGeom>
            <a:avLst/>
            <a:gdLst/>
            <a:ahLst/>
            <a:rect l="0" t="0" r="r" b="b"/>
            <a:pathLst>
              <a:path w="672" h="514">
                <a:moveTo>
                  <a:pt x="291" y="513"/>
                </a:moveTo>
                <a:cubicBezTo>
                  <a:pt x="303" y="517"/>
                  <a:pt x="317" y="508"/>
                  <a:pt x="317" y="495"/>
                </a:cubicBezTo>
                <a:lnTo>
                  <a:pt x="317" y="54"/>
                </a:lnTo>
                <a:cubicBezTo>
                  <a:pt x="317" y="49"/>
                  <a:pt x="315" y="45"/>
                  <a:pt x="311" y="42"/>
                </a:cubicBezTo>
                <a:cubicBezTo>
                  <a:pt x="288" y="23"/>
                  <a:pt x="236" y="0"/>
                  <a:pt x="168" y="0"/>
                </a:cubicBezTo>
                <a:cubicBezTo>
                  <a:pt x="109" y="0"/>
                  <a:pt x="54" y="16"/>
                  <a:pt x="21" y="28"/>
                </a:cubicBezTo>
                <a:cubicBezTo>
                  <a:pt x="8" y="33"/>
                  <a:pt x="0" y="46"/>
                  <a:pt x="0" y="61"/>
                </a:cubicBezTo>
                <a:lnTo>
                  <a:pt x="0" y="493"/>
                </a:lnTo>
                <a:cubicBezTo>
                  <a:pt x="0" y="507"/>
                  <a:pt x="15" y="516"/>
                  <a:pt x="28" y="512"/>
                </a:cubicBezTo>
                <a:cubicBezTo>
                  <a:pt x="65" y="500"/>
                  <a:pt x="123" y="486"/>
                  <a:pt x="168" y="486"/>
                </a:cubicBezTo>
                <a:cubicBezTo>
                  <a:pt x="207" y="486"/>
                  <a:pt x="260" y="502"/>
                  <a:pt x="291" y="513"/>
                </a:cubicBezTo>
                <a:moveTo>
                  <a:pt x="380" y="513"/>
                </a:moveTo>
                <a:cubicBezTo>
                  <a:pt x="411" y="502"/>
                  <a:pt x="464" y="486"/>
                  <a:pt x="504" y="486"/>
                </a:cubicBezTo>
                <a:cubicBezTo>
                  <a:pt x="549" y="486"/>
                  <a:pt x="607" y="500"/>
                  <a:pt x="644" y="512"/>
                </a:cubicBezTo>
                <a:cubicBezTo>
                  <a:pt x="657" y="516"/>
                  <a:pt x="672" y="507"/>
                  <a:pt x="672" y="493"/>
                </a:cubicBezTo>
                <a:lnTo>
                  <a:pt x="672" y="61"/>
                </a:lnTo>
                <a:cubicBezTo>
                  <a:pt x="672" y="46"/>
                  <a:pt x="664" y="33"/>
                  <a:pt x="651" y="28"/>
                </a:cubicBezTo>
                <a:cubicBezTo>
                  <a:pt x="618" y="16"/>
                  <a:pt x="563" y="0"/>
                  <a:pt x="504" y="0"/>
                </a:cubicBezTo>
                <a:cubicBezTo>
                  <a:pt x="435" y="0"/>
                  <a:pt x="383" y="23"/>
                  <a:pt x="360" y="42"/>
                </a:cubicBezTo>
                <a:cubicBezTo>
                  <a:pt x="356" y="45"/>
                  <a:pt x="354" y="49"/>
                  <a:pt x="354" y="54"/>
                </a:cubicBezTo>
                <a:lnTo>
                  <a:pt x="354" y="495"/>
                </a:lnTo>
                <a:cubicBezTo>
                  <a:pt x="354" y="508"/>
                  <a:pt x="368" y="517"/>
                  <a:pt x="380" y="513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428760" y="241560"/>
            <a:ext cx="611496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Not Just a Romance: The Raw Reality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433080" y="1500120"/>
            <a:ext cx="5439240" cy="1400400"/>
          </a:xfrm>
          <a:custGeom>
            <a:avLst/>
            <a:gdLst/>
            <a:ahLst/>
            <a:rect l="0" t="0" r="r" b="b"/>
            <a:pathLst>
              <a:path w="15109" h="3890">
                <a:moveTo>
                  <a:pt x="0" y="3804"/>
                </a:moveTo>
                <a:lnTo>
                  <a:pt x="0" y="0"/>
                </a:lnTo>
                <a:lnTo>
                  <a:pt x="15109" y="0"/>
                </a:lnTo>
                <a:lnTo>
                  <a:pt x="15109" y="3804"/>
                </a:lnTo>
                <a:cubicBezTo>
                  <a:pt x="15109" y="3815"/>
                  <a:pt x="15107" y="3826"/>
                  <a:pt x="15102" y="3837"/>
                </a:cubicBezTo>
                <a:cubicBezTo>
                  <a:pt x="15098" y="3847"/>
                  <a:pt x="15092" y="3857"/>
                  <a:pt x="15084" y="3865"/>
                </a:cubicBezTo>
                <a:cubicBezTo>
                  <a:pt x="15076" y="3873"/>
                  <a:pt x="15066" y="3879"/>
                  <a:pt x="15056" y="3883"/>
                </a:cubicBezTo>
                <a:cubicBezTo>
                  <a:pt x="15045" y="3888"/>
                  <a:pt x="15034" y="3890"/>
                  <a:pt x="15023" y="3890"/>
                </a:cubicBezTo>
                <a:lnTo>
                  <a:pt x="87" y="3890"/>
                </a:lnTo>
                <a:cubicBezTo>
                  <a:pt x="75" y="3890"/>
                  <a:pt x="64" y="3888"/>
                  <a:pt x="54" y="3883"/>
                </a:cubicBezTo>
                <a:cubicBezTo>
                  <a:pt x="43" y="3879"/>
                  <a:pt x="34" y="3873"/>
                  <a:pt x="26" y="3865"/>
                </a:cubicBezTo>
                <a:cubicBezTo>
                  <a:pt x="18" y="3857"/>
                  <a:pt x="11" y="3847"/>
                  <a:pt x="7" y="3837"/>
                </a:cubicBezTo>
                <a:cubicBezTo>
                  <a:pt x="3" y="3826"/>
                  <a:pt x="0" y="3815"/>
                  <a:pt x="0" y="380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438120" y="1514160"/>
            <a:ext cx="5429160" cy="0"/>
          </a:xfrm>
          <a:custGeom>
            <a:avLst/>
            <a:gdLst/>
            <a:ahLst/>
            <a:rect l="0" t="0" r="r" b="b"/>
            <a:pathLst>
              <a:path w="15081" h="0">
                <a:moveTo>
                  <a:pt x="0" y="0"/>
                </a:moveTo>
                <a:lnTo>
                  <a:pt x="15081" y="0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445680" y="2882160"/>
            <a:ext cx="5414040" cy="13680"/>
          </a:xfrm>
          <a:custGeom>
            <a:avLst/>
            <a:gdLst/>
            <a:ahLst/>
            <a:rect l="0" t="0" r="r" b="b"/>
            <a:pathLst>
              <a:path w="15039" h="38">
                <a:moveTo>
                  <a:pt x="15" y="0"/>
                </a:moveTo>
                <a:lnTo>
                  <a:pt x="15024" y="0"/>
                </a:lnTo>
                <a:lnTo>
                  <a:pt x="15039" y="16"/>
                </a:lnTo>
                <a:cubicBezTo>
                  <a:pt x="15025" y="31"/>
                  <a:pt x="15008" y="38"/>
                  <a:pt x="14988" y="38"/>
                </a:cubicBezTo>
                <a:lnTo>
                  <a:pt x="52" y="38"/>
                </a:lnTo>
                <a:cubicBezTo>
                  <a:pt x="31" y="38"/>
                  <a:pt x="14" y="31"/>
                  <a:pt x="0" y="16"/>
                </a:cubicBezTo>
                <a:lnTo>
                  <a:pt x="15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5853960" y="1514160"/>
            <a:ext cx="13680" cy="1374480"/>
          </a:xfrm>
          <a:custGeom>
            <a:avLst/>
            <a:gdLst/>
            <a:ahLst/>
            <a:rect l="0" t="0" r="r" b="b"/>
            <a:pathLst>
              <a:path w="38" h="3818">
                <a:moveTo>
                  <a:pt x="0" y="3804"/>
                </a:moveTo>
                <a:lnTo>
                  <a:pt x="0" y="107"/>
                </a:lnTo>
                <a:lnTo>
                  <a:pt x="37" y="0"/>
                </a:lnTo>
                <a:lnTo>
                  <a:pt x="38" y="0"/>
                </a:lnTo>
                <a:lnTo>
                  <a:pt x="38" y="3765"/>
                </a:lnTo>
                <a:cubicBezTo>
                  <a:pt x="38" y="3785"/>
                  <a:pt x="31" y="3802"/>
                  <a:pt x="15" y="3816"/>
                </a:cubicBezTo>
                <a:cubicBezTo>
                  <a:pt x="15" y="3817"/>
                  <a:pt x="15" y="3817"/>
                  <a:pt x="14" y="3818"/>
                </a:cubicBezTo>
                <a:lnTo>
                  <a:pt x="0" y="3804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438120" y="1514160"/>
            <a:ext cx="13320" cy="1374480"/>
          </a:xfrm>
          <a:custGeom>
            <a:avLst/>
            <a:gdLst/>
            <a:ahLst/>
            <a:rect l="0" t="0" r="r" b="b"/>
            <a:pathLst>
              <a:path w="37" h="3818">
                <a:moveTo>
                  <a:pt x="37" y="107"/>
                </a:moveTo>
                <a:lnTo>
                  <a:pt x="37" y="3804"/>
                </a:lnTo>
                <a:lnTo>
                  <a:pt x="22" y="3818"/>
                </a:lnTo>
                <a:cubicBezTo>
                  <a:pt x="22" y="3817"/>
                  <a:pt x="21" y="3817"/>
                  <a:pt x="21" y="3816"/>
                </a:cubicBezTo>
                <a:cubicBezTo>
                  <a:pt x="7" y="3802"/>
                  <a:pt x="0" y="3785"/>
                  <a:pt x="0" y="3765"/>
                </a:cubicBezTo>
                <a:lnTo>
                  <a:pt x="0" y="0"/>
                </a:lnTo>
                <a:lnTo>
                  <a:pt x="37" y="107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18840" y="1742760"/>
            <a:ext cx="201600" cy="161640"/>
          </a:xfrm>
          <a:custGeom>
            <a:avLst/>
            <a:gdLst/>
            <a:ahLst/>
            <a:rect l="0" t="0" r="r" b="b"/>
            <a:pathLst>
              <a:path w="560" h="449">
                <a:moveTo>
                  <a:pt x="154" y="252"/>
                </a:moveTo>
                <a:cubicBezTo>
                  <a:pt x="167" y="252"/>
                  <a:pt x="179" y="249"/>
                  <a:pt x="191" y="245"/>
                </a:cubicBezTo>
                <a:cubicBezTo>
                  <a:pt x="203" y="240"/>
                  <a:pt x="214" y="232"/>
                  <a:pt x="223" y="223"/>
                </a:cubicBezTo>
                <a:cubicBezTo>
                  <a:pt x="232" y="214"/>
                  <a:pt x="240" y="204"/>
                  <a:pt x="245" y="192"/>
                </a:cubicBezTo>
                <a:cubicBezTo>
                  <a:pt x="250" y="180"/>
                  <a:pt x="253" y="167"/>
                  <a:pt x="253" y="154"/>
                </a:cubicBezTo>
                <a:cubicBezTo>
                  <a:pt x="253" y="141"/>
                  <a:pt x="250" y="129"/>
                  <a:pt x="245" y="117"/>
                </a:cubicBezTo>
                <a:cubicBezTo>
                  <a:pt x="240" y="105"/>
                  <a:pt x="232" y="94"/>
                  <a:pt x="223" y="85"/>
                </a:cubicBezTo>
                <a:cubicBezTo>
                  <a:pt x="214" y="76"/>
                  <a:pt x="203" y="69"/>
                  <a:pt x="191" y="64"/>
                </a:cubicBezTo>
                <a:cubicBezTo>
                  <a:pt x="179" y="59"/>
                  <a:pt x="167" y="56"/>
                  <a:pt x="154" y="56"/>
                </a:cubicBezTo>
                <a:cubicBezTo>
                  <a:pt x="141" y="56"/>
                  <a:pt x="129" y="59"/>
                  <a:pt x="117" y="64"/>
                </a:cubicBezTo>
                <a:cubicBezTo>
                  <a:pt x="105" y="69"/>
                  <a:pt x="94" y="76"/>
                  <a:pt x="85" y="85"/>
                </a:cubicBezTo>
                <a:cubicBezTo>
                  <a:pt x="76" y="94"/>
                  <a:pt x="69" y="105"/>
                  <a:pt x="64" y="117"/>
                </a:cubicBezTo>
                <a:cubicBezTo>
                  <a:pt x="59" y="129"/>
                  <a:pt x="56" y="141"/>
                  <a:pt x="56" y="154"/>
                </a:cubicBezTo>
                <a:cubicBezTo>
                  <a:pt x="56" y="167"/>
                  <a:pt x="59" y="180"/>
                  <a:pt x="64" y="192"/>
                </a:cubicBezTo>
                <a:cubicBezTo>
                  <a:pt x="69" y="204"/>
                  <a:pt x="76" y="214"/>
                  <a:pt x="85" y="223"/>
                </a:cubicBezTo>
                <a:cubicBezTo>
                  <a:pt x="94" y="232"/>
                  <a:pt x="105" y="240"/>
                  <a:pt x="117" y="245"/>
                </a:cubicBezTo>
                <a:cubicBezTo>
                  <a:pt x="129" y="249"/>
                  <a:pt x="141" y="252"/>
                  <a:pt x="154" y="252"/>
                </a:cubicBezTo>
                <a:moveTo>
                  <a:pt x="309" y="154"/>
                </a:moveTo>
                <a:cubicBezTo>
                  <a:pt x="309" y="230"/>
                  <a:pt x="254" y="292"/>
                  <a:pt x="182" y="306"/>
                </a:cubicBezTo>
                <a:lnTo>
                  <a:pt x="182" y="337"/>
                </a:lnTo>
                <a:lnTo>
                  <a:pt x="210" y="337"/>
                </a:lnTo>
                <a:cubicBezTo>
                  <a:pt x="225" y="337"/>
                  <a:pt x="239" y="349"/>
                  <a:pt x="239" y="365"/>
                </a:cubicBezTo>
                <a:cubicBezTo>
                  <a:pt x="239" y="380"/>
                  <a:pt x="225" y="393"/>
                  <a:pt x="210" y="393"/>
                </a:cubicBezTo>
                <a:lnTo>
                  <a:pt x="182" y="393"/>
                </a:lnTo>
                <a:lnTo>
                  <a:pt x="182" y="421"/>
                </a:lnTo>
                <a:cubicBezTo>
                  <a:pt x="182" y="436"/>
                  <a:pt x="169" y="449"/>
                  <a:pt x="154" y="449"/>
                </a:cubicBezTo>
                <a:cubicBezTo>
                  <a:pt x="139" y="449"/>
                  <a:pt x="126" y="436"/>
                  <a:pt x="126" y="421"/>
                </a:cubicBezTo>
                <a:lnTo>
                  <a:pt x="126" y="393"/>
                </a:lnTo>
                <a:lnTo>
                  <a:pt x="98" y="393"/>
                </a:lnTo>
                <a:cubicBezTo>
                  <a:pt x="83" y="393"/>
                  <a:pt x="70" y="380"/>
                  <a:pt x="70" y="365"/>
                </a:cubicBezTo>
                <a:cubicBezTo>
                  <a:pt x="70" y="349"/>
                  <a:pt x="83" y="337"/>
                  <a:pt x="98" y="337"/>
                </a:cubicBezTo>
                <a:lnTo>
                  <a:pt x="126" y="337"/>
                </a:lnTo>
                <a:lnTo>
                  <a:pt x="126" y="306"/>
                </a:lnTo>
                <a:cubicBezTo>
                  <a:pt x="55" y="292"/>
                  <a:pt x="0" y="230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240" y="0"/>
                  <a:pt x="309" y="69"/>
                  <a:pt x="309" y="154"/>
                </a:cubicBezTo>
                <a:moveTo>
                  <a:pt x="239" y="316"/>
                </a:moveTo>
                <a:cubicBezTo>
                  <a:pt x="256" y="308"/>
                  <a:pt x="271" y="295"/>
                  <a:pt x="284" y="282"/>
                </a:cubicBezTo>
                <a:cubicBezTo>
                  <a:pt x="302" y="298"/>
                  <a:pt x="325" y="309"/>
                  <a:pt x="351" y="309"/>
                </a:cubicBezTo>
                <a:cubicBezTo>
                  <a:pt x="405" y="309"/>
                  <a:pt x="449" y="264"/>
                  <a:pt x="449" y="210"/>
                </a:cubicBezTo>
                <a:cubicBezTo>
                  <a:pt x="449" y="156"/>
                  <a:pt x="405" y="112"/>
                  <a:pt x="351" y="112"/>
                </a:cubicBezTo>
                <a:cubicBezTo>
                  <a:pt x="344" y="112"/>
                  <a:pt x="338" y="113"/>
                  <a:pt x="332" y="114"/>
                </a:cubicBezTo>
                <a:cubicBezTo>
                  <a:pt x="328" y="95"/>
                  <a:pt x="321" y="78"/>
                  <a:pt x="311" y="61"/>
                </a:cubicBezTo>
                <a:cubicBezTo>
                  <a:pt x="324" y="58"/>
                  <a:pt x="337" y="56"/>
                  <a:pt x="351" y="56"/>
                </a:cubicBezTo>
                <a:cubicBezTo>
                  <a:pt x="383" y="56"/>
                  <a:pt x="413" y="66"/>
                  <a:pt x="438" y="83"/>
                </a:cubicBezTo>
                <a:lnTo>
                  <a:pt x="456" y="65"/>
                </a:lnTo>
                <a:lnTo>
                  <a:pt x="427" y="36"/>
                </a:lnTo>
                <a:cubicBezTo>
                  <a:pt x="421" y="30"/>
                  <a:pt x="419" y="21"/>
                  <a:pt x="422" y="13"/>
                </a:cubicBezTo>
                <a:cubicBezTo>
                  <a:pt x="425" y="6"/>
                  <a:pt x="433" y="0"/>
                  <a:pt x="441" y="0"/>
                </a:cubicBezTo>
                <a:lnTo>
                  <a:pt x="539" y="0"/>
                </a:lnTo>
                <a:cubicBezTo>
                  <a:pt x="551" y="0"/>
                  <a:pt x="560" y="10"/>
                  <a:pt x="560" y="21"/>
                </a:cubicBezTo>
                <a:lnTo>
                  <a:pt x="560" y="119"/>
                </a:lnTo>
                <a:cubicBezTo>
                  <a:pt x="560" y="128"/>
                  <a:pt x="555" y="135"/>
                  <a:pt x="547" y="139"/>
                </a:cubicBezTo>
                <a:cubicBezTo>
                  <a:pt x="539" y="142"/>
                  <a:pt x="530" y="140"/>
                  <a:pt x="524" y="134"/>
                </a:cubicBezTo>
                <a:lnTo>
                  <a:pt x="495" y="105"/>
                </a:lnTo>
                <a:lnTo>
                  <a:pt x="477" y="123"/>
                </a:lnTo>
                <a:cubicBezTo>
                  <a:pt x="494" y="148"/>
                  <a:pt x="504" y="178"/>
                  <a:pt x="504" y="210"/>
                </a:cubicBezTo>
                <a:cubicBezTo>
                  <a:pt x="504" y="295"/>
                  <a:pt x="436" y="365"/>
                  <a:pt x="351" y="365"/>
                </a:cubicBezTo>
                <a:cubicBezTo>
                  <a:pt x="307" y="365"/>
                  <a:pt x="267" y="346"/>
                  <a:pt x="239" y="316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77600" y="942120"/>
            <a:ext cx="2229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9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Defying Conventions</a:t>
            </a:r>
            <a:endParaRPr b="0" lang="en-US" sz="1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889920" y="1713600"/>
            <a:ext cx="22924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7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Beyond 'Pride and Prejudice'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17040" y="2037600"/>
            <a:ext cx="22629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Unlike Austen’s polite courtships, 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067560" y="2037600"/>
            <a:ext cx="1315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Wuthering Heights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329000" y="2037600"/>
            <a:ext cx="4849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rejects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17040" y="2266200"/>
            <a:ext cx="49536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conventional romance. It presents a fierce </a:t>
            </a:r>
            <a:r>
              <a:rPr b="1" lang="en-US" sz="113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soul's dialogue</a:t>
            </a:r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fueled by toxic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433080" y="3004920"/>
            <a:ext cx="5439240" cy="1905480"/>
          </a:xfrm>
          <a:custGeom>
            <a:avLst/>
            <a:gdLst/>
            <a:ahLst/>
            <a:rect l="0" t="0" r="r" b="b"/>
            <a:pathLst>
              <a:path w="15109" h="5293">
                <a:moveTo>
                  <a:pt x="0" y="5207"/>
                </a:moveTo>
                <a:lnTo>
                  <a:pt x="0" y="0"/>
                </a:lnTo>
                <a:lnTo>
                  <a:pt x="15109" y="0"/>
                </a:lnTo>
                <a:lnTo>
                  <a:pt x="15109" y="5207"/>
                </a:lnTo>
                <a:cubicBezTo>
                  <a:pt x="15109" y="5218"/>
                  <a:pt x="15107" y="5229"/>
                  <a:pt x="15102" y="5240"/>
                </a:cubicBezTo>
                <a:cubicBezTo>
                  <a:pt x="15098" y="5250"/>
                  <a:pt x="15092" y="5259"/>
                  <a:pt x="15084" y="5268"/>
                </a:cubicBezTo>
                <a:cubicBezTo>
                  <a:pt x="15076" y="5276"/>
                  <a:pt x="15066" y="5282"/>
                  <a:pt x="15056" y="5286"/>
                </a:cubicBezTo>
                <a:cubicBezTo>
                  <a:pt x="15045" y="5291"/>
                  <a:pt x="15034" y="5293"/>
                  <a:pt x="15023" y="5293"/>
                </a:cubicBezTo>
                <a:lnTo>
                  <a:pt x="87" y="5293"/>
                </a:lnTo>
                <a:cubicBezTo>
                  <a:pt x="75" y="5293"/>
                  <a:pt x="64" y="5291"/>
                  <a:pt x="54" y="5286"/>
                </a:cubicBezTo>
                <a:cubicBezTo>
                  <a:pt x="43" y="5282"/>
                  <a:pt x="34" y="5276"/>
                  <a:pt x="26" y="5268"/>
                </a:cubicBezTo>
                <a:cubicBezTo>
                  <a:pt x="18" y="5259"/>
                  <a:pt x="11" y="5250"/>
                  <a:pt x="7" y="5240"/>
                </a:cubicBezTo>
                <a:cubicBezTo>
                  <a:pt x="3" y="5229"/>
                  <a:pt x="0" y="5218"/>
                  <a:pt x="0" y="520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38120" y="3019320"/>
            <a:ext cx="5429160" cy="0"/>
          </a:xfrm>
          <a:custGeom>
            <a:avLst/>
            <a:gdLst/>
            <a:ahLst/>
            <a:rect l="0" t="0" r="r" b="b"/>
            <a:pathLst>
              <a:path w="15081" h="0">
                <a:moveTo>
                  <a:pt x="0" y="0"/>
                </a:moveTo>
                <a:lnTo>
                  <a:pt x="15081" y="0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445680" y="4892040"/>
            <a:ext cx="5414040" cy="13680"/>
          </a:xfrm>
          <a:custGeom>
            <a:avLst/>
            <a:gdLst/>
            <a:ahLst/>
            <a:rect l="0" t="0" r="r" b="b"/>
            <a:pathLst>
              <a:path w="15039" h="38">
                <a:moveTo>
                  <a:pt x="15" y="0"/>
                </a:moveTo>
                <a:lnTo>
                  <a:pt x="15024" y="0"/>
                </a:lnTo>
                <a:lnTo>
                  <a:pt x="15039" y="16"/>
                </a:lnTo>
                <a:cubicBezTo>
                  <a:pt x="15025" y="30"/>
                  <a:pt x="15008" y="38"/>
                  <a:pt x="14988" y="38"/>
                </a:cubicBezTo>
                <a:lnTo>
                  <a:pt x="52" y="38"/>
                </a:lnTo>
                <a:cubicBezTo>
                  <a:pt x="31" y="38"/>
                  <a:pt x="14" y="30"/>
                  <a:pt x="0" y="16"/>
                </a:cubicBezTo>
                <a:lnTo>
                  <a:pt x="15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5853960" y="3019320"/>
            <a:ext cx="13680" cy="1878840"/>
          </a:xfrm>
          <a:custGeom>
            <a:avLst/>
            <a:gdLst/>
            <a:ahLst/>
            <a:rect l="0" t="0" r="r" b="b"/>
            <a:pathLst>
              <a:path w="38" h="5219">
                <a:moveTo>
                  <a:pt x="0" y="5206"/>
                </a:moveTo>
                <a:lnTo>
                  <a:pt x="0" y="107"/>
                </a:lnTo>
                <a:lnTo>
                  <a:pt x="37" y="0"/>
                </a:lnTo>
                <a:lnTo>
                  <a:pt x="38" y="0"/>
                </a:lnTo>
                <a:lnTo>
                  <a:pt x="38" y="5167"/>
                </a:lnTo>
                <a:cubicBezTo>
                  <a:pt x="38" y="5187"/>
                  <a:pt x="31" y="5204"/>
                  <a:pt x="15" y="5218"/>
                </a:cubicBezTo>
                <a:cubicBezTo>
                  <a:pt x="15" y="5219"/>
                  <a:pt x="15" y="5219"/>
                  <a:pt x="14" y="5219"/>
                </a:cubicBezTo>
                <a:lnTo>
                  <a:pt x="0" y="5206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438120" y="3019320"/>
            <a:ext cx="13320" cy="1878840"/>
          </a:xfrm>
          <a:custGeom>
            <a:avLst/>
            <a:gdLst/>
            <a:ahLst/>
            <a:rect l="0" t="0" r="r" b="b"/>
            <a:pathLst>
              <a:path w="37" h="5219">
                <a:moveTo>
                  <a:pt x="37" y="107"/>
                </a:moveTo>
                <a:lnTo>
                  <a:pt x="37" y="5206"/>
                </a:lnTo>
                <a:lnTo>
                  <a:pt x="22" y="5219"/>
                </a:lnTo>
                <a:cubicBezTo>
                  <a:pt x="22" y="5219"/>
                  <a:pt x="21" y="5219"/>
                  <a:pt x="21" y="5218"/>
                </a:cubicBezTo>
                <a:cubicBezTo>
                  <a:pt x="7" y="5204"/>
                  <a:pt x="0" y="5187"/>
                  <a:pt x="0" y="5167"/>
                </a:cubicBezTo>
                <a:lnTo>
                  <a:pt x="0" y="0"/>
                </a:lnTo>
                <a:lnTo>
                  <a:pt x="37" y="107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18840" y="3258000"/>
            <a:ext cx="161640" cy="141120"/>
          </a:xfrm>
          <a:custGeom>
            <a:avLst/>
            <a:gdLst/>
            <a:ahLst/>
            <a:rect l="0" t="0" r="r" b="b"/>
            <a:pathLst>
              <a:path w="449" h="392">
                <a:moveTo>
                  <a:pt x="224" y="0"/>
                </a:moveTo>
                <a:cubicBezTo>
                  <a:pt x="235" y="0"/>
                  <a:pt x="245" y="5"/>
                  <a:pt x="251" y="15"/>
                </a:cubicBezTo>
                <a:lnTo>
                  <a:pt x="441" y="317"/>
                </a:lnTo>
                <a:cubicBezTo>
                  <a:pt x="446" y="325"/>
                  <a:pt x="449" y="334"/>
                  <a:pt x="449" y="343"/>
                </a:cubicBezTo>
                <a:cubicBezTo>
                  <a:pt x="449" y="370"/>
                  <a:pt x="427" y="392"/>
                  <a:pt x="400" y="392"/>
                </a:cubicBezTo>
                <a:lnTo>
                  <a:pt x="49" y="392"/>
                </a:lnTo>
                <a:cubicBezTo>
                  <a:pt x="22" y="392"/>
                  <a:pt x="0" y="370"/>
                  <a:pt x="0" y="343"/>
                </a:cubicBezTo>
                <a:cubicBezTo>
                  <a:pt x="0" y="334"/>
                  <a:pt x="3" y="325"/>
                  <a:pt x="8" y="317"/>
                </a:cubicBezTo>
                <a:lnTo>
                  <a:pt x="197" y="15"/>
                </a:lnTo>
                <a:cubicBezTo>
                  <a:pt x="203" y="5"/>
                  <a:pt x="213" y="0"/>
                  <a:pt x="224" y="0"/>
                </a:cubicBezTo>
                <a:moveTo>
                  <a:pt x="281" y="168"/>
                </a:moveTo>
                <a:lnTo>
                  <a:pt x="224" y="77"/>
                </a:lnTo>
                <a:lnTo>
                  <a:pt x="155" y="188"/>
                </a:lnTo>
                <a:lnTo>
                  <a:pt x="171" y="209"/>
                </a:lnTo>
                <a:cubicBezTo>
                  <a:pt x="176" y="217"/>
                  <a:pt x="188" y="217"/>
                  <a:pt x="193" y="209"/>
                </a:cubicBezTo>
                <a:lnTo>
                  <a:pt x="216" y="180"/>
                </a:lnTo>
                <a:cubicBezTo>
                  <a:pt x="221" y="173"/>
                  <a:pt x="229" y="168"/>
                  <a:pt x="238" y="168"/>
                </a:cubicBezTo>
                <a:lnTo>
                  <a:pt x="281" y="168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617040" y="2504520"/>
            <a:ext cx="32306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connections rather than refined social manners.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3880" y="3528720"/>
            <a:ext cx="2448000" cy="724320"/>
          </a:xfrm>
          <a:custGeom>
            <a:avLst/>
            <a:gdLst/>
            <a:ahLst/>
            <a:rect l="0" t="0" r="r" b="b"/>
            <a:pathLst>
              <a:path w="6800" h="2012">
                <a:moveTo>
                  <a:pt x="0" y="1926"/>
                </a:moveTo>
                <a:lnTo>
                  <a:pt x="0" y="87"/>
                </a:lnTo>
                <a:cubicBezTo>
                  <a:pt x="0" y="75"/>
                  <a:pt x="2" y="64"/>
                  <a:pt x="6" y="54"/>
                </a:cubicBezTo>
                <a:cubicBezTo>
                  <a:pt x="10" y="43"/>
                  <a:pt x="17" y="34"/>
                  <a:pt x="25" y="26"/>
                </a:cubicBezTo>
                <a:cubicBezTo>
                  <a:pt x="33" y="17"/>
                  <a:pt x="42" y="11"/>
                  <a:pt x="53" y="7"/>
                </a:cubicBezTo>
                <a:cubicBezTo>
                  <a:pt x="63" y="3"/>
                  <a:pt x="74" y="0"/>
                  <a:pt x="86" y="0"/>
                </a:cubicBezTo>
                <a:lnTo>
                  <a:pt x="6714" y="0"/>
                </a:lnTo>
                <a:cubicBezTo>
                  <a:pt x="6726" y="0"/>
                  <a:pt x="6737" y="3"/>
                  <a:pt x="6747" y="7"/>
                </a:cubicBezTo>
                <a:cubicBezTo>
                  <a:pt x="6758" y="11"/>
                  <a:pt x="6767" y="17"/>
                  <a:pt x="6775" y="26"/>
                </a:cubicBezTo>
                <a:cubicBezTo>
                  <a:pt x="6783" y="34"/>
                  <a:pt x="6789" y="43"/>
                  <a:pt x="6794" y="54"/>
                </a:cubicBezTo>
                <a:cubicBezTo>
                  <a:pt x="6798" y="64"/>
                  <a:pt x="6800" y="75"/>
                  <a:pt x="6800" y="87"/>
                </a:cubicBezTo>
                <a:lnTo>
                  <a:pt x="6800" y="1926"/>
                </a:lnTo>
                <a:cubicBezTo>
                  <a:pt x="6800" y="1937"/>
                  <a:pt x="6798" y="1948"/>
                  <a:pt x="6794" y="1959"/>
                </a:cubicBezTo>
                <a:cubicBezTo>
                  <a:pt x="6789" y="1969"/>
                  <a:pt x="6783" y="1979"/>
                  <a:pt x="6775" y="1987"/>
                </a:cubicBezTo>
                <a:cubicBezTo>
                  <a:pt x="6767" y="1995"/>
                  <a:pt x="6758" y="2001"/>
                  <a:pt x="6747" y="2006"/>
                </a:cubicBezTo>
                <a:cubicBezTo>
                  <a:pt x="6737" y="2010"/>
                  <a:pt x="6726" y="2012"/>
                  <a:pt x="6714" y="2012"/>
                </a:cubicBezTo>
                <a:lnTo>
                  <a:pt x="86" y="2012"/>
                </a:lnTo>
                <a:cubicBezTo>
                  <a:pt x="74" y="2012"/>
                  <a:pt x="63" y="2010"/>
                  <a:pt x="53" y="2006"/>
                </a:cubicBezTo>
                <a:cubicBezTo>
                  <a:pt x="42" y="2001"/>
                  <a:pt x="33" y="1995"/>
                  <a:pt x="25" y="1987"/>
                </a:cubicBezTo>
                <a:cubicBezTo>
                  <a:pt x="17" y="1979"/>
                  <a:pt x="10" y="1969"/>
                  <a:pt x="6" y="1959"/>
                </a:cubicBezTo>
                <a:cubicBezTo>
                  <a:pt x="2" y="1948"/>
                  <a:pt x="0" y="1937"/>
                  <a:pt x="0" y="1926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23880" y="3528720"/>
            <a:ext cx="2448000" cy="724320"/>
          </a:xfrm>
          <a:custGeom>
            <a:avLst/>
            <a:gdLst/>
            <a:ahLst/>
            <a:rect l="0" t="0" r="r" b="b"/>
            <a:pathLst>
              <a:path fill="none" w="6800" h="2012">
                <a:moveTo>
                  <a:pt x="0" y="1926"/>
                </a:moveTo>
                <a:lnTo>
                  <a:pt x="0" y="87"/>
                </a:lnTo>
                <a:cubicBezTo>
                  <a:pt x="0" y="75"/>
                  <a:pt x="2" y="64"/>
                  <a:pt x="6" y="54"/>
                </a:cubicBezTo>
                <a:cubicBezTo>
                  <a:pt x="10" y="43"/>
                  <a:pt x="17" y="34"/>
                  <a:pt x="25" y="26"/>
                </a:cubicBezTo>
                <a:cubicBezTo>
                  <a:pt x="33" y="17"/>
                  <a:pt x="42" y="11"/>
                  <a:pt x="53" y="7"/>
                </a:cubicBezTo>
                <a:cubicBezTo>
                  <a:pt x="63" y="3"/>
                  <a:pt x="74" y="0"/>
                  <a:pt x="86" y="0"/>
                </a:cubicBezTo>
                <a:lnTo>
                  <a:pt x="6714" y="0"/>
                </a:lnTo>
                <a:cubicBezTo>
                  <a:pt x="6726" y="0"/>
                  <a:pt x="6737" y="3"/>
                  <a:pt x="6747" y="7"/>
                </a:cubicBezTo>
                <a:cubicBezTo>
                  <a:pt x="6758" y="11"/>
                  <a:pt x="6767" y="17"/>
                  <a:pt x="6775" y="26"/>
                </a:cubicBezTo>
                <a:cubicBezTo>
                  <a:pt x="6783" y="34"/>
                  <a:pt x="6789" y="43"/>
                  <a:pt x="6794" y="54"/>
                </a:cubicBezTo>
                <a:cubicBezTo>
                  <a:pt x="6798" y="64"/>
                  <a:pt x="6800" y="75"/>
                  <a:pt x="6800" y="87"/>
                </a:cubicBezTo>
                <a:lnTo>
                  <a:pt x="6800" y="1926"/>
                </a:lnTo>
                <a:cubicBezTo>
                  <a:pt x="6800" y="1937"/>
                  <a:pt x="6798" y="1948"/>
                  <a:pt x="6794" y="1959"/>
                </a:cubicBezTo>
                <a:cubicBezTo>
                  <a:pt x="6789" y="1969"/>
                  <a:pt x="6783" y="1979"/>
                  <a:pt x="6775" y="1987"/>
                </a:cubicBezTo>
                <a:cubicBezTo>
                  <a:pt x="6767" y="1995"/>
                  <a:pt x="6758" y="2001"/>
                  <a:pt x="6747" y="2006"/>
                </a:cubicBezTo>
                <a:cubicBezTo>
                  <a:pt x="6737" y="2010"/>
                  <a:pt x="6726" y="2012"/>
                  <a:pt x="6714" y="2012"/>
                </a:cubicBezTo>
                <a:lnTo>
                  <a:pt x="86" y="2012"/>
                </a:lnTo>
                <a:cubicBezTo>
                  <a:pt x="74" y="2012"/>
                  <a:pt x="63" y="2010"/>
                  <a:pt x="53" y="2006"/>
                </a:cubicBezTo>
                <a:cubicBezTo>
                  <a:pt x="42" y="2001"/>
                  <a:pt x="33" y="1995"/>
                  <a:pt x="25" y="1987"/>
                </a:cubicBezTo>
                <a:cubicBezTo>
                  <a:pt x="17" y="1979"/>
                  <a:pt x="10" y="1969"/>
                  <a:pt x="6" y="1959"/>
                </a:cubicBezTo>
                <a:cubicBezTo>
                  <a:pt x="2" y="1948"/>
                  <a:pt x="0" y="1937"/>
                  <a:pt x="0" y="1926"/>
                </a:cubicBezTo>
              </a:path>
            </a:pathLst>
          </a:custGeom>
          <a:ln w="9360">
            <a:solidFill>
              <a:srgbClr val="f3f4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849960" y="3218760"/>
            <a:ext cx="19116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7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Wildness vs. Civilization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34040" y="3638160"/>
            <a:ext cx="653760" cy="171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8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Moors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3233520" y="3528720"/>
            <a:ext cx="2448360" cy="724320"/>
          </a:xfrm>
          <a:custGeom>
            <a:avLst/>
            <a:gdLst/>
            <a:ahLst/>
            <a:rect l="0" t="0" r="r" b="b"/>
            <a:pathLst>
              <a:path w="6801" h="2012">
                <a:moveTo>
                  <a:pt x="0" y="1926"/>
                </a:moveTo>
                <a:lnTo>
                  <a:pt x="0" y="87"/>
                </a:lnTo>
                <a:cubicBezTo>
                  <a:pt x="0" y="75"/>
                  <a:pt x="2" y="64"/>
                  <a:pt x="7" y="54"/>
                </a:cubicBezTo>
                <a:cubicBezTo>
                  <a:pt x="11" y="43"/>
                  <a:pt x="17" y="34"/>
                  <a:pt x="25" y="26"/>
                </a:cubicBezTo>
                <a:cubicBezTo>
                  <a:pt x="33" y="17"/>
                  <a:pt x="43" y="11"/>
                  <a:pt x="53" y="7"/>
                </a:cubicBezTo>
                <a:cubicBezTo>
                  <a:pt x="64" y="3"/>
                  <a:pt x="75" y="0"/>
                  <a:pt x="86" y="0"/>
                </a:cubicBezTo>
                <a:lnTo>
                  <a:pt x="6715" y="0"/>
                </a:lnTo>
                <a:cubicBezTo>
                  <a:pt x="6726" y="0"/>
                  <a:pt x="6737" y="3"/>
                  <a:pt x="6748" y="7"/>
                </a:cubicBezTo>
                <a:cubicBezTo>
                  <a:pt x="6758" y="11"/>
                  <a:pt x="6768" y="17"/>
                  <a:pt x="6776" y="26"/>
                </a:cubicBezTo>
                <a:cubicBezTo>
                  <a:pt x="6784" y="34"/>
                  <a:pt x="6790" y="43"/>
                  <a:pt x="6794" y="54"/>
                </a:cubicBezTo>
                <a:cubicBezTo>
                  <a:pt x="6799" y="64"/>
                  <a:pt x="6801" y="75"/>
                  <a:pt x="6801" y="87"/>
                </a:cubicBezTo>
                <a:lnTo>
                  <a:pt x="6801" y="1926"/>
                </a:lnTo>
                <a:cubicBezTo>
                  <a:pt x="6801" y="1937"/>
                  <a:pt x="6799" y="1948"/>
                  <a:pt x="6794" y="1959"/>
                </a:cubicBezTo>
                <a:cubicBezTo>
                  <a:pt x="6790" y="1969"/>
                  <a:pt x="6784" y="1979"/>
                  <a:pt x="6776" y="1987"/>
                </a:cubicBezTo>
                <a:cubicBezTo>
                  <a:pt x="6768" y="1995"/>
                  <a:pt x="6758" y="2001"/>
                  <a:pt x="6748" y="2006"/>
                </a:cubicBezTo>
                <a:cubicBezTo>
                  <a:pt x="6737" y="2010"/>
                  <a:pt x="6726" y="2012"/>
                  <a:pt x="6715" y="2012"/>
                </a:cubicBezTo>
                <a:lnTo>
                  <a:pt x="86" y="2012"/>
                </a:lnTo>
                <a:cubicBezTo>
                  <a:pt x="75" y="2012"/>
                  <a:pt x="64" y="2010"/>
                  <a:pt x="53" y="2006"/>
                </a:cubicBezTo>
                <a:cubicBezTo>
                  <a:pt x="43" y="2001"/>
                  <a:pt x="33" y="1995"/>
                  <a:pt x="25" y="1987"/>
                </a:cubicBezTo>
                <a:cubicBezTo>
                  <a:pt x="17" y="1979"/>
                  <a:pt x="11" y="1969"/>
                  <a:pt x="7" y="1959"/>
                </a:cubicBezTo>
                <a:cubicBezTo>
                  <a:pt x="2" y="1948"/>
                  <a:pt x="0" y="1937"/>
                  <a:pt x="0" y="1926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3233520" y="3528720"/>
            <a:ext cx="2448360" cy="724320"/>
          </a:xfrm>
          <a:custGeom>
            <a:avLst/>
            <a:gdLst/>
            <a:ahLst/>
            <a:rect l="0" t="0" r="r" b="b"/>
            <a:pathLst>
              <a:path fill="none" w="6801" h="2012">
                <a:moveTo>
                  <a:pt x="0" y="1926"/>
                </a:moveTo>
                <a:lnTo>
                  <a:pt x="0" y="87"/>
                </a:lnTo>
                <a:cubicBezTo>
                  <a:pt x="0" y="75"/>
                  <a:pt x="2" y="64"/>
                  <a:pt x="7" y="54"/>
                </a:cubicBezTo>
                <a:cubicBezTo>
                  <a:pt x="11" y="43"/>
                  <a:pt x="17" y="34"/>
                  <a:pt x="25" y="26"/>
                </a:cubicBezTo>
                <a:cubicBezTo>
                  <a:pt x="33" y="17"/>
                  <a:pt x="43" y="11"/>
                  <a:pt x="53" y="7"/>
                </a:cubicBezTo>
                <a:cubicBezTo>
                  <a:pt x="64" y="3"/>
                  <a:pt x="75" y="0"/>
                  <a:pt x="86" y="0"/>
                </a:cubicBezTo>
                <a:lnTo>
                  <a:pt x="6715" y="0"/>
                </a:lnTo>
                <a:cubicBezTo>
                  <a:pt x="6726" y="0"/>
                  <a:pt x="6737" y="3"/>
                  <a:pt x="6748" y="7"/>
                </a:cubicBezTo>
                <a:cubicBezTo>
                  <a:pt x="6758" y="11"/>
                  <a:pt x="6768" y="17"/>
                  <a:pt x="6776" y="26"/>
                </a:cubicBezTo>
                <a:cubicBezTo>
                  <a:pt x="6784" y="34"/>
                  <a:pt x="6790" y="43"/>
                  <a:pt x="6794" y="54"/>
                </a:cubicBezTo>
                <a:cubicBezTo>
                  <a:pt x="6799" y="64"/>
                  <a:pt x="6801" y="75"/>
                  <a:pt x="6801" y="87"/>
                </a:cubicBezTo>
                <a:lnTo>
                  <a:pt x="6801" y="1926"/>
                </a:lnTo>
                <a:cubicBezTo>
                  <a:pt x="6801" y="1937"/>
                  <a:pt x="6799" y="1948"/>
                  <a:pt x="6794" y="1959"/>
                </a:cubicBezTo>
                <a:cubicBezTo>
                  <a:pt x="6790" y="1969"/>
                  <a:pt x="6784" y="1979"/>
                  <a:pt x="6776" y="1987"/>
                </a:cubicBezTo>
                <a:cubicBezTo>
                  <a:pt x="6768" y="1995"/>
                  <a:pt x="6758" y="2001"/>
                  <a:pt x="6748" y="2006"/>
                </a:cubicBezTo>
                <a:cubicBezTo>
                  <a:pt x="6737" y="2010"/>
                  <a:pt x="6726" y="2012"/>
                  <a:pt x="6715" y="2012"/>
                </a:cubicBezTo>
                <a:lnTo>
                  <a:pt x="86" y="2012"/>
                </a:lnTo>
                <a:cubicBezTo>
                  <a:pt x="75" y="2012"/>
                  <a:pt x="64" y="2010"/>
                  <a:pt x="53" y="2006"/>
                </a:cubicBezTo>
                <a:cubicBezTo>
                  <a:pt x="43" y="2001"/>
                  <a:pt x="33" y="1995"/>
                  <a:pt x="25" y="1987"/>
                </a:cubicBezTo>
                <a:cubicBezTo>
                  <a:pt x="17" y="1979"/>
                  <a:pt x="11" y="1969"/>
                  <a:pt x="7" y="1959"/>
                </a:cubicBezTo>
                <a:cubicBezTo>
                  <a:pt x="2" y="1948"/>
                  <a:pt x="0" y="1937"/>
                  <a:pt x="0" y="1926"/>
                </a:cubicBezTo>
              </a:path>
            </a:pathLst>
          </a:custGeom>
          <a:ln w="9360">
            <a:solidFill>
              <a:srgbClr val="f3f4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734040" y="3857040"/>
            <a:ext cx="212256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6b7280"/>
                </a:solidFill>
                <a:effectLst/>
                <a:uFillTx/>
                <a:latin typeface="Microsoft YaHei"/>
                <a:ea typeface="MicrosoftYaHei"/>
              </a:rPr>
              <a:t>Wild, desolate, absolute freedom (Nature).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3341160" y="3638160"/>
            <a:ext cx="637560" cy="171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8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Valley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3341160" y="3857040"/>
            <a:ext cx="157896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6b7280"/>
                </a:solidFill>
                <a:effectLst/>
                <a:uFillTx/>
                <a:latin typeface="Microsoft YaHei"/>
                <a:ea typeface="MicrosoftYaHei"/>
              </a:rPr>
              <a:t>Elegant, structured, suffocating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3341160" y="3999960"/>
            <a:ext cx="63144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39" strike="noStrike" u="none">
                <a:solidFill>
                  <a:srgbClr val="6b7280"/>
                </a:solidFill>
                <a:effectLst/>
                <a:uFillTx/>
                <a:latin typeface="Microsoft YaHei"/>
                <a:ea typeface="MicrosoftYaHei"/>
              </a:rPr>
              <a:t>(Civilization).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17040" y="4361760"/>
            <a:ext cx="4892760" cy="171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8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physical distance acts as a metaphor for the unbridgeable emotional and social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452160" y="5005080"/>
            <a:ext cx="5420160" cy="1334160"/>
          </a:xfrm>
          <a:custGeom>
            <a:avLst/>
            <a:gdLst/>
            <a:ahLst/>
            <a:rect l="0" t="0" r="r" b="b"/>
            <a:pathLst>
              <a:path w="15056" h="3706">
                <a:moveTo>
                  <a:pt x="0" y="3706"/>
                </a:moveTo>
                <a:lnTo>
                  <a:pt x="0" y="0"/>
                </a:lnTo>
                <a:lnTo>
                  <a:pt x="14970" y="0"/>
                </a:lnTo>
                <a:cubicBezTo>
                  <a:pt x="14981" y="0"/>
                  <a:pt x="14992" y="3"/>
                  <a:pt x="15003" y="7"/>
                </a:cubicBezTo>
                <a:cubicBezTo>
                  <a:pt x="15013" y="11"/>
                  <a:pt x="15023" y="18"/>
                  <a:pt x="15031" y="26"/>
                </a:cubicBezTo>
                <a:cubicBezTo>
                  <a:pt x="15039" y="34"/>
                  <a:pt x="15045" y="43"/>
                  <a:pt x="15049" y="54"/>
                </a:cubicBezTo>
                <a:cubicBezTo>
                  <a:pt x="15054" y="64"/>
                  <a:pt x="15056" y="75"/>
                  <a:pt x="15056" y="87"/>
                </a:cubicBezTo>
                <a:lnTo>
                  <a:pt x="15056" y="3619"/>
                </a:lnTo>
                <a:cubicBezTo>
                  <a:pt x="15056" y="3631"/>
                  <a:pt x="15054" y="3642"/>
                  <a:pt x="15049" y="3652"/>
                </a:cubicBezTo>
                <a:cubicBezTo>
                  <a:pt x="15045" y="3663"/>
                  <a:pt x="15039" y="3672"/>
                  <a:pt x="15031" y="3680"/>
                </a:cubicBezTo>
                <a:cubicBezTo>
                  <a:pt x="15023" y="3688"/>
                  <a:pt x="15013" y="3695"/>
                  <a:pt x="15003" y="3699"/>
                </a:cubicBezTo>
                <a:cubicBezTo>
                  <a:pt x="14992" y="3703"/>
                  <a:pt x="14981" y="3706"/>
                  <a:pt x="14970" y="3706"/>
                </a:cubicBezTo>
                <a:lnTo>
                  <a:pt x="0" y="3706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428400" y="5000400"/>
            <a:ext cx="5438520" cy="18000"/>
          </a:xfrm>
          <a:custGeom>
            <a:avLst/>
            <a:gdLst/>
            <a:ahLst/>
            <a:rect l="0" t="0" r="r" b="b"/>
            <a:pathLst>
              <a:path w="15107" h="50">
                <a:moveTo>
                  <a:pt x="15089" y="50"/>
                </a:moveTo>
                <a:cubicBezTo>
                  <a:pt x="15088" y="50"/>
                  <a:pt x="15088" y="49"/>
                  <a:pt x="15087" y="49"/>
                </a:cubicBezTo>
                <a:cubicBezTo>
                  <a:pt x="15073" y="35"/>
                  <a:pt x="15056" y="28"/>
                  <a:pt x="15036" y="28"/>
                </a:cubicBezTo>
                <a:lnTo>
                  <a:pt x="132" y="28"/>
                </a:lnTo>
                <a:lnTo>
                  <a:pt x="0" y="1"/>
                </a:lnTo>
                <a:lnTo>
                  <a:pt x="0" y="0"/>
                </a:lnTo>
                <a:lnTo>
                  <a:pt x="15036" y="0"/>
                </a:lnTo>
                <a:cubicBezTo>
                  <a:pt x="15063" y="0"/>
                  <a:pt x="15087" y="11"/>
                  <a:pt x="15106" y="30"/>
                </a:cubicBezTo>
                <a:cubicBezTo>
                  <a:pt x="15107" y="31"/>
                  <a:pt x="15107" y="31"/>
                  <a:pt x="15107" y="32"/>
                </a:cubicBezTo>
                <a:lnTo>
                  <a:pt x="15089" y="5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28400" y="6325920"/>
            <a:ext cx="5438520" cy="18000"/>
          </a:xfrm>
          <a:custGeom>
            <a:avLst/>
            <a:gdLst/>
            <a:ahLst/>
            <a:rect l="0" t="0" r="r" b="b"/>
            <a:pathLst>
              <a:path w="15107" h="50">
                <a:moveTo>
                  <a:pt x="132" y="22"/>
                </a:moveTo>
                <a:lnTo>
                  <a:pt x="15036" y="22"/>
                </a:lnTo>
                <a:cubicBezTo>
                  <a:pt x="15056" y="22"/>
                  <a:pt x="15073" y="15"/>
                  <a:pt x="15087" y="1"/>
                </a:cubicBezTo>
                <a:cubicBezTo>
                  <a:pt x="15088" y="0"/>
                  <a:pt x="15088" y="0"/>
                  <a:pt x="15089" y="0"/>
                </a:cubicBezTo>
                <a:lnTo>
                  <a:pt x="15107" y="18"/>
                </a:lnTo>
                <a:cubicBezTo>
                  <a:pt x="15107" y="19"/>
                  <a:pt x="15107" y="19"/>
                  <a:pt x="15106" y="20"/>
                </a:cubicBezTo>
                <a:cubicBezTo>
                  <a:pt x="15087" y="39"/>
                  <a:pt x="15063" y="50"/>
                  <a:pt x="15036" y="50"/>
                </a:cubicBezTo>
                <a:lnTo>
                  <a:pt x="0" y="50"/>
                </a:lnTo>
                <a:lnTo>
                  <a:pt x="0" y="49"/>
                </a:lnTo>
                <a:lnTo>
                  <a:pt x="132" y="22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5859360" y="5010840"/>
            <a:ext cx="17640" cy="1322640"/>
          </a:xfrm>
          <a:custGeom>
            <a:avLst/>
            <a:gdLst/>
            <a:ahLst/>
            <a:rect l="0" t="0" r="r" b="b"/>
            <a:pathLst>
              <a:path w="49" h="3674">
                <a:moveTo>
                  <a:pt x="0" y="3655"/>
                </a:moveTo>
                <a:cubicBezTo>
                  <a:pt x="16" y="3641"/>
                  <a:pt x="23" y="3623"/>
                  <a:pt x="23" y="3603"/>
                </a:cubicBezTo>
                <a:lnTo>
                  <a:pt x="23" y="71"/>
                </a:lnTo>
                <a:cubicBezTo>
                  <a:pt x="23" y="50"/>
                  <a:pt x="16" y="33"/>
                  <a:pt x="0" y="19"/>
                </a:cubicBezTo>
                <a:lnTo>
                  <a:pt x="20" y="0"/>
                </a:lnTo>
                <a:cubicBezTo>
                  <a:pt x="40" y="20"/>
                  <a:pt x="49" y="43"/>
                  <a:pt x="49" y="71"/>
                </a:cubicBezTo>
                <a:lnTo>
                  <a:pt x="49" y="3603"/>
                </a:lnTo>
                <a:cubicBezTo>
                  <a:pt x="49" y="3631"/>
                  <a:pt x="40" y="3654"/>
                  <a:pt x="20" y="3674"/>
                </a:cubicBezTo>
                <a:lnTo>
                  <a:pt x="0" y="3655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657000" y="5238720"/>
            <a:ext cx="141120" cy="161280"/>
          </a:xfrm>
          <a:custGeom>
            <a:avLst/>
            <a:gdLst/>
            <a:ahLst/>
            <a:rect l="0" t="0" r="r" b="b"/>
            <a:pathLst>
              <a:path w="392" h="448">
                <a:moveTo>
                  <a:pt x="321" y="111"/>
                </a:moveTo>
                <a:cubicBezTo>
                  <a:pt x="321" y="150"/>
                  <a:pt x="299" y="184"/>
                  <a:pt x="266" y="204"/>
                </a:cubicBezTo>
                <a:lnTo>
                  <a:pt x="266" y="223"/>
                </a:lnTo>
                <a:cubicBezTo>
                  <a:pt x="266" y="239"/>
                  <a:pt x="253" y="251"/>
                  <a:pt x="238" y="251"/>
                </a:cubicBezTo>
                <a:lnTo>
                  <a:pt x="154" y="251"/>
                </a:lnTo>
                <a:cubicBezTo>
                  <a:pt x="138" y="251"/>
                  <a:pt x="126" y="239"/>
                  <a:pt x="126" y="223"/>
                </a:cubicBezTo>
                <a:lnTo>
                  <a:pt x="126" y="204"/>
                </a:lnTo>
                <a:cubicBezTo>
                  <a:pt x="92" y="184"/>
                  <a:pt x="70" y="150"/>
                  <a:pt x="70" y="111"/>
                </a:cubicBezTo>
                <a:cubicBezTo>
                  <a:pt x="70" y="50"/>
                  <a:pt x="126" y="0"/>
                  <a:pt x="196" y="0"/>
                </a:cubicBezTo>
                <a:cubicBezTo>
                  <a:pt x="265" y="0"/>
                  <a:pt x="321" y="50"/>
                  <a:pt x="321" y="111"/>
                </a:cubicBezTo>
                <a:moveTo>
                  <a:pt x="147" y="153"/>
                </a:moveTo>
                <a:cubicBezTo>
                  <a:pt x="154" y="153"/>
                  <a:pt x="161" y="151"/>
                  <a:pt x="167" y="145"/>
                </a:cubicBezTo>
                <a:cubicBezTo>
                  <a:pt x="172" y="140"/>
                  <a:pt x="175" y="133"/>
                  <a:pt x="175" y="125"/>
                </a:cubicBezTo>
                <a:cubicBezTo>
                  <a:pt x="175" y="118"/>
                  <a:pt x="172" y="111"/>
                  <a:pt x="167" y="106"/>
                </a:cubicBezTo>
                <a:cubicBezTo>
                  <a:pt x="161" y="100"/>
                  <a:pt x="154" y="98"/>
                  <a:pt x="147" y="98"/>
                </a:cubicBezTo>
                <a:cubicBezTo>
                  <a:pt x="139" y="98"/>
                  <a:pt x="132" y="100"/>
                  <a:pt x="127" y="106"/>
                </a:cubicBezTo>
                <a:cubicBezTo>
                  <a:pt x="122" y="111"/>
                  <a:pt x="119" y="118"/>
                  <a:pt x="119" y="125"/>
                </a:cubicBezTo>
                <a:cubicBezTo>
                  <a:pt x="119" y="133"/>
                  <a:pt x="122" y="140"/>
                  <a:pt x="127" y="145"/>
                </a:cubicBezTo>
                <a:cubicBezTo>
                  <a:pt x="132" y="151"/>
                  <a:pt x="139" y="153"/>
                  <a:pt x="147" y="153"/>
                </a:cubicBezTo>
                <a:moveTo>
                  <a:pt x="272" y="125"/>
                </a:moveTo>
                <a:cubicBezTo>
                  <a:pt x="272" y="118"/>
                  <a:pt x="270" y="111"/>
                  <a:pt x="264" y="106"/>
                </a:cubicBezTo>
                <a:cubicBezTo>
                  <a:pt x="259" y="100"/>
                  <a:pt x="252" y="98"/>
                  <a:pt x="245" y="98"/>
                </a:cubicBezTo>
                <a:cubicBezTo>
                  <a:pt x="237" y="98"/>
                  <a:pt x="230" y="100"/>
                  <a:pt x="225" y="106"/>
                </a:cubicBezTo>
                <a:cubicBezTo>
                  <a:pt x="219" y="111"/>
                  <a:pt x="217" y="118"/>
                  <a:pt x="217" y="125"/>
                </a:cubicBezTo>
                <a:cubicBezTo>
                  <a:pt x="217" y="133"/>
                  <a:pt x="219" y="140"/>
                  <a:pt x="225" y="145"/>
                </a:cubicBezTo>
                <a:cubicBezTo>
                  <a:pt x="230" y="151"/>
                  <a:pt x="237" y="153"/>
                  <a:pt x="245" y="153"/>
                </a:cubicBezTo>
                <a:cubicBezTo>
                  <a:pt x="252" y="153"/>
                  <a:pt x="259" y="151"/>
                  <a:pt x="264" y="145"/>
                </a:cubicBezTo>
                <a:cubicBezTo>
                  <a:pt x="270" y="140"/>
                  <a:pt x="272" y="133"/>
                  <a:pt x="272" y="125"/>
                </a:cubicBezTo>
                <a:moveTo>
                  <a:pt x="3" y="239"/>
                </a:moveTo>
                <a:cubicBezTo>
                  <a:pt x="10" y="225"/>
                  <a:pt x="27" y="219"/>
                  <a:pt x="41" y="226"/>
                </a:cubicBezTo>
                <a:lnTo>
                  <a:pt x="196" y="304"/>
                </a:lnTo>
                <a:lnTo>
                  <a:pt x="352" y="226"/>
                </a:lnTo>
                <a:cubicBezTo>
                  <a:pt x="366" y="219"/>
                  <a:pt x="382" y="225"/>
                  <a:pt x="389" y="239"/>
                </a:cubicBezTo>
                <a:cubicBezTo>
                  <a:pt x="396" y="252"/>
                  <a:pt x="391" y="269"/>
                  <a:pt x="377" y="276"/>
                </a:cubicBezTo>
                <a:lnTo>
                  <a:pt x="258" y="335"/>
                </a:lnTo>
                <a:lnTo>
                  <a:pt x="377" y="395"/>
                </a:lnTo>
                <a:cubicBezTo>
                  <a:pt x="391" y="402"/>
                  <a:pt x="396" y="418"/>
                  <a:pt x="389" y="432"/>
                </a:cubicBezTo>
                <a:cubicBezTo>
                  <a:pt x="382" y="446"/>
                  <a:pt x="366" y="452"/>
                  <a:pt x="352" y="445"/>
                </a:cubicBezTo>
                <a:lnTo>
                  <a:pt x="196" y="366"/>
                </a:lnTo>
                <a:lnTo>
                  <a:pt x="41" y="445"/>
                </a:lnTo>
                <a:cubicBezTo>
                  <a:pt x="27" y="452"/>
                  <a:pt x="10" y="446"/>
                  <a:pt x="3" y="432"/>
                </a:cubicBezTo>
                <a:cubicBezTo>
                  <a:pt x="-4" y="418"/>
                  <a:pt x="2" y="402"/>
                  <a:pt x="16" y="395"/>
                </a:cubicBezTo>
                <a:lnTo>
                  <a:pt x="133" y="335"/>
                </a:lnTo>
                <a:lnTo>
                  <a:pt x="16" y="276"/>
                </a:lnTo>
                <a:cubicBezTo>
                  <a:pt x="2" y="269"/>
                  <a:pt x="-4" y="252"/>
                  <a:pt x="3" y="239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617040" y="4542840"/>
            <a:ext cx="1507680" cy="171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8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gaps between characters.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867600" y="5209560"/>
            <a:ext cx="18226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7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No 'Happily Ever After'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55200" y="5514480"/>
            <a:ext cx="48697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Rooted in </a:t>
            </a:r>
            <a:r>
              <a:rPr b="1" lang="en-US" sz="113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Gothic elements</a:t>
            </a:r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like madness and ghosts. Catherine chooses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55200" y="5733360"/>
            <a:ext cx="455400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social security over spiritual truth, leading to a tragedy of repressed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6305400" y="981000"/>
            <a:ext cx="214920" cy="214920"/>
          </a:xfrm>
          <a:custGeom>
            <a:avLst/>
            <a:gdLst/>
            <a:ahLst/>
            <a:rect l="0" t="0" r="r" b="b"/>
            <a:pathLst>
              <a:path w="597" h="597">
                <a:moveTo>
                  <a:pt x="336" y="37"/>
                </a:moveTo>
                <a:cubicBezTo>
                  <a:pt x="336" y="58"/>
                  <a:pt x="353" y="74"/>
                  <a:pt x="374" y="74"/>
                </a:cubicBezTo>
                <a:lnTo>
                  <a:pt x="411" y="74"/>
                </a:lnTo>
                <a:cubicBezTo>
                  <a:pt x="432" y="74"/>
                  <a:pt x="448" y="91"/>
                  <a:pt x="448" y="112"/>
                </a:cubicBezTo>
                <a:cubicBezTo>
                  <a:pt x="448" y="132"/>
                  <a:pt x="432" y="149"/>
                  <a:pt x="411" y="149"/>
                </a:cubicBezTo>
                <a:lnTo>
                  <a:pt x="37" y="149"/>
                </a:lnTo>
                <a:cubicBezTo>
                  <a:pt x="17" y="149"/>
                  <a:pt x="0" y="166"/>
                  <a:pt x="0" y="186"/>
                </a:cubicBezTo>
                <a:cubicBezTo>
                  <a:pt x="0" y="207"/>
                  <a:pt x="17" y="223"/>
                  <a:pt x="37" y="223"/>
                </a:cubicBezTo>
                <a:lnTo>
                  <a:pt x="411" y="223"/>
                </a:lnTo>
                <a:cubicBezTo>
                  <a:pt x="473" y="223"/>
                  <a:pt x="523" y="173"/>
                  <a:pt x="523" y="112"/>
                </a:cubicBezTo>
                <a:cubicBezTo>
                  <a:pt x="523" y="50"/>
                  <a:pt x="473" y="0"/>
                  <a:pt x="411" y="0"/>
                </a:cubicBezTo>
                <a:lnTo>
                  <a:pt x="374" y="0"/>
                </a:lnTo>
                <a:cubicBezTo>
                  <a:pt x="353" y="0"/>
                  <a:pt x="336" y="16"/>
                  <a:pt x="336" y="37"/>
                </a:cubicBezTo>
                <a:moveTo>
                  <a:pt x="411" y="447"/>
                </a:moveTo>
                <a:cubicBezTo>
                  <a:pt x="411" y="468"/>
                  <a:pt x="428" y="484"/>
                  <a:pt x="448" y="484"/>
                </a:cubicBezTo>
                <a:lnTo>
                  <a:pt x="486" y="484"/>
                </a:lnTo>
                <a:cubicBezTo>
                  <a:pt x="547" y="484"/>
                  <a:pt x="597" y="434"/>
                  <a:pt x="597" y="373"/>
                </a:cubicBezTo>
                <a:cubicBezTo>
                  <a:pt x="597" y="311"/>
                  <a:pt x="547" y="261"/>
                  <a:pt x="486" y="261"/>
                </a:cubicBezTo>
                <a:lnTo>
                  <a:pt x="37" y="261"/>
                </a:lnTo>
                <a:cubicBezTo>
                  <a:pt x="17" y="261"/>
                  <a:pt x="0" y="277"/>
                  <a:pt x="0" y="298"/>
                </a:cubicBezTo>
                <a:cubicBezTo>
                  <a:pt x="0" y="319"/>
                  <a:pt x="17" y="335"/>
                  <a:pt x="37" y="335"/>
                </a:cubicBezTo>
                <a:lnTo>
                  <a:pt x="486" y="335"/>
                </a:lnTo>
                <a:cubicBezTo>
                  <a:pt x="506" y="335"/>
                  <a:pt x="523" y="352"/>
                  <a:pt x="523" y="373"/>
                </a:cubicBezTo>
                <a:cubicBezTo>
                  <a:pt x="523" y="393"/>
                  <a:pt x="506" y="410"/>
                  <a:pt x="486" y="410"/>
                </a:cubicBezTo>
                <a:lnTo>
                  <a:pt x="448" y="410"/>
                </a:lnTo>
                <a:cubicBezTo>
                  <a:pt x="428" y="410"/>
                  <a:pt x="411" y="426"/>
                  <a:pt x="411" y="447"/>
                </a:cubicBezTo>
                <a:moveTo>
                  <a:pt x="150" y="597"/>
                </a:moveTo>
                <a:lnTo>
                  <a:pt x="187" y="597"/>
                </a:lnTo>
                <a:cubicBezTo>
                  <a:pt x="249" y="597"/>
                  <a:pt x="299" y="546"/>
                  <a:pt x="299" y="484"/>
                </a:cubicBezTo>
                <a:cubicBezTo>
                  <a:pt x="299" y="423"/>
                  <a:pt x="249" y="373"/>
                  <a:pt x="187" y="373"/>
                </a:cubicBezTo>
                <a:lnTo>
                  <a:pt x="37" y="373"/>
                </a:lnTo>
                <a:cubicBezTo>
                  <a:pt x="17" y="373"/>
                  <a:pt x="0" y="389"/>
                  <a:pt x="0" y="410"/>
                </a:cubicBezTo>
                <a:cubicBezTo>
                  <a:pt x="0" y="430"/>
                  <a:pt x="17" y="447"/>
                  <a:pt x="37" y="447"/>
                </a:cubicBezTo>
                <a:lnTo>
                  <a:pt x="187" y="447"/>
                </a:lnTo>
                <a:cubicBezTo>
                  <a:pt x="208" y="447"/>
                  <a:pt x="225" y="464"/>
                  <a:pt x="225" y="484"/>
                </a:cubicBezTo>
                <a:cubicBezTo>
                  <a:pt x="225" y="505"/>
                  <a:pt x="208" y="522"/>
                  <a:pt x="187" y="522"/>
                </a:cubicBezTo>
                <a:lnTo>
                  <a:pt x="150" y="522"/>
                </a:lnTo>
                <a:cubicBezTo>
                  <a:pt x="129" y="522"/>
                  <a:pt x="113" y="538"/>
                  <a:pt x="113" y="560"/>
                </a:cubicBezTo>
                <a:cubicBezTo>
                  <a:pt x="113" y="581"/>
                  <a:pt x="129" y="597"/>
                  <a:pt x="150" y="597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55200" y="5942880"/>
            <a:ext cx="20984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passion rather than a wedding.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7443720" y="1452240"/>
            <a:ext cx="3171960" cy="2858040"/>
          </a:xfrm>
          <a:custGeom>
            <a:avLst/>
            <a:gdLst/>
            <a:ahLst/>
            <a:rect l="0" t="0" r="r" b="b"/>
            <a:pathLst>
              <a:path w="8811" h="7939">
                <a:moveTo>
                  <a:pt x="0" y="7852"/>
                </a:moveTo>
                <a:lnTo>
                  <a:pt x="0" y="87"/>
                </a:lnTo>
                <a:cubicBezTo>
                  <a:pt x="0" y="75"/>
                  <a:pt x="2" y="64"/>
                  <a:pt x="6" y="54"/>
                </a:cubicBezTo>
                <a:cubicBezTo>
                  <a:pt x="11" y="43"/>
                  <a:pt x="17" y="34"/>
                  <a:pt x="25" y="26"/>
                </a:cubicBezTo>
                <a:cubicBezTo>
                  <a:pt x="33" y="18"/>
                  <a:pt x="42" y="11"/>
                  <a:pt x="53" y="7"/>
                </a:cubicBezTo>
                <a:cubicBezTo>
                  <a:pt x="63" y="3"/>
                  <a:pt x="74" y="0"/>
                  <a:pt x="86" y="0"/>
                </a:cubicBezTo>
                <a:lnTo>
                  <a:pt x="8725" y="0"/>
                </a:lnTo>
                <a:cubicBezTo>
                  <a:pt x="8736" y="0"/>
                  <a:pt x="8747" y="3"/>
                  <a:pt x="8758" y="7"/>
                </a:cubicBezTo>
                <a:cubicBezTo>
                  <a:pt x="8769" y="11"/>
                  <a:pt x="8778" y="18"/>
                  <a:pt x="8786" y="26"/>
                </a:cubicBezTo>
                <a:cubicBezTo>
                  <a:pt x="8794" y="34"/>
                  <a:pt x="8800" y="43"/>
                  <a:pt x="8805" y="54"/>
                </a:cubicBezTo>
                <a:cubicBezTo>
                  <a:pt x="8809" y="64"/>
                  <a:pt x="8811" y="75"/>
                  <a:pt x="8811" y="87"/>
                </a:cubicBezTo>
                <a:lnTo>
                  <a:pt x="8811" y="7852"/>
                </a:lnTo>
                <a:cubicBezTo>
                  <a:pt x="8811" y="7863"/>
                  <a:pt x="8809" y="7875"/>
                  <a:pt x="8805" y="7886"/>
                </a:cubicBezTo>
                <a:cubicBezTo>
                  <a:pt x="8800" y="7896"/>
                  <a:pt x="8794" y="7906"/>
                  <a:pt x="8786" y="7914"/>
                </a:cubicBezTo>
                <a:cubicBezTo>
                  <a:pt x="8778" y="7922"/>
                  <a:pt x="8769" y="7928"/>
                  <a:pt x="8758" y="7932"/>
                </a:cubicBezTo>
                <a:cubicBezTo>
                  <a:pt x="8747" y="7937"/>
                  <a:pt x="8736" y="7939"/>
                  <a:pt x="8725" y="7939"/>
                </a:cubicBezTo>
                <a:lnTo>
                  <a:pt x="86" y="7939"/>
                </a:lnTo>
                <a:cubicBezTo>
                  <a:pt x="74" y="7939"/>
                  <a:pt x="63" y="7937"/>
                  <a:pt x="53" y="7932"/>
                </a:cubicBezTo>
                <a:cubicBezTo>
                  <a:pt x="42" y="7928"/>
                  <a:pt x="33" y="7922"/>
                  <a:pt x="25" y="7914"/>
                </a:cubicBezTo>
                <a:cubicBezTo>
                  <a:pt x="17" y="7906"/>
                  <a:pt x="11" y="7896"/>
                  <a:pt x="6" y="7886"/>
                </a:cubicBezTo>
                <a:cubicBezTo>
                  <a:pt x="2" y="7875"/>
                  <a:pt x="0" y="7863"/>
                  <a:pt x="0" y="78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7443720" y="1452240"/>
            <a:ext cx="3171960" cy="2858040"/>
          </a:xfrm>
          <a:custGeom>
            <a:avLst/>
            <a:gdLst/>
            <a:ahLst/>
            <a:rect l="0" t="0" r="r" b="b"/>
            <a:pathLst>
              <a:path fill="none" w="8811" h="7939">
                <a:moveTo>
                  <a:pt x="0" y="7852"/>
                </a:moveTo>
                <a:lnTo>
                  <a:pt x="0" y="87"/>
                </a:lnTo>
                <a:cubicBezTo>
                  <a:pt x="0" y="75"/>
                  <a:pt x="2" y="64"/>
                  <a:pt x="6" y="54"/>
                </a:cubicBezTo>
                <a:cubicBezTo>
                  <a:pt x="11" y="43"/>
                  <a:pt x="17" y="34"/>
                  <a:pt x="25" y="26"/>
                </a:cubicBezTo>
                <a:cubicBezTo>
                  <a:pt x="33" y="18"/>
                  <a:pt x="42" y="11"/>
                  <a:pt x="53" y="7"/>
                </a:cubicBezTo>
                <a:cubicBezTo>
                  <a:pt x="63" y="3"/>
                  <a:pt x="74" y="0"/>
                  <a:pt x="86" y="0"/>
                </a:cubicBezTo>
                <a:lnTo>
                  <a:pt x="8725" y="0"/>
                </a:lnTo>
                <a:cubicBezTo>
                  <a:pt x="8736" y="0"/>
                  <a:pt x="8747" y="3"/>
                  <a:pt x="8758" y="7"/>
                </a:cubicBezTo>
                <a:cubicBezTo>
                  <a:pt x="8769" y="11"/>
                  <a:pt x="8778" y="18"/>
                  <a:pt x="8786" y="26"/>
                </a:cubicBezTo>
                <a:cubicBezTo>
                  <a:pt x="8794" y="34"/>
                  <a:pt x="8800" y="43"/>
                  <a:pt x="8805" y="54"/>
                </a:cubicBezTo>
                <a:cubicBezTo>
                  <a:pt x="8809" y="64"/>
                  <a:pt x="8811" y="75"/>
                  <a:pt x="8811" y="87"/>
                </a:cubicBezTo>
                <a:lnTo>
                  <a:pt x="8811" y="7852"/>
                </a:lnTo>
                <a:cubicBezTo>
                  <a:pt x="8811" y="7863"/>
                  <a:pt x="8809" y="7875"/>
                  <a:pt x="8805" y="7886"/>
                </a:cubicBezTo>
                <a:cubicBezTo>
                  <a:pt x="8800" y="7896"/>
                  <a:pt x="8794" y="7906"/>
                  <a:pt x="8786" y="7914"/>
                </a:cubicBezTo>
                <a:cubicBezTo>
                  <a:pt x="8778" y="7922"/>
                  <a:pt x="8769" y="7928"/>
                  <a:pt x="8758" y="7932"/>
                </a:cubicBezTo>
                <a:cubicBezTo>
                  <a:pt x="8747" y="7937"/>
                  <a:pt x="8736" y="7939"/>
                  <a:pt x="8725" y="7939"/>
                </a:cubicBezTo>
                <a:lnTo>
                  <a:pt x="86" y="7939"/>
                </a:lnTo>
                <a:cubicBezTo>
                  <a:pt x="74" y="7939"/>
                  <a:pt x="63" y="7937"/>
                  <a:pt x="53" y="7932"/>
                </a:cubicBezTo>
                <a:cubicBezTo>
                  <a:pt x="42" y="7928"/>
                  <a:pt x="33" y="7922"/>
                  <a:pt x="25" y="7914"/>
                </a:cubicBezTo>
                <a:cubicBezTo>
                  <a:pt x="17" y="7906"/>
                  <a:pt x="11" y="7896"/>
                  <a:pt x="6" y="7886"/>
                </a:cubicBezTo>
                <a:cubicBezTo>
                  <a:pt x="2" y="7875"/>
                  <a:pt x="0" y="7863"/>
                  <a:pt x="0" y="7852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7486560" y="1495440"/>
            <a:ext cx="3085560" cy="277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"/>
          <p:cNvSpPr/>
          <p:nvPr/>
        </p:nvSpPr>
        <p:spPr>
          <a:xfrm>
            <a:off x="6310080" y="4319280"/>
            <a:ext cx="333720" cy="324360"/>
          </a:xfrm>
          <a:custGeom>
            <a:avLst/>
            <a:gdLst/>
            <a:ahLst/>
            <a:rect l="0" t="0" r="r" b="b"/>
            <a:pathLst>
              <a:path w="927" h="901">
                <a:moveTo>
                  <a:pt x="0" y="715"/>
                </a:moveTo>
                <a:lnTo>
                  <a:pt x="0" y="187"/>
                </a:lnTo>
                <a:cubicBezTo>
                  <a:pt x="0" y="175"/>
                  <a:pt x="1" y="163"/>
                  <a:pt x="4" y="151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741" y="0"/>
                </a:lnTo>
                <a:cubicBezTo>
                  <a:pt x="754" y="0"/>
                  <a:pt x="766" y="2"/>
                  <a:pt x="778" y="4"/>
                </a:cubicBezTo>
                <a:cubicBezTo>
                  <a:pt x="790" y="6"/>
                  <a:pt x="801" y="10"/>
                  <a:pt x="813" y="14"/>
                </a:cubicBezTo>
                <a:cubicBezTo>
                  <a:pt x="824" y="19"/>
                  <a:pt x="835" y="25"/>
                  <a:pt x="845" y="32"/>
                </a:cubicBezTo>
                <a:cubicBezTo>
                  <a:pt x="855" y="38"/>
                  <a:pt x="864" y="46"/>
                  <a:pt x="873" y="55"/>
                </a:cubicBezTo>
                <a:cubicBezTo>
                  <a:pt x="881" y="63"/>
                  <a:pt x="889" y="73"/>
                  <a:pt x="896" y="83"/>
                </a:cubicBezTo>
                <a:cubicBezTo>
                  <a:pt x="903" y="93"/>
                  <a:pt x="908" y="104"/>
                  <a:pt x="913" y="115"/>
                </a:cubicBezTo>
                <a:cubicBezTo>
                  <a:pt x="918" y="126"/>
                  <a:pt x="921" y="138"/>
                  <a:pt x="924" y="151"/>
                </a:cubicBezTo>
                <a:cubicBezTo>
                  <a:pt x="926" y="163"/>
                  <a:pt x="927" y="175"/>
                  <a:pt x="927" y="187"/>
                </a:cubicBezTo>
                <a:lnTo>
                  <a:pt x="927" y="715"/>
                </a:lnTo>
                <a:cubicBezTo>
                  <a:pt x="927" y="727"/>
                  <a:pt x="926" y="739"/>
                  <a:pt x="924" y="751"/>
                </a:cubicBezTo>
                <a:cubicBezTo>
                  <a:pt x="921" y="763"/>
                  <a:pt x="918" y="775"/>
                  <a:pt x="913" y="786"/>
                </a:cubicBezTo>
                <a:cubicBezTo>
                  <a:pt x="908" y="798"/>
                  <a:pt x="903" y="808"/>
                  <a:pt x="896" y="818"/>
                </a:cubicBezTo>
                <a:cubicBezTo>
                  <a:pt x="889" y="829"/>
                  <a:pt x="881" y="838"/>
                  <a:pt x="873" y="847"/>
                </a:cubicBezTo>
                <a:cubicBezTo>
                  <a:pt x="864" y="855"/>
                  <a:pt x="855" y="863"/>
                  <a:pt x="845" y="870"/>
                </a:cubicBezTo>
                <a:cubicBezTo>
                  <a:pt x="835" y="876"/>
                  <a:pt x="824" y="882"/>
                  <a:pt x="813" y="887"/>
                </a:cubicBezTo>
                <a:cubicBezTo>
                  <a:pt x="801" y="891"/>
                  <a:pt x="790" y="895"/>
                  <a:pt x="778" y="897"/>
                </a:cubicBezTo>
                <a:cubicBezTo>
                  <a:pt x="766" y="900"/>
                  <a:pt x="754" y="901"/>
                  <a:pt x="741" y="901"/>
                </a:cubicBezTo>
                <a:lnTo>
                  <a:pt x="186" y="901"/>
                </a:lnTo>
                <a:cubicBezTo>
                  <a:pt x="174" y="901"/>
                  <a:pt x="162" y="900"/>
                  <a:pt x="150" y="897"/>
                </a:cubicBezTo>
                <a:cubicBezTo>
                  <a:pt x="138" y="895"/>
                  <a:pt x="126" y="891"/>
                  <a:pt x="115" y="887"/>
                </a:cubicBezTo>
                <a:cubicBezTo>
                  <a:pt x="104" y="882"/>
                  <a:pt x="93" y="876"/>
                  <a:pt x="83" y="870"/>
                </a:cubicBezTo>
                <a:cubicBezTo>
                  <a:pt x="73" y="863"/>
                  <a:pt x="63" y="855"/>
                  <a:pt x="55" y="847"/>
                </a:cubicBezTo>
                <a:cubicBezTo>
                  <a:pt x="46" y="838"/>
                  <a:pt x="38" y="829"/>
                  <a:pt x="31" y="818"/>
                </a:cubicBezTo>
                <a:cubicBezTo>
                  <a:pt x="25" y="808"/>
                  <a:pt x="19" y="798"/>
                  <a:pt x="14" y="786"/>
                </a:cubicBezTo>
                <a:cubicBezTo>
                  <a:pt x="10" y="775"/>
                  <a:pt x="6" y="763"/>
                  <a:pt x="4" y="751"/>
                </a:cubicBezTo>
                <a:cubicBezTo>
                  <a:pt x="1" y="739"/>
                  <a:pt x="0" y="727"/>
                  <a:pt x="0" y="715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6310080" y="4319280"/>
            <a:ext cx="333720" cy="324360"/>
          </a:xfrm>
          <a:custGeom>
            <a:avLst/>
            <a:gdLst/>
            <a:ahLst/>
            <a:rect l="0" t="0" r="r" b="b"/>
            <a:pathLst>
              <a:path fill="none" w="927" h="901">
                <a:moveTo>
                  <a:pt x="0" y="715"/>
                </a:moveTo>
                <a:lnTo>
                  <a:pt x="0" y="187"/>
                </a:lnTo>
                <a:cubicBezTo>
                  <a:pt x="0" y="175"/>
                  <a:pt x="1" y="163"/>
                  <a:pt x="4" y="151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741" y="0"/>
                </a:lnTo>
                <a:cubicBezTo>
                  <a:pt x="754" y="0"/>
                  <a:pt x="766" y="2"/>
                  <a:pt x="778" y="4"/>
                </a:cubicBezTo>
                <a:cubicBezTo>
                  <a:pt x="790" y="6"/>
                  <a:pt x="801" y="10"/>
                  <a:pt x="813" y="14"/>
                </a:cubicBezTo>
                <a:cubicBezTo>
                  <a:pt x="824" y="19"/>
                  <a:pt x="835" y="25"/>
                  <a:pt x="845" y="32"/>
                </a:cubicBezTo>
                <a:cubicBezTo>
                  <a:pt x="855" y="38"/>
                  <a:pt x="864" y="46"/>
                  <a:pt x="873" y="55"/>
                </a:cubicBezTo>
                <a:cubicBezTo>
                  <a:pt x="881" y="63"/>
                  <a:pt x="889" y="73"/>
                  <a:pt x="896" y="83"/>
                </a:cubicBezTo>
                <a:cubicBezTo>
                  <a:pt x="903" y="93"/>
                  <a:pt x="908" y="104"/>
                  <a:pt x="913" y="115"/>
                </a:cubicBezTo>
                <a:cubicBezTo>
                  <a:pt x="918" y="126"/>
                  <a:pt x="921" y="138"/>
                  <a:pt x="924" y="151"/>
                </a:cubicBezTo>
                <a:cubicBezTo>
                  <a:pt x="926" y="163"/>
                  <a:pt x="927" y="175"/>
                  <a:pt x="927" y="187"/>
                </a:cubicBezTo>
                <a:lnTo>
                  <a:pt x="927" y="715"/>
                </a:lnTo>
                <a:cubicBezTo>
                  <a:pt x="927" y="727"/>
                  <a:pt x="926" y="739"/>
                  <a:pt x="924" y="751"/>
                </a:cubicBezTo>
                <a:cubicBezTo>
                  <a:pt x="921" y="763"/>
                  <a:pt x="918" y="775"/>
                  <a:pt x="913" y="786"/>
                </a:cubicBezTo>
                <a:cubicBezTo>
                  <a:pt x="908" y="798"/>
                  <a:pt x="903" y="808"/>
                  <a:pt x="896" y="818"/>
                </a:cubicBezTo>
                <a:cubicBezTo>
                  <a:pt x="889" y="829"/>
                  <a:pt x="881" y="838"/>
                  <a:pt x="873" y="847"/>
                </a:cubicBezTo>
                <a:cubicBezTo>
                  <a:pt x="864" y="855"/>
                  <a:pt x="855" y="863"/>
                  <a:pt x="845" y="870"/>
                </a:cubicBezTo>
                <a:cubicBezTo>
                  <a:pt x="835" y="876"/>
                  <a:pt x="824" y="882"/>
                  <a:pt x="813" y="887"/>
                </a:cubicBezTo>
                <a:cubicBezTo>
                  <a:pt x="801" y="891"/>
                  <a:pt x="790" y="895"/>
                  <a:pt x="778" y="897"/>
                </a:cubicBezTo>
                <a:cubicBezTo>
                  <a:pt x="766" y="900"/>
                  <a:pt x="754" y="901"/>
                  <a:pt x="741" y="901"/>
                </a:cubicBezTo>
                <a:lnTo>
                  <a:pt x="186" y="901"/>
                </a:lnTo>
                <a:cubicBezTo>
                  <a:pt x="174" y="901"/>
                  <a:pt x="162" y="900"/>
                  <a:pt x="150" y="897"/>
                </a:cubicBezTo>
                <a:cubicBezTo>
                  <a:pt x="138" y="895"/>
                  <a:pt x="126" y="891"/>
                  <a:pt x="115" y="887"/>
                </a:cubicBezTo>
                <a:cubicBezTo>
                  <a:pt x="104" y="882"/>
                  <a:pt x="93" y="876"/>
                  <a:pt x="83" y="870"/>
                </a:cubicBezTo>
                <a:cubicBezTo>
                  <a:pt x="73" y="863"/>
                  <a:pt x="63" y="855"/>
                  <a:pt x="55" y="847"/>
                </a:cubicBezTo>
                <a:cubicBezTo>
                  <a:pt x="46" y="838"/>
                  <a:pt x="38" y="829"/>
                  <a:pt x="31" y="818"/>
                </a:cubicBezTo>
                <a:cubicBezTo>
                  <a:pt x="25" y="808"/>
                  <a:pt x="19" y="798"/>
                  <a:pt x="14" y="786"/>
                </a:cubicBezTo>
                <a:cubicBezTo>
                  <a:pt x="10" y="775"/>
                  <a:pt x="6" y="763"/>
                  <a:pt x="4" y="751"/>
                </a:cubicBezTo>
                <a:cubicBezTo>
                  <a:pt x="1" y="739"/>
                  <a:pt x="0" y="727"/>
                  <a:pt x="0" y="715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6419880" y="4400280"/>
            <a:ext cx="118440" cy="157680"/>
          </a:xfrm>
          <a:custGeom>
            <a:avLst/>
            <a:gdLst/>
            <a:ahLst/>
            <a:rect l="0" t="0" r="r" b="b"/>
            <a:pathLst>
              <a:path w="329" h="438">
                <a:moveTo>
                  <a:pt x="271" y="38"/>
                </a:moveTo>
                <a:cubicBezTo>
                  <a:pt x="276" y="27"/>
                  <a:pt x="272" y="13"/>
                  <a:pt x="262" y="6"/>
                </a:cubicBezTo>
                <a:cubicBezTo>
                  <a:pt x="252" y="-2"/>
                  <a:pt x="238" y="-1"/>
                  <a:pt x="228" y="7"/>
                </a:cubicBezTo>
                <a:lnTo>
                  <a:pt x="10" y="198"/>
                </a:lnTo>
                <a:cubicBezTo>
                  <a:pt x="1" y="206"/>
                  <a:pt x="-2" y="218"/>
                  <a:pt x="2" y="229"/>
                </a:cubicBezTo>
                <a:cubicBezTo>
                  <a:pt x="6" y="240"/>
                  <a:pt x="16" y="247"/>
                  <a:pt x="28" y="247"/>
                </a:cubicBezTo>
                <a:lnTo>
                  <a:pt x="123" y="247"/>
                </a:lnTo>
                <a:lnTo>
                  <a:pt x="57" y="400"/>
                </a:lnTo>
                <a:cubicBezTo>
                  <a:pt x="52" y="412"/>
                  <a:pt x="56" y="426"/>
                  <a:pt x="66" y="433"/>
                </a:cubicBezTo>
                <a:cubicBezTo>
                  <a:pt x="76" y="441"/>
                  <a:pt x="91" y="440"/>
                  <a:pt x="100" y="432"/>
                </a:cubicBezTo>
                <a:lnTo>
                  <a:pt x="320" y="241"/>
                </a:lnTo>
                <a:cubicBezTo>
                  <a:pt x="328" y="233"/>
                  <a:pt x="331" y="220"/>
                  <a:pt x="327" y="209"/>
                </a:cubicBezTo>
                <a:cubicBezTo>
                  <a:pt x="323" y="199"/>
                  <a:pt x="312" y="192"/>
                  <a:pt x="301" y="192"/>
                </a:cubicBezTo>
                <a:lnTo>
                  <a:pt x="206" y="192"/>
                </a:lnTo>
                <a:lnTo>
                  <a:pt x="271" y="38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6628320" y="942120"/>
            <a:ext cx="1973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9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Storms &amp; Instincts</a:t>
            </a:r>
            <a:endParaRPr b="0" lang="en-US" sz="1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6789240" y="4333320"/>
            <a:ext cx="16506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7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Atmospheric Tumult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6789240" y="4609440"/>
            <a:ext cx="5824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title 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427520" y="4609440"/>
            <a:ext cx="1315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Wuthering Heights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8688960" y="4609440"/>
            <a:ext cx="295992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itself refers to turbulent weather, mirroring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6310080" y="5033880"/>
            <a:ext cx="333720" cy="324000"/>
          </a:xfrm>
          <a:custGeom>
            <a:avLst/>
            <a:gdLst/>
            <a:ahLst/>
            <a:rect l="0" t="0" r="r" b="b"/>
            <a:pathLst>
              <a:path w="927" h="900">
                <a:moveTo>
                  <a:pt x="0" y="714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741" y="0"/>
                </a:lnTo>
                <a:cubicBezTo>
                  <a:pt x="754" y="0"/>
                  <a:pt x="766" y="1"/>
                  <a:pt x="778" y="3"/>
                </a:cubicBezTo>
                <a:cubicBezTo>
                  <a:pt x="790" y="6"/>
                  <a:pt x="801" y="9"/>
                  <a:pt x="813" y="14"/>
                </a:cubicBezTo>
                <a:cubicBezTo>
                  <a:pt x="824" y="19"/>
                  <a:pt x="835" y="24"/>
                  <a:pt x="845" y="31"/>
                </a:cubicBezTo>
                <a:cubicBezTo>
                  <a:pt x="855" y="38"/>
                  <a:pt x="864" y="46"/>
                  <a:pt x="873" y="54"/>
                </a:cubicBezTo>
                <a:cubicBezTo>
                  <a:pt x="881" y="63"/>
                  <a:pt x="889" y="72"/>
                  <a:pt x="896" y="82"/>
                </a:cubicBezTo>
                <a:cubicBezTo>
                  <a:pt x="903" y="92"/>
                  <a:pt x="908" y="103"/>
                  <a:pt x="913" y="114"/>
                </a:cubicBezTo>
                <a:cubicBezTo>
                  <a:pt x="918" y="126"/>
                  <a:pt x="921" y="137"/>
                  <a:pt x="924" y="149"/>
                </a:cubicBezTo>
                <a:cubicBezTo>
                  <a:pt x="926" y="161"/>
                  <a:pt x="927" y="173"/>
                  <a:pt x="927" y="185"/>
                </a:cubicBezTo>
                <a:lnTo>
                  <a:pt x="927" y="714"/>
                </a:lnTo>
                <a:cubicBezTo>
                  <a:pt x="927" y="726"/>
                  <a:pt x="926" y="738"/>
                  <a:pt x="924" y="750"/>
                </a:cubicBezTo>
                <a:cubicBezTo>
                  <a:pt x="921" y="762"/>
                  <a:pt x="918" y="773"/>
                  <a:pt x="913" y="785"/>
                </a:cubicBezTo>
                <a:cubicBezTo>
                  <a:pt x="908" y="796"/>
                  <a:pt x="903" y="807"/>
                  <a:pt x="896" y="817"/>
                </a:cubicBezTo>
                <a:cubicBezTo>
                  <a:pt x="889" y="827"/>
                  <a:pt x="881" y="836"/>
                  <a:pt x="873" y="845"/>
                </a:cubicBezTo>
                <a:cubicBezTo>
                  <a:pt x="864" y="855"/>
                  <a:pt x="855" y="862"/>
                  <a:pt x="845" y="869"/>
                </a:cubicBezTo>
                <a:cubicBezTo>
                  <a:pt x="835" y="876"/>
                  <a:pt x="824" y="882"/>
                  <a:pt x="813" y="886"/>
                </a:cubicBezTo>
                <a:cubicBezTo>
                  <a:pt x="801" y="891"/>
                  <a:pt x="790" y="894"/>
                  <a:pt x="778" y="897"/>
                </a:cubicBezTo>
                <a:cubicBezTo>
                  <a:pt x="766" y="899"/>
                  <a:pt x="754" y="900"/>
                  <a:pt x="741" y="900"/>
                </a:cubicBezTo>
                <a:lnTo>
                  <a:pt x="186" y="900"/>
                </a:lnTo>
                <a:cubicBezTo>
                  <a:pt x="174" y="900"/>
                  <a:pt x="162" y="899"/>
                  <a:pt x="150" y="897"/>
                </a:cubicBezTo>
                <a:cubicBezTo>
                  <a:pt x="138" y="894"/>
                  <a:pt x="126" y="891"/>
                  <a:pt x="115" y="886"/>
                </a:cubicBezTo>
                <a:cubicBezTo>
                  <a:pt x="104" y="882"/>
                  <a:pt x="93" y="876"/>
                  <a:pt x="83" y="869"/>
                </a:cubicBezTo>
                <a:cubicBezTo>
                  <a:pt x="73" y="862"/>
                  <a:pt x="63" y="855"/>
                  <a:pt x="55" y="845"/>
                </a:cubicBezTo>
                <a:cubicBezTo>
                  <a:pt x="46" y="836"/>
                  <a:pt x="38" y="827"/>
                  <a:pt x="31" y="817"/>
                </a:cubicBezTo>
                <a:cubicBezTo>
                  <a:pt x="25" y="807"/>
                  <a:pt x="19" y="796"/>
                  <a:pt x="14" y="785"/>
                </a:cubicBezTo>
                <a:cubicBezTo>
                  <a:pt x="10" y="773"/>
                  <a:pt x="6" y="762"/>
                  <a:pt x="4" y="750"/>
                </a:cubicBezTo>
                <a:cubicBezTo>
                  <a:pt x="1" y="738"/>
                  <a:pt x="0" y="726"/>
                  <a:pt x="0" y="71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6310080" y="5033880"/>
            <a:ext cx="333720" cy="324000"/>
          </a:xfrm>
          <a:custGeom>
            <a:avLst/>
            <a:gdLst/>
            <a:ahLst/>
            <a:rect l="0" t="0" r="r" b="b"/>
            <a:pathLst>
              <a:path fill="none" w="927" h="900">
                <a:moveTo>
                  <a:pt x="0" y="714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741" y="0"/>
                </a:lnTo>
                <a:cubicBezTo>
                  <a:pt x="754" y="0"/>
                  <a:pt x="766" y="1"/>
                  <a:pt x="778" y="3"/>
                </a:cubicBezTo>
                <a:cubicBezTo>
                  <a:pt x="790" y="6"/>
                  <a:pt x="801" y="9"/>
                  <a:pt x="813" y="14"/>
                </a:cubicBezTo>
                <a:cubicBezTo>
                  <a:pt x="824" y="19"/>
                  <a:pt x="835" y="24"/>
                  <a:pt x="845" y="31"/>
                </a:cubicBezTo>
                <a:cubicBezTo>
                  <a:pt x="855" y="38"/>
                  <a:pt x="864" y="46"/>
                  <a:pt x="873" y="54"/>
                </a:cubicBezTo>
                <a:cubicBezTo>
                  <a:pt x="881" y="63"/>
                  <a:pt x="889" y="72"/>
                  <a:pt x="896" y="82"/>
                </a:cubicBezTo>
                <a:cubicBezTo>
                  <a:pt x="903" y="92"/>
                  <a:pt x="908" y="103"/>
                  <a:pt x="913" y="114"/>
                </a:cubicBezTo>
                <a:cubicBezTo>
                  <a:pt x="918" y="126"/>
                  <a:pt x="921" y="137"/>
                  <a:pt x="924" y="149"/>
                </a:cubicBezTo>
                <a:cubicBezTo>
                  <a:pt x="926" y="161"/>
                  <a:pt x="927" y="173"/>
                  <a:pt x="927" y="185"/>
                </a:cubicBezTo>
                <a:lnTo>
                  <a:pt x="927" y="714"/>
                </a:lnTo>
                <a:cubicBezTo>
                  <a:pt x="927" y="726"/>
                  <a:pt x="926" y="738"/>
                  <a:pt x="924" y="750"/>
                </a:cubicBezTo>
                <a:cubicBezTo>
                  <a:pt x="921" y="762"/>
                  <a:pt x="918" y="773"/>
                  <a:pt x="913" y="785"/>
                </a:cubicBezTo>
                <a:cubicBezTo>
                  <a:pt x="908" y="796"/>
                  <a:pt x="903" y="807"/>
                  <a:pt x="896" y="817"/>
                </a:cubicBezTo>
                <a:cubicBezTo>
                  <a:pt x="889" y="827"/>
                  <a:pt x="881" y="836"/>
                  <a:pt x="873" y="845"/>
                </a:cubicBezTo>
                <a:cubicBezTo>
                  <a:pt x="864" y="855"/>
                  <a:pt x="855" y="862"/>
                  <a:pt x="845" y="869"/>
                </a:cubicBezTo>
                <a:cubicBezTo>
                  <a:pt x="835" y="876"/>
                  <a:pt x="824" y="882"/>
                  <a:pt x="813" y="886"/>
                </a:cubicBezTo>
                <a:cubicBezTo>
                  <a:pt x="801" y="891"/>
                  <a:pt x="790" y="894"/>
                  <a:pt x="778" y="897"/>
                </a:cubicBezTo>
                <a:cubicBezTo>
                  <a:pt x="766" y="899"/>
                  <a:pt x="754" y="900"/>
                  <a:pt x="741" y="900"/>
                </a:cubicBezTo>
                <a:lnTo>
                  <a:pt x="186" y="900"/>
                </a:lnTo>
                <a:cubicBezTo>
                  <a:pt x="174" y="900"/>
                  <a:pt x="162" y="899"/>
                  <a:pt x="150" y="897"/>
                </a:cubicBezTo>
                <a:cubicBezTo>
                  <a:pt x="138" y="894"/>
                  <a:pt x="126" y="891"/>
                  <a:pt x="115" y="886"/>
                </a:cubicBezTo>
                <a:cubicBezTo>
                  <a:pt x="104" y="882"/>
                  <a:pt x="93" y="876"/>
                  <a:pt x="83" y="869"/>
                </a:cubicBezTo>
                <a:cubicBezTo>
                  <a:pt x="73" y="862"/>
                  <a:pt x="63" y="855"/>
                  <a:pt x="55" y="845"/>
                </a:cubicBezTo>
                <a:cubicBezTo>
                  <a:pt x="46" y="836"/>
                  <a:pt x="38" y="827"/>
                  <a:pt x="31" y="817"/>
                </a:cubicBezTo>
                <a:cubicBezTo>
                  <a:pt x="25" y="807"/>
                  <a:pt x="19" y="796"/>
                  <a:pt x="14" y="785"/>
                </a:cubicBezTo>
                <a:cubicBezTo>
                  <a:pt x="10" y="773"/>
                  <a:pt x="6" y="762"/>
                  <a:pt x="4" y="750"/>
                </a:cubicBezTo>
                <a:cubicBezTo>
                  <a:pt x="1" y="738"/>
                  <a:pt x="0" y="726"/>
                  <a:pt x="0" y="714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6400440" y="5127840"/>
            <a:ext cx="158040" cy="135000"/>
          </a:xfrm>
          <a:custGeom>
            <a:avLst/>
            <a:gdLst/>
            <a:ahLst/>
            <a:rect l="0" t="0" r="r" b="b"/>
            <a:pathLst>
              <a:path w="439" h="375">
                <a:moveTo>
                  <a:pt x="102" y="1"/>
                </a:moveTo>
                <a:cubicBezTo>
                  <a:pt x="122" y="-2"/>
                  <a:pt x="142" y="0"/>
                  <a:pt x="161" y="6"/>
                </a:cubicBezTo>
                <a:lnTo>
                  <a:pt x="204" y="72"/>
                </a:lnTo>
                <a:lnTo>
                  <a:pt x="139" y="136"/>
                </a:lnTo>
                <a:cubicBezTo>
                  <a:pt x="138" y="138"/>
                  <a:pt x="137" y="140"/>
                  <a:pt x="137" y="141"/>
                </a:cubicBezTo>
                <a:cubicBezTo>
                  <a:pt x="137" y="143"/>
                  <a:pt x="138" y="145"/>
                  <a:pt x="139" y="146"/>
                </a:cubicBezTo>
                <a:lnTo>
                  <a:pt x="235" y="236"/>
                </a:lnTo>
                <a:cubicBezTo>
                  <a:pt x="238" y="238"/>
                  <a:pt x="241" y="239"/>
                  <a:pt x="244" y="236"/>
                </a:cubicBezTo>
                <a:cubicBezTo>
                  <a:pt x="247" y="234"/>
                  <a:pt x="247" y="230"/>
                  <a:pt x="246" y="227"/>
                </a:cubicBezTo>
                <a:lnTo>
                  <a:pt x="194" y="143"/>
                </a:lnTo>
                <a:lnTo>
                  <a:pt x="271" y="78"/>
                </a:lnTo>
                <a:cubicBezTo>
                  <a:pt x="274" y="76"/>
                  <a:pt x="274" y="73"/>
                  <a:pt x="274" y="71"/>
                </a:cubicBezTo>
                <a:lnTo>
                  <a:pt x="254" y="16"/>
                </a:lnTo>
                <a:cubicBezTo>
                  <a:pt x="278" y="2"/>
                  <a:pt x="307" y="-3"/>
                  <a:pt x="336" y="1"/>
                </a:cubicBezTo>
                <a:cubicBezTo>
                  <a:pt x="396" y="11"/>
                  <a:pt x="439" y="62"/>
                  <a:pt x="439" y="122"/>
                </a:cubicBezTo>
                <a:lnTo>
                  <a:pt x="439" y="127"/>
                </a:lnTo>
                <a:cubicBezTo>
                  <a:pt x="439" y="163"/>
                  <a:pt x="424" y="197"/>
                  <a:pt x="398" y="221"/>
                </a:cubicBezTo>
                <a:lnTo>
                  <a:pt x="243" y="365"/>
                </a:lnTo>
                <a:cubicBezTo>
                  <a:pt x="236" y="371"/>
                  <a:pt x="228" y="375"/>
                  <a:pt x="219" y="375"/>
                </a:cubicBezTo>
                <a:cubicBezTo>
                  <a:pt x="210" y="375"/>
                  <a:pt x="202" y="371"/>
                  <a:pt x="196" y="365"/>
                </a:cubicBezTo>
                <a:lnTo>
                  <a:pt x="41" y="221"/>
                </a:lnTo>
                <a:cubicBezTo>
                  <a:pt x="15" y="197"/>
                  <a:pt x="0" y="163"/>
                  <a:pt x="0" y="127"/>
                </a:cubicBezTo>
                <a:lnTo>
                  <a:pt x="0" y="122"/>
                </a:lnTo>
                <a:cubicBezTo>
                  <a:pt x="0" y="62"/>
                  <a:pt x="44" y="11"/>
                  <a:pt x="102" y="1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6789240" y="4818960"/>
            <a:ext cx="25012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internal storms of the characters.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6789240" y="5047560"/>
            <a:ext cx="1438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7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Love as a Weapon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6789240" y="5323680"/>
            <a:ext cx="46155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Driven by raw instincts—hate, revenge, and obsession. The narrative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6310080" y="5748120"/>
            <a:ext cx="333720" cy="333720"/>
          </a:xfrm>
          <a:custGeom>
            <a:avLst/>
            <a:gdLst/>
            <a:ahLst/>
            <a:rect l="0" t="0" r="r" b="b"/>
            <a:pathLst>
              <a:path w="927" h="927">
                <a:moveTo>
                  <a:pt x="0" y="741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3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741" y="0"/>
                </a:lnTo>
                <a:cubicBezTo>
                  <a:pt x="754" y="0"/>
                  <a:pt x="766" y="1"/>
                  <a:pt x="778" y="4"/>
                </a:cubicBezTo>
                <a:cubicBezTo>
                  <a:pt x="790" y="6"/>
                  <a:pt x="801" y="10"/>
                  <a:pt x="813" y="14"/>
                </a:cubicBezTo>
                <a:cubicBezTo>
                  <a:pt x="824" y="19"/>
                  <a:pt x="835" y="25"/>
                  <a:pt x="845" y="31"/>
                </a:cubicBezTo>
                <a:cubicBezTo>
                  <a:pt x="855" y="38"/>
                  <a:pt x="864" y="46"/>
                  <a:pt x="873" y="54"/>
                </a:cubicBezTo>
                <a:cubicBezTo>
                  <a:pt x="881" y="63"/>
                  <a:pt x="889" y="73"/>
                  <a:pt x="896" y="83"/>
                </a:cubicBezTo>
                <a:cubicBezTo>
                  <a:pt x="903" y="93"/>
                  <a:pt x="908" y="103"/>
                  <a:pt x="913" y="115"/>
                </a:cubicBezTo>
                <a:cubicBezTo>
                  <a:pt x="918" y="126"/>
                  <a:pt x="921" y="138"/>
                  <a:pt x="924" y="150"/>
                </a:cubicBezTo>
                <a:cubicBezTo>
                  <a:pt x="926" y="162"/>
                  <a:pt x="927" y="174"/>
                  <a:pt x="927" y="186"/>
                </a:cubicBezTo>
                <a:lnTo>
                  <a:pt x="927" y="741"/>
                </a:lnTo>
                <a:cubicBezTo>
                  <a:pt x="927" y="754"/>
                  <a:pt x="926" y="766"/>
                  <a:pt x="924" y="778"/>
                </a:cubicBezTo>
                <a:cubicBezTo>
                  <a:pt x="921" y="790"/>
                  <a:pt x="918" y="801"/>
                  <a:pt x="913" y="812"/>
                </a:cubicBezTo>
                <a:cubicBezTo>
                  <a:pt x="908" y="824"/>
                  <a:pt x="903" y="834"/>
                  <a:pt x="896" y="845"/>
                </a:cubicBezTo>
                <a:cubicBezTo>
                  <a:pt x="889" y="855"/>
                  <a:pt x="881" y="864"/>
                  <a:pt x="873" y="873"/>
                </a:cubicBezTo>
                <a:cubicBezTo>
                  <a:pt x="864" y="881"/>
                  <a:pt x="855" y="889"/>
                  <a:pt x="845" y="896"/>
                </a:cubicBezTo>
                <a:cubicBezTo>
                  <a:pt x="835" y="903"/>
                  <a:pt x="824" y="908"/>
                  <a:pt x="813" y="913"/>
                </a:cubicBezTo>
                <a:cubicBezTo>
                  <a:pt x="801" y="918"/>
                  <a:pt x="790" y="921"/>
                  <a:pt x="778" y="924"/>
                </a:cubicBezTo>
                <a:cubicBezTo>
                  <a:pt x="766" y="926"/>
                  <a:pt x="754" y="927"/>
                  <a:pt x="741" y="927"/>
                </a:cubicBezTo>
                <a:lnTo>
                  <a:pt x="186" y="927"/>
                </a:lnTo>
                <a:cubicBezTo>
                  <a:pt x="174" y="927"/>
                  <a:pt x="162" y="926"/>
                  <a:pt x="150" y="924"/>
                </a:cubicBezTo>
                <a:cubicBezTo>
                  <a:pt x="138" y="921"/>
                  <a:pt x="126" y="918"/>
                  <a:pt x="115" y="913"/>
                </a:cubicBezTo>
                <a:cubicBezTo>
                  <a:pt x="104" y="908"/>
                  <a:pt x="93" y="903"/>
                  <a:pt x="83" y="896"/>
                </a:cubicBezTo>
                <a:cubicBezTo>
                  <a:pt x="73" y="889"/>
                  <a:pt x="63" y="881"/>
                  <a:pt x="55" y="873"/>
                </a:cubicBezTo>
                <a:cubicBezTo>
                  <a:pt x="46" y="864"/>
                  <a:pt x="38" y="855"/>
                  <a:pt x="31" y="845"/>
                </a:cubicBezTo>
                <a:cubicBezTo>
                  <a:pt x="25" y="834"/>
                  <a:pt x="19" y="824"/>
                  <a:pt x="14" y="812"/>
                </a:cubicBezTo>
                <a:cubicBezTo>
                  <a:pt x="10" y="801"/>
                  <a:pt x="6" y="790"/>
                  <a:pt x="4" y="778"/>
                </a:cubicBezTo>
                <a:cubicBezTo>
                  <a:pt x="1" y="766"/>
                  <a:pt x="0" y="754"/>
                  <a:pt x="0" y="741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6310080" y="5748120"/>
            <a:ext cx="333720" cy="333720"/>
          </a:xfrm>
          <a:custGeom>
            <a:avLst/>
            <a:gdLst/>
            <a:ahLst/>
            <a:rect l="0" t="0" r="r" b="b"/>
            <a:pathLst>
              <a:path fill="none" w="927" h="927">
                <a:moveTo>
                  <a:pt x="0" y="741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3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741" y="0"/>
                </a:lnTo>
                <a:cubicBezTo>
                  <a:pt x="754" y="0"/>
                  <a:pt x="766" y="1"/>
                  <a:pt x="778" y="4"/>
                </a:cubicBezTo>
                <a:cubicBezTo>
                  <a:pt x="790" y="6"/>
                  <a:pt x="801" y="10"/>
                  <a:pt x="813" y="14"/>
                </a:cubicBezTo>
                <a:cubicBezTo>
                  <a:pt x="824" y="19"/>
                  <a:pt x="835" y="25"/>
                  <a:pt x="845" y="31"/>
                </a:cubicBezTo>
                <a:cubicBezTo>
                  <a:pt x="855" y="38"/>
                  <a:pt x="864" y="46"/>
                  <a:pt x="873" y="54"/>
                </a:cubicBezTo>
                <a:cubicBezTo>
                  <a:pt x="881" y="63"/>
                  <a:pt x="889" y="73"/>
                  <a:pt x="896" y="83"/>
                </a:cubicBezTo>
                <a:cubicBezTo>
                  <a:pt x="903" y="93"/>
                  <a:pt x="908" y="103"/>
                  <a:pt x="913" y="115"/>
                </a:cubicBezTo>
                <a:cubicBezTo>
                  <a:pt x="918" y="126"/>
                  <a:pt x="921" y="138"/>
                  <a:pt x="924" y="150"/>
                </a:cubicBezTo>
                <a:cubicBezTo>
                  <a:pt x="926" y="162"/>
                  <a:pt x="927" y="174"/>
                  <a:pt x="927" y="186"/>
                </a:cubicBezTo>
                <a:lnTo>
                  <a:pt x="927" y="741"/>
                </a:lnTo>
                <a:cubicBezTo>
                  <a:pt x="927" y="754"/>
                  <a:pt x="926" y="766"/>
                  <a:pt x="924" y="778"/>
                </a:cubicBezTo>
                <a:cubicBezTo>
                  <a:pt x="921" y="790"/>
                  <a:pt x="918" y="801"/>
                  <a:pt x="913" y="812"/>
                </a:cubicBezTo>
                <a:cubicBezTo>
                  <a:pt x="908" y="824"/>
                  <a:pt x="903" y="834"/>
                  <a:pt x="896" y="845"/>
                </a:cubicBezTo>
                <a:cubicBezTo>
                  <a:pt x="889" y="855"/>
                  <a:pt x="881" y="864"/>
                  <a:pt x="873" y="873"/>
                </a:cubicBezTo>
                <a:cubicBezTo>
                  <a:pt x="864" y="881"/>
                  <a:pt x="855" y="889"/>
                  <a:pt x="845" y="896"/>
                </a:cubicBezTo>
                <a:cubicBezTo>
                  <a:pt x="835" y="903"/>
                  <a:pt x="824" y="908"/>
                  <a:pt x="813" y="913"/>
                </a:cubicBezTo>
                <a:cubicBezTo>
                  <a:pt x="801" y="918"/>
                  <a:pt x="790" y="921"/>
                  <a:pt x="778" y="924"/>
                </a:cubicBezTo>
                <a:cubicBezTo>
                  <a:pt x="766" y="926"/>
                  <a:pt x="754" y="927"/>
                  <a:pt x="741" y="927"/>
                </a:cubicBezTo>
                <a:lnTo>
                  <a:pt x="186" y="927"/>
                </a:lnTo>
                <a:cubicBezTo>
                  <a:pt x="174" y="927"/>
                  <a:pt x="162" y="926"/>
                  <a:pt x="150" y="924"/>
                </a:cubicBezTo>
                <a:cubicBezTo>
                  <a:pt x="138" y="921"/>
                  <a:pt x="126" y="918"/>
                  <a:pt x="115" y="913"/>
                </a:cubicBezTo>
                <a:cubicBezTo>
                  <a:pt x="104" y="908"/>
                  <a:pt x="93" y="903"/>
                  <a:pt x="83" y="896"/>
                </a:cubicBezTo>
                <a:cubicBezTo>
                  <a:pt x="73" y="889"/>
                  <a:pt x="63" y="881"/>
                  <a:pt x="55" y="873"/>
                </a:cubicBezTo>
                <a:cubicBezTo>
                  <a:pt x="46" y="864"/>
                  <a:pt x="38" y="855"/>
                  <a:pt x="31" y="845"/>
                </a:cubicBezTo>
                <a:cubicBezTo>
                  <a:pt x="25" y="834"/>
                  <a:pt x="19" y="824"/>
                  <a:pt x="14" y="812"/>
                </a:cubicBezTo>
                <a:cubicBezTo>
                  <a:pt x="10" y="801"/>
                  <a:pt x="6" y="790"/>
                  <a:pt x="4" y="778"/>
                </a:cubicBezTo>
                <a:cubicBezTo>
                  <a:pt x="1" y="766"/>
                  <a:pt x="0" y="754"/>
                  <a:pt x="0" y="741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6400800" y="5848560"/>
            <a:ext cx="158040" cy="138240"/>
          </a:xfrm>
          <a:custGeom>
            <a:avLst/>
            <a:gdLst/>
            <a:ahLst/>
            <a:rect l="0" t="0" r="r" b="b"/>
            <a:pathLst>
              <a:path w="439" h="384">
                <a:moveTo>
                  <a:pt x="194" y="52"/>
                </a:moveTo>
                <a:cubicBezTo>
                  <a:pt x="206" y="88"/>
                  <a:pt x="194" y="125"/>
                  <a:pt x="166" y="135"/>
                </a:cubicBezTo>
                <a:cubicBezTo>
                  <a:pt x="139" y="144"/>
                  <a:pt x="106" y="121"/>
                  <a:pt x="94" y="85"/>
                </a:cubicBezTo>
                <a:cubicBezTo>
                  <a:pt x="82" y="48"/>
                  <a:pt x="94" y="11"/>
                  <a:pt x="122" y="2"/>
                </a:cubicBezTo>
                <a:cubicBezTo>
                  <a:pt x="149" y="-7"/>
                  <a:pt x="182" y="15"/>
                  <a:pt x="194" y="52"/>
                </a:cubicBezTo>
                <a:moveTo>
                  <a:pt x="86" y="142"/>
                </a:moveTo>
                <a:cubicBezTo>
                  <a:pt x="102" y="170"/>
                  <a:pt x="98" y="202"/>
                  <a:pt x="78" y="214"/>
                </a:cubicBezTo>
                <a:cubicBezTo>
                  <a:pt x="57" y="226"/>
                  <a:pt x="27" y="213"/>
                  <a:pt x="10" y="186"/>
                </a:cubicBezTo>
                <a:cubicBezTo>
                  <a:pt x="-6" y="158"/>
                  <a:pt x="-2" y="126"/>
                  <a:pt x="19" y="114"/>
                </a:cubicBezTo>
                <a:cubicBezTo>
                  <a:pt x="40" y="102"/>
                  <a:pt x="70" y="114"/>
                  <a:pt x="86" y="142"/>
                </a:cubicBezTo>
                <a:moveTo>
                  <a:pt x="60" y="315"/>
                </a:moveTo>
                <a:cubicBezTo>
                  <a:pt x="104" y="194"/>
                  <a:pt x="184" y="164"/>
                  <a:pt x="219" y="164"/>
                </a:cubicBezTo>
                <a:cubicBezTo>
                  <a:pt x="254" y="164"/>
                  <a:pt x="334" y="194"/>
                  <a:pt x="380" y="315"/>
                </a:cubicBezTo>
                <a:cubicBezTo>
                  <a:pt x="383" y="323"/>
                  <a:pt x="384" y="332"/>
                  <a:pt x="384" y="341"/>
                </a:cubicBezTo>
                <a:lnTo>
                  <a:pt x="384" y="343"/>
                </a:lnTo>
                <a:cubicBezTo>
                  <a:pt x="384" y="365"/>
                  <a:pt x="366" y="384"/>
                  <a:pt x="343" y="384"/>
                </a:cubicBezTo>
                <a:cubicBezTo>
                  <a:pt x="333" y="384"/>
                  <a:pt x="324" y="382"/>
                  <a:pt x="314" y="380"/>
                </a:cubicBezTo>
                <a:lnTo>
                  <a:pt x="239" y="360"/>
                </a:lnTo>
                <a:cubicBezTo>
                  <a:pt x="226" y="357"/>
                  <a:pt x="212" y="357"/>
                  <a:pt x="199" y="360"/>
                </a:cubicBezTo>
                <a:lnTo>
                  <a:pt x="124" y="380"/>
                </a:lnTo>
                <a:cubicBezTo>
                  <a:pt x="115" y="382"/>
                  <a:pt x="105" y="384"/>
                  <a:pt x="95" y="384"/>
                </a:cubicBezTo>
                <a:cubicBezTo>
                  <a:pt x="73" y="384"/>
                  <a:pt x="55" y="365"/>
                  <a:pt x="55" y="343"/>
                </a:cubicBezTo>
                <a:lnTo>
                  <a:pt x="55" y="341"/>
                </a:lnTo>
                <a:cubicBezTo>
                  <a:pt x="55" y="332"/>
                  <a:pt x="57" y="323"/>
                  <a:pt x="60" y="315"/>
                </a:cubicBezTo>
                <a:moveTo>
                  <a:pt x="362" y="214"/>
                </a:moveTo>
                <a:cubicBezTo>
                  <a:pt x="340" y="202"/>
                  <a:pt x="336" y="170"/>
                  <a:pt x="352" y="142"/>
                </a:cubicBezTo>
                <a:cubicBezTo>
                  <a:pt x="369" y="114"/>
                  <a:pt x="399" y="102"/>
                  <a:pt x="420" y="114"/>
                </a:cubicBezTo>
                <a:cubicBezTo>
                  <a:pt x="441" y="126"/>
                  <a:pt x="445" y="158"/>
                  <a:pt x="429" y="186"/>
                </a:cubicBezTo>
                <a:cubicBezTo>
                  <a:pt x="413" y="213"/>
                  <a:pt x="383" y="226"/>
                  <a:pt x="362" y="214"/>
                </a:cubicBezTo>
                <a:moveTo>
                  <a:pt x="265" y="135"/>
                </a:moveTo>
                <a:cubicBezTo>
                  <a:pt x="238" y="125"/>
                  <a:pt x="225" y="88"/>
                  <a:pt x="238" y="52"/>
                </a:cubicBezTo>
                <a:cubicBezTo>
                  <a:pt x="250" y="15"/>
                  <a:pt x="282" y="-7"/>
                  <a:pt x="310" y="2"/>
                </a:cubicBezTo>
                <a:cubicBezTo>
                  <a:pt x="337" y="11"/>
                  <a:pt x="350" y="48"/>
                  <a:pt x="338" y="85"/>
                </a:cubicBezTo>
                <a:cubicBezTo>
                  <a:pt x="325" y="121"/>
                  <a:pt x="293" y="144"/>
                  <a:pt x="265" y="135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789240" y="5533560"/>
            <a:ext cx="485856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explores the destruction caused when love turns into systematic cruelty.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789240" y="5761800"/>
            <a:ext cx="15865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7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Primal over Refined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789240" y="6038280"/>
            <a:ext cx="468684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Characters display primal, animalistic instincts rather than the refined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789240" y="6257160"/>
            <a:ext cx="2895480" cy="19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behaviors expected of the Victorian gentry.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1687040" y="6517800"/>
            <a:ext cx="1368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3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435240" y="990360"/>
            <a:ext cx="216000" cy="223200"/>
          </a:xfrm>
          <a:custGeom>
            <a:avLst/>
            <a:gdLst/>
            <a:ahLst/>
            <a:rect l="0" t="0" r="r" b="b"/>
            <a:pathLst>
              <a:path w="600" h="620">
                <a:moveTo>
                  <a:pt x="318" y="262"/>
                </a:moveTo>
                <a:lnTo>
                  <a:pt x="8" y="571"/>
                </a:lnTo>
                <a:cubicBezTo>
                  <a:pt x="-3" y="582"/>
                  <a:pt x="-3" y="601"/>
                  <a:pt x="8" y="612"/>
                </a:cubicBezTo>
                <a:cubicBezTo>
                  <a:pt x="19" y="623"/>
                  <a:pt x="38" y="623"/>
                  <a:pt x="49" y="612"/>
                </a:cubicBezTo>
                <a:lnTo>
                  <a:pt x="139" y="521"/>
                </a:lnTo>
                <a:cubicBezTo>
                  <a:pt x="148" y="527"/>
                  <a:pt x="158" y="531"/>
                  <a:pt x="168" y="534"/>
                </a:cubicBezTo>
                <a:cubicBezTo>
                  <a:pt x="222" y="549"/>
                  <a:pt x="308" y="551"/>
                  <a:pt x="390" y="496"/>
                </a:cubicBezTo>
                <a:cubicBezTo>
                  <a:pt x="405" y="487"/>
                  <a:pt x="397" y="466"/>
                  <a:pt x="379" y="466"/>
                </a:cubicBezTo>
                <a:lnTo>
                  <a:pt x="360" y="466"/>
                </a:lnTo>
                <a:cubicBezTo>
                  <a:pt x="354" y="466"/>
                  <a:pt x="349" y="461"/>
                  <a:pt x="349" y="455"/>
                </a:cubicBezTo>
                <a:cubicBezTo>
                  <a:pt x="349" y="450"/>
                  <a:pt x="352" y="445"/>
                  <a:pt x="357" y="444"/>
                </a:cubicBezTo>
                <a:lnTo>
                  <a:pt x="475" y="408"/>
                </a:lnTo>
                <a:cubicBezTo>
                  <a:pt x="479" y="407"/>
                  <a:pt x="482" y="405"/>
                  <a:pt x="485" y="401"/>
                </a:cubicBezTo>
                <a:cubicBezTo>
                  <a:pt x="490" y="393"/>
                  <a:pt x="495" y="385"/>
                  <a:pt x="500" y="377"/>
                </a:cubicBezTo>
                <a:cubicBezTo>
                  <a:pt x="508" y="365"/>
                  <a:pt x="498" y="350"/>
                  <a:pt x="484" y="350"/>
                </a:cubicBezTo>
                <a:lnTo>
                  <a:pt x="437" y="350"/>
                </a:lnTo>
                <a:cubicBezTo>
                  <a:pt x="431" y="350"/>
                  <a:pt x="426" y="345"/>
                  <a:pt x="426" y="338"/>
                </a:cubicBezTo>
                <a:cubicBezTo>
                  <a:pt x="426" y="333"/>
                  <a:pt x="429" y="329"/>
                  <a:pt x="434" y="328"/>
                </a:cubicBezTo>
                <a:lnTo>
                  <a:pt x="532" y="298"/>
                </a:lnTo>
                <a:cubicBezTo>
                  <a:pt x="537" y="297"/>
                  <a:pt x="542" y="293"/>
                  <a:pt x="544" y="287"/>
                </a:cubicBezTo>
                <a:cubicBezTo>
                  <a:pt x="579" y="198"/>
                  <a:pt x="595" y="105"/>
                  <a:pt x="600" y="46"/>
                </a:cubicBezTo>
                <a:cubicBezTo>
                  <a:pt x="601" y="33"/>
                  <a:pt x="597" y="21"/>
                  <a:pt x="588" y="13"/>
                </a:cubicBezTo>
                <a:cubicBezTo>
                  <a:pt x="580" y="4"/>
                  <a:pt x="568" y="-1"/>
                  <a:pt x="556" y="0"/>
                </a:cubicBezTo>
                <a:cubicBezTo>
                  <a:pt x="455" y="9"/>
                  <a:pt x="257" y="50"/>
                  <a:pt x="146" y="160"/>
                </a:cubicBezTo>
                <a:cubicBezTo>
                  <a:pt x="49" y="257"/>
                  <a:pt x="49" y="367"/>
                  <a:pt x="66" y="432"/>
                </a:cubicBezTo>
                <a:cubicBezTo>
                  <a:pt x="69" y="442"/>
                  <a:pt x="81" y="444"/>
                  <a:pt x="88" y="437"/>
                </a:cubicBezTo>
                <a:lnTo>
                  <a:pt x="287" y="238"/>
                </a:lnTo>
                <a:cubicBezTo>
                  <a:pt x="295" y="230"/>
                  <a:pt x="308" y="230"/>
                  <a:pt x="315" y="238"/>
                </a:cubicBezTo>
                <a:cubicBezTo>
                  <a:pt x="322" y="245"/>
                  <a:pt x="323" y="254"/>
                  <a:pt x="318" y="262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428760" y="251280"/>
            <a:ext cx="641736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Emily Brontë: The Hermit of the Moors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433080" y="1481040"/>
            <a:ext cx="343440" cy="343080"/>
          </a:xfrm>
          <a:custGeom>
            <a:avLst/>
            <a:gdLst/>
            <a:ahLst/>
            <a:rect l="0" t="0" r="r" b="b"/>
            <a:pathLst>
              <a:path w="954" h="953">
                <a:moveTo>
                  <a:pt x="0" y="760"/>
                </a:moveTo>
                <a:lnTo>
                  <a:pt x="0" y="194"/>
                </a:lnTo>
                <a:cubicBezTo>
                  <a:pt x="0" y="181"/>
                  <a:pt x="2" y="168"/>
                  <a:pt x="4" y="155"/>
                </a:cubicBezTo>
                <a:cubicBezTo>
                  <a:pt x="7" y="143"/>
                  <a:pt x="10" y="131"/>
                  <a:pt x="15" y="119"/>
                </a:cubicBezTo>
                <a:cubicBezTo>
                  <a:pt x="20" y="107"/>
                  <a:pt x="26" y="96"/>
                  <a:pt x="33" y="86"/>
                </a:cubicBezTo>
                <a:cubicBezTo>
                  <a:pt x="40" y="75"/>
                  <a:pt x="48" y="65"/>
                  <a:pt x="57" y="56"/>
                </a:cubicBezTo>
                <a:cubicBezTo>
                  <a:pt x="66" y="47"/>
                  <a:pt x="76" y="39"/>
                  <a:pt x="86" y="32"/>
                </a:cubicBezTo>
                <a:cubicBezTo>
                  <a:pt x="97" y="25"/>
                  <a:pt x="108" y="19"/>
                  <a:pt x="120" y="14"/>
                </a:cubicBezTo>
                <a:cubicBezTo>
                  <a:pt x="131" y="10"/>
                  <a:pt x="143" y="6"/>
                  <a:pt x="156" y="3"/>
                </a:cubicBezTo>
                <a:cubicBezTo>
                  <a:pt x="168" y="1"/>
                  <a:pt x="181" y="0"/>
                  <a:pt x="194" y="0"/>
                </a:cubicBezTo>
                <a:lnTo>
                  <a:pt x="761" y="0"/>
                </a:lnTo>
                <a:cubicBezTo>
                  <a:pt x="773" y="0"/>
                  <a:pt x="786" y="1"/>
                  <a:pt x="798" y="3"/>
                </a:cubicBezTo>
                <a:cubicBezTo>
                  <a:pt x="811" y="6"/>
                  <a:pt x="823" y="10"/>
                  <a:pt x="835" y="14"/>
                </a:cubicBezTo>
                <a:cubicBezTo>
                  <a:pt x="846" y="19"/>
                  <a:pt x="857" y="25"/>
                  <a:pt x="868" y="32"/>
                </a:cubicBezTo>
                <a:cubicBezTo>
                  <a:pt x="879" y="39"/>
                  <a:pt x="888" y="47"/>
                  <a:pt x="897" y="56"/>
                </a:cubicBezTo>
                <a:cubicBezTo>
                  <a:pt x="906" y="65"/>
                  <a:pt x="914" y="75"/>
                  <a:pt x="921" y="86"/>
                </a:cubicBezTo>
                <a:cubicBezTo>
                  <a:pt x="928" y="96"/>
                  <a:pt x="934" y="107"/>
                  <a:pt x="939" y="119"/>
                </a:cubicBezTo>
                <a:cubicBezTo>
                  <a:pt x="944" y="131"/>
                  <a:pt x="948" y="143"/>
                  <a:pt x="950" y="155"/>
                </a:cubicBezTo>
                <a:cubicBezTo>
                  <a:pt x="953" y="168"/>
                  <a:pt x="954" y="181"/>
                  <a:pt x="954" y="194"/>
                </a:cubicBezTo>
                <a:lnTo>
                  <a:pt x="954" y="760"/>
                </a:lnTo>
                <a:cubicBezTo>
                  <a:pt x="954" y="773"/>
                  <a:pt x="953" y="785"/>
                  <a:pt x="950" y="798"/>
                </a:cubicBezTo>
                <a:cubicBezTo>
                  <a:pt x="948" y="810"/>
                  <a:pt x="944" y="822"/>
                  <a:pt x="939" y="834"/>
                </a:cubicBezTo>
                <a:cubicBezTo>
                  <a:pt x="934" y="846"/>
                  <a:pt x="928" y="857"/>
                  <a:pt x="921" y="867"/>
                </a:cubicBezTo>
                <a:cubicBezTo>
                  <a:pt x="914" y="878"/>
                  <a:pt x="906" y="888"/>
                  <a:pt x="897" y="897"/>
                </a:cubicBezTo>
                <a:cubicBezTo>
                  <a:pt x="888" y="906"/>
                  <a:pt x="879" y="914"/>
                  <a:pt x="868" y="921"/>
                </a:cubicBezTo>
                <a:cubicBezTo>
                  <a:pt x="857" y="928"/>
                  <a:pt x="846" y="934"/>
                  <a:pt x="835" y="939"/>
                </a:cubicBezTo>
                <a:cubicBezTo>
                  <a:pt x="823" y="943"/>
                  <a:pt x="811" y="947"/>
                  <a:pt x="798" y="950"/>
                </a:cubicBezTo>
                <a:cubicBezTo>
                  <a:pt x="786" y="952"/>
                  <a:pt x="773" y="953"/>
                  <a:pt x="761" y="953"/>
                </a:cubicBezTo>
                <a:lnTo>
                  <a:pt x="194" y="953"/>
                </a:lnTo>
                <a:cubicBezTo>
                  <a:pt x="181" y="953"/>
                  <a:pt x="168" y="952"/>
                  <a:pt x="156" y="950"/>
                </a:cubicBezTo>
                <a:cubicBezTo>
                  <a:pt x="143" y="947"/>
                  <a:pt x="131" y="943"/>
                  <a:pt x="120" y="939"/>
                </a:cubicBezTo>
                <a:cubicBezTo>
                  <a:pt x="108" y="934"/>
                  <a:pt x="97" y="928"/>
                  <a:pt x="86" y="921"/>
                </a:cubicBezTo>
                <a:cubicBezTo>
                  <a:pt x="76" y="914"/>
                  <a:pt x="66" y="906"/>
                  <a:pt x="57" y="897"/>
                </a:cubicBezTo>
                <a:cubicBezTo>
                  <a:pt x="48" y="888"/>
                  <a:pt x="40" y="878"/>
                  <a:pt x="33" y="867"/>
                </a:cubicBezTo>
                <a:cubicBezTo>
                  <a:pt x="26" y="857"/>
                  <a:pt x="20" y="846"/>
                  <a:pt x="15" y="834"/>
                </a:cubicBezTo>
                <a:cubicBezTo>
                  <a:pt x="10" y="822"/>
                  <a:pt x="7" y="810"/>
                  <a:pt x="4" y="798"/>
                </a:cubicBezTo>
                <a:cubicBezTo>
                  <a:pt x="2" y="785"/>
                  <a:pt x="0" y="773"/>
                  <a:pt x="0" y="760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433080" y="1481040"/>
            <a:ext cx="343440" cy="343080"/>
          </a:xfrm>
          <a:custGeom>
            <a:avLst/>
            <a:gdLst/>
            <a:ahLst/>
            <a:rect l="0" t="0" r="r" b="b"/>
            <a:pathLst>
              <a:path fill="none" w="954" h="953">
                <a:moveTo>
                  <a:pt x="0" y="760"/>
                </a:moveTo>
                <a:lnTo>
                  <a:pt x="0" y="194"/>
                </a:lnTo>
                <a:cubicBezTo>
                  <a:pt x="0" y="181"/>
                  <a:pt x="2" y="168"/>
                  <a:pt x="4" y="155"/>
                </a:cubicBezTo>
                <a:cubicBezTo>
                  <a:pt x="7" y="143"/>
                  <a:pt x="10" y="131"/>
                  <a:pt x="15" y="119"/>
                </a:cubicBezTo>
                <a:cubicBezTo>
                  <a:pt x="20" y="107"/>
                  <a:pt x="26" y="96"/>
                  <a:pt x="33" y="86"/>
                </a:cubicBezTo>
                <a:cubicBezTo>
                  <a:pt x="40" y="75"/>
                  <a:pt x="48" y="65"/>
                  <a:pt x="57" y="56"/>
                </a:cubicBezTo>
                <a:cubicBezTo>
                  <a:pt x="66" y="47"/>
                  <a:pt x="76" y="39"/>
                  <a:pt x="86" y="32"/>
                </a:cubicBezTo>
                <a:cubicBezTo>
                  <a:pt x="97" y="25"/>
                  <a:pt x="108" y="19"/>
                  <a:pt x="120" y="14"/>
                </a:cubicBezTo>
                <a:cubicBezTo>
                  <a:pt x="131" y="10"/>
                  <a:pt x="143" y="6"/>
                  <a:pt x="156" y="3"/>
                </a:cubicBezTo>
                <a:cubicBezTo>
                  <a:pt x="168" y="1"/>
                  <a:pt x="181" y="0"/>
                  <a:pt x="194" y="0"/>
                </a:cubicBezTo>
                <a:lnTo>
                  <a:pt x="761" y="0"/>
                </a:lnTo>
                <a:cubicBezTo>
                  <a:pt x="773" y="0"/>
                  <a:pt x="786" y="1"/>
                  <a:pt x="798" y="3"/>
                </a:cubicBezTo>
                <a:cubicBezTo>
                  <a:pt x="811" y="6"/>
                  <a:pt x="823" y="10"/>
                  <a:pt x="835" y="14"/>
                </a:cubicBezTo>
                <a:cubicBezTo>
                  <a:pt x="846" y="19"/>
                  <a:pt x="857" y="25"/>
                  <a:pt x="868" y="32"/>
                </a:cubicBezTo>
                <a:cubicBezTo>
                  <a:pt x="879" y="39"/>
                  <a:pt x="888" y="47"/>
                  <a:pt x="897" y="56"/>
                </a:cubicBezTo>
                <a:cubicBezTo>
                  <a:pt x="906" y="65"/>
                  <a:pt x="914" y="75"/>
                  <a:pt x="921" y="86"/>
                </a:cubicBezTo>
                <a:cubicBezTo>
                  <a:pt x="928" y="96"/>
                  <a:pt x="934" y="107"/>
                  <a:pt x="939" y="119"/>
                </a:cubicBezTo>
                <a:cubicBezTo>
                  <a:pt x="944" y="131"/>
                  <a:pt x="948" y="143"/>
                  <a:pt x="950" y="155"/>
                </a:cubicBezTo>
                <a:cubicBezTo>
                  <a:pt x="953" y="168"/>
                  <a:pt x="954" y="181"/>
                  <a:pt x="954" y="194"/>
                </a:cubicBezTo>
                <a:lnTo>
                  <a:pt x="954" y="760"/>
                </a:lnTo>
                <a:cubicBezTo>
                  <a:pt x="954" y="773"/>
                  <a:pt x="953" y="785"/>
                  <a:pt x="950" y="798"/>
                </a:cubicBezTo>
                <a:cubicBezTo>
                  <a:pt x="948" y="810"/>
                  <a:pt x="944" y="822"/>
                  <a:pt x="939" y="834"/>
                </a:cubicBezTo>
                <a:cubicBezTo>
                  <a:pt x="934" y="846"/>
                  <a:pt x="928" y="857"/>
                  <a:pt x="921" y="867"/>
                </a:cubicBezTo>
                <a:cubicBezTo>
                  <a:pt x="914" y="878"/>
                  <a:pt x="906" y="888"/>
                  <a:pt x="897" y="897"/>
                </a:cubicBezTo>
                <a:cubicBezTo>
                  <a:pt x="888" y="906"/>
                  <a:pt x="879" y="914"/>
                  <a:pt x="868" y="921"/>
                </a:cubicBezTo>
                <a:cubicBezTo>
                  <a:pt x="857" y="928"/>
                  <a:pt x="846" y="934"/>
                  <a:pt x="835" y="939"/>
                </a:cubicBezTo>
                <a:cubicBezTo>
                  <a:pt x="823" y="943"/>
                  <a:pt x="811" y="947"/>
                  <a:pt x="798" y="950"/>
                </a:cubicBezTo>
                <a:cubicBezTo>
                  <a:pt x="786" y="952"/>
                  <a:pt x="773" y="953"/>
                  <a:pt x="761" y="953"/>
                </a:cubicBezTo>
                <a:lnTo>
                  <a:pt x="194" y="953"/>
                </a:lnTo>
                <a:cubicBezTo>
                  <a:pt x="181" y="953"/>
                  <a:pt x="168" y="952"/>
                  <a:pt x="156" y="950"/>
                </a:cubicBezTo>
                <a:cubicBezTo>
                  <a:pt x="143" y="947"/>
                  <a:pt x="131" y="943"/>
                  <a:pt x="120" y="939"/>
                </a:cubicBezTo>
                <a:cubicBezTo>
                  <a:pt x="108" y="934"/>
                  <a:pt x="97" y="928"/>
                  <a:pt x="86" y="921"/>
                </a:cubicBezTo>
                <a:cubicBezTo>
                  <a:pt x="76" y="914"/>
                  <a:pt x="66" y="906"/>
                  <a:pt x="57" y="897"/>
                </a:cubicBezTo>
                <a:cubicBezTo>
                  <a:pt x="48" y="888"/>
                  <a:pt x="40" y="878"/>
                  <a:pt x="33" y="867"/>
                </a:cubicBezTo>
                <a:cubicBezTo>
                  <a:pt x="26" y="857"/>
                  <a:pt x="20" y="846"/>
                  <a:pt x="15" y="834"/>
                </a:cubicBezTo>
                <a:cubicBezTo>
                  <a:pt x="10" y="822"/>
                  <a:pt x="7" y="810"/>
                  <a:pt x="4" y="798"/>
                </a:cubicBezTo>
                <a:cubicBezTo>
                  <a:pt x="2" y="785"/>
                  <a:pt x="0" y="773"/>
                  <a:pt x="0" y="760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542880" y="1571400"/>
            <a:ext cx="122760" cy="163800"/>
          </a:xfrm>
          <a:custGeom>
            <a:avLst/>
            <a:gdLst/>
            <a:ahLst/>
            <a:rect l="0" t="0" r="r" b="b"/>
            <a:pathLst>
              <a:path w="341" h="455">
                <a:moveTo>
                  <a:pt x="29" y="0"/>
                </a:moveTo>
                <a:cubicBezTo>
                  <a:pt x="12" y="0"/>
                  <a:pt x="0" y="13"/>
                  <a:pt x="0" y="29"/>
                </a:cubicBezTo>
                <a:cubicBezTo>
                  <a:pt x="0" y="44"/>
                  <a:pt x="12" y="57"/>
                  <a:pt x="29" y="57"/>
                </a:cubicBezTo>
                <a:lnTo>
                  <a:pt x="29" y="67"/>
                </a:lnTo>
                <a:cubicBezTo>
                  <a:pt x="29" y="104"/>
                  <a:pt x="44" y="140"/>
                  <a:pt x="71" y="167"/>
                </a:cubicBezTo>
                <a:lnTo>
                  <a:pt x="131" y="227"/>
                </a:lnTo>
                <a:lnTo>
                  <a:pt x="71" y="287"/>
                </a:lnTo>
                <a:cubicBezTo>
                  <a:pt x="44" y="314"/>
                  <a:pt x="29" y="350"/>
                  <a:pt x="29" y="387"/>
                </a:cubicBezTo>
                <a:lnTo>
                  <a:pt x="29" y="398"/>
                </a:lnTo>
                <a:cubicBezTo>
                  <a:pt x="12" y="398"/>
                  <a:pt x="0" y="411"/>
                  <a:pt x="0" y="427"/>
                </a:cubicBezTo>
                <a:cubicBezTo>
                  <a:pt x="0" y="442"/>
                  <a:pt x="12" y="455"/>
                  <a:pt x="29" y="455"/>
                </a:cubicBezTo>
                <a:lnTo>
                  <a:pt x="57" y="455"/>
                </a:lnTo>
                <a:lnTo>
                  <a:pt x="284" y="455"/>
                </a:lnTo>
                <a:lnTo>
                  <a:pt x="313" y="455"/>
                </a:lnTo>
                <a:cubicBezTo>
                  <a:pt x="328" y="455"/>
                  <a:pt x="341" y="442"/>
                  <a:pt x="341" y="427"/>
                </a:cubicBezTo>
                <a:cubicBezTo>
                  <a:pt x="341" y="411"/>
                  <a:pt x="328" y="398"/>
                  <a:pt x="313" y="398"/>
                </a:cubicBezTo>
                <a:lnTo>
                  <a:pt x="313" y="387"/>
                </a:lnTo>
                <a:cubicBezTo>
                  <a:pt x="313" y="350"/>
                  <a:pt x="298" y="314"/>
                  <a:pt x="271" y="287"/>
                </a:cubicBezTo>
                <a:lnTo>
                  <a:pt x="211" y="227"/>
                </a:lnTo>
                <a:lnTo>
                  <a:pt x="271" y="167"/>
                </a:lnTo>
                <a:cubicBezTo>
                  <a:pt x="298" y="140"/>
                  <a:pt x="313" y="104"/>
                  <a:pt x="313" y="67"/>
                </a:cubicBezTo>
                <a:lnTo>
                  <a:pt x="313" y="57"/>
                </a:lnTo>
                <a:cubicBezTo>
                  <a:pt x="328" y="57"/>
                  <a:pt x="341" y="44"/>
                  <a:pt x="341" y="29"/>
                </a:cubicBezTo>
                <a:cubicBezTo>
                  <a:pt x="341" y="13"/>
                  <a:pt x="328" y="0"/>
                  <a:pt x="313" y="0"/>
                </a:cubicBezTo>
                <a:lnTo>
                  <a:pt x="284" y="0"/>
                </a:lnTo>
                <a:lnTo>
                  <a:pt x="57" y="0"/>
                </a:lnTo>
                <a:lnTo>
                  <a:pt x="29" y="0"/>
                </a:lnTo>
                <a:moveTo>
                  <a:pt x="86" y="67"/>
                </a:moveTo>
                <a:lnTo>
                  <a:pt x="86" y="57"/>
                </a:lnTo>
                <a:lnTo>
                  <a:pt x="256" y="57"/>
                </a:lnTo>
                <a:lnTo>
                  <a:pt x="256" y="67"/>
                </a:lnTo>
                <a:cubicBezTo>
                  <a:pt x="256" y="84"/>
                  <a:pt x="251" y="100"/>
                  <a:pt x="242" y="114"/>
                </a:cubicBezTo>
                <a:lnTo>
                  <a:pt x="100" y="114"/>
                </a:lnTo>
                <a:cubicBezTo>
                  <a:pt x="91" y="100"/>
                  <a:pt x="86" y="84"/>
                  <a:pt x="86" y="67"/>
                </a:cubicBezTo>
                <a:moveTo>
                  <a:pt x="100" y="340"/>
                </a:moveTo>
                <a:cubicBezTo>
                  <a:pt x="103" y="336"/>
                  <a:pt x="107" y="331"/>
                  <a:pt x="111" y="327"/>
                </a:cubicBezTo>
                <a:lnTo>
                  <a:pt x="171" y="267"/>
                </a:lnTo>
                <a:lnTo>
                  <a:pt x="231" y="327"/>
                </a:lnTo>
                <a:cubicBezTo>
                  <a:pt x="235" y="331"/>
                  <a:pt x="239" y="336"/>
                  <a:pt x="242" y="341"/>
                </a:cubicBezTo>
                <a:lnTo>
                  <a:pt x="100" y="341"/>
                </a:lnTo>
                <a:lnTo>
                  <a:pt x="100" y="34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763200" y="952200"/>
            <a:ext cx="24703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Enigmatic Creator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930240" y="1488240"/>
            <a:ext cx="2454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2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Brief but Brilliant (1818–1848)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930240" y="1793880"/>
            <a:ext cx="399276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Emily lived a tragically short life, passing away at 30 from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930240" y="2031840"/>
            <a:ext cx="474804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tuberculosis. Despite publishing only one novel, her singular genius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300040" y="2662200"/>
            <a:ext cx="1734120" cy="2457720"/>
          </a:xfrm>
          <a:custGeom>
            <a:avLst/>
            <a:gdLst/>
            <a:ahLst/>
            <a:rect l="0" t="0" r="r" b="b"/>
            <a:pathLst>
              <a:path w="4817" h="6827">
                <a:moveTo>
                  <a:pt x="0" y="6737"/>
                </a:moveTo>
                <a:lnTo>
                  <a:pt x="0" y="90"/>
                </a:lnTo>
                <a:cubicBezTo>
                  <a:pt x="0" y="78"/>
                  <a:pt x="2" y="66"/>
                  <a:pt x="7" y="55"/>
                </a:cubicBezTo>
                <a:cubicBezTo>
                  <a:pt x="12" y="44"/>
                  <a:pt x="18" y="34"/>
                  <a:pt x="27" y="26"/>
                </a:cubicBezTo>
                <a:cubicBezTo>
                  <a:pt x="35" y="18"/>
                  <a:pt x="45" y="11"/>
                  <a:pt x="56" y="6"/>
                </a:cubicBezTo>
                <a:cubicBezTo>
                  <a:pt x="67" y="2"/>
                  <a:pt x="78" y="0"/>
                  <a:pt x="90" y="0"/>
                </a:cubicBezTo>
                <a:lnTo>
                  <a:pt x="4727" y="0"/>
                </a:lnTo>
                <a:cubicBezTo>
                  <a:pt x="4739" y="0"/>
                  <a:pt x="4750" y="2"/>
                  <a:pt x="4761" y="6"/>
                </a:cubicBezTo>
                <a:cubicBezTo>
                  <a:pt x="4772" y="11"/>
                  <a:pt x="4782" y="18"/>
                  <a:pt x="4790" y="26"/>
                </a:cubicBezTo>
                <a:cubicBezTo>
                  <a:pt x="4799" y="34"/>
                  <a:pt x="4805" y="44"/>
                  <a:pt x="4810" y="55"/>
                </a:cubicBezTo>
                <a:cubicBezTo>
                  <a:pt x="4814" y="66"/>
                  <a:pt x="4817" y="78"/>
                  <a:pt x="4817" y="90"/>
                </a:cubicBezTo>
                <a:lnTo>
                  <a:pt x="4817" y="6737"/>
                </a:lnTo>
                <a:cubicBezTo>
                  <a:pt x="4817" y="6749"/>
                  <a:pt x="4814" y="6760"/>
                  <a:pt x="4810" y="6771"/>
                </a:cubicBezTo>
                <a:cubicBezTo>
                  <a:pt x="4805" y="6782"/>
                  <a:pt x="4799" y="6792"/>
                  <a:pt x="4790" y="6800"/>
                </a:cubicBezTo>
                <a:cubicBezTo>
                  <a:pt x="4782" y="6809"/>
                  <a:pt x="4772" y="6815"/>
                  <a:pt x="4761" y="6820"/>
                </a:cubicBezTo>
                <a:cubicBezTo>
                  <a:pt x="4750" y="6825"/>
                  <a:pt x="4739" y="6827"/>
                  <a:pt x="4727" y="6827"/>
                </a:cubicBezTo>
                <a:lnTo>
                  <a:pt x="90" y="6827"/>
                </a:lnTo>
                <a:cubicBezTo>
                  <a:pt x="78" y="6827"/>
                  <a:pt x="67" y="6825"/>
                  <a:pt x="56" y="6820"/>
                </a:cubicBezTo>
                <a:cubicBezTo>
                  <a:pt x="45" y="6815"/>
                  <a:pt x="35" y="6809"/>
                  <a:pt x="27" y="6800"/>
                </a:cubicBezTo>
                <a:cubicBezTo>
                  <a:pt x="18" y="6792"/>
                  <a:pt x="12" y="6782"/>
                  <a:pt x="7" y="6771"/>
                </a:cubicBezTo>
                <a:cubicBezTo>
                  <a:pt x="2" y="6760"/>
                  <a:pt x="0" y="6749"/>
                  <a:pt x="0" y="673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300040" y="2662200"/>
            <a:ext cx="1734120" cy="2457720"/>
          </a:xfrm>
          <a:custGeom>
            <a:avLst/>
            <a:gdLst/>
            <a:ahLst/>
            <a:rect l="0" t="0" r="r" b="b"/>
            <a:pathLst>
              <a:path fill="none" w="4817" h="6827">
                <a:moveTo>
                  <a:pt x="0" y="6737"/>
                </a:moveTo>
                <a:lnTo>
                  <a:pt x="0" y="90"/>
                </a:lnTo>
                <a:cubicBezTo>
                  <a:pt x="0" y="78"/>
                  <a:pt x="2" y="66"/>
                  <a:pt x="7" y="55"/>
                </a:cubicBezTo>
                <a:cubicBezTo>
                  <a:pt x="12" y="44"/>
                  <a:pt x="18" y="34"/>
                  <a:pt x="27" y="26"/>
                </a:cubicBezTo>
                <a:cubicBezTo>
                  <a:pt x="35" y="18"/>
                  <a:pt x="45" y="11"/>
                  <a:pt x="56" y="6"/>
                </a:cubicBezTo>
                <a:cubicBezTo>
                  <a:pt x="67" y="2"/>
                  <a:pt x="78" y="0"/>
                  <a:pt x="90" y="0"/>
                </a:cubicBezTo>
                <a:lnTo>
                  <a:pt x="4727" y="0"/>
                </a:lnTo>
                <a:cubicBezTo>
                  <a:pt x="4739" y="0"/>
                  <a:pt x="4750" y="2"/>
                  <a:pt x="4761" y="6"/>
                </a:cubicBezTo>
                <a:cubicBezTo>
                  <a:pt x="4772" y="11"/>
                  <a:pt x="4782" y="18"/>
                  <a:pt x="4790" y="26"/>
                </a:cubicBezTo>
                <a:cubicBezTo>
                  <a:pt x="4799" y="34"/>
                  <a:pt x="4805" y="44"/>
                  <a:pt x="4810" y="55"/>
                </a:cubicBezTo>
                <a:cubicBezTo>
                  <a:pt x="4814" y="66"/>
                  <a:pt x="4817" y="78"/>
                  <a:pt x="4817" y="90"/>
                </a:cubicBezTo>
                <a:lnTo>
                  <a:pt x="4817" y="6737"/>
                </a:lnTo>
                <a:cubicBezTo>
                  <a:pt x="4817" y="6749"/>
                  <a:pt x="4814" y="6760"/>
                  <a:pt x="4810" y="6771"/>
                </a:cubicBezTo>
                <a:cubicBezTo>
                  <a:pt x="4805" y="6782"/>
                  <a:pt x="4799" y="6792"/>
                  <a:pt x="4790" y="6800"/>
                </a:cubicBezTo>
                <a:cubicBezTo>
                  <a:pt x="4782" y="6809"/>
                  <a:pt x="4772" y="6815"/>
                  <a:pt x="4761" y="6820"/>
                </a:cubicBezTo>
                <a:cubicBezTo>
                  <a:pt x="4750" y="6825"/>
                  <a:pt x="4739" y="6827"/>
                  <a:pt x="4727" y="6827"/>
                </a:cubicBezTo>
                <a:lnTo>
                  <a:pt x="90" y="6827"/>
                </a:lnTo>
                <a:cubicBezTo>
                  <a:pt x="78" y="6827"/>
                  <a:pt x="67" y="6825"/>
                  <a:pt x="56" y="6820"/>
                </a:cubicBezTo>
                <a:cubicBezTo>
                  <a:pt x="45" y="6815"/>
                  <a:pt x="35" y="6809"/>
                  <a:pt x="27" y="6800"/>
                </a:cubicBezTo>
                <a:cubicBezTo>
                  <a:pt x="18" y="6792"/>
                  <a:pt x="12" y="6782"/>
                  <a:pt x="7" y="6771"/>
                </a:cubicBezTo>
                <a:cubicBezTo>
                  <a:pt x="2" y="6760"/>
                  <a:pt x="0" y="6749"/>
                  <a:pt x="0" y="6737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2381400" y="2733840"/>
            <a:ext cx="1580760" cy="20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"/>
          <p:cNvSpPr txBox="1"/>
          <p:nvPr/>
        </p:nvSpPr>
        <p:spPr>
          <a:xfrm>
            <a:off x="930240" y="2279520"/>
            <a:ext cx="298476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left an indelible mark on English literature.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433080" y="5290920"/>
            <a:ext cx="343440" cy="343440"/>
          </a:xfrm>
          <a:custGeom>
            <a:avLst/>
            <a:gdLst/>
            <a:ahLst/>
            <a:rect l="0" t="0" r="r" b="b"/>
            <a:pathLst>
              <a:path w="954" h="954">
                <a:moveTo>
                  <a:pt x="0" y="760"/>
                </a:moveTo>
                <a:lnTo>
                  <a:pt x="0" y="194"/>
                </a:lnTo>
                <a:cubicBezTo>
                  <a:pt x="0" y="182"/>
                  <a:pt x="2" y="169"/>
                  <a:pt x="4" y="157"/>
                </a:cubicBezTo>
                <a:cubicBezTo>
                  <a:pt x="7" y="144"/>
                  <a:pt x="10" y="132"/>
                  <a:pt x="15" y="120"/>
                </a:cubicBezTo>
                <a:cubicBezTo>
                  <a:pt x="20" y="109"/>
                  <a:pt x="26" y="98"/>
                  <a:pt x="33" y="87"/>
                </a:cubicBezTo>
                <a:cubicBezTo>
                  <a:pt x="40" y="76"/>
                  <a:pt x="48" y="67"/>
                  <a:pt x="57" y="57"/>
                </a:cubicBezTo>
                <a:cubicBezTo>
                  <a:pt x="66" y="48"/>
                  <a:pt x="76" y="40"/>
                  <a:pt x="86" y="33"/>
                </a:cubicBezTo>
                <a:cubicBezTo>
                  <a:pt x="97" y="26"/>
                  <a:pt x="108" y="20"/>
                  <a:pt x="120" y="15"/>
                </a:cubicBezTo>
                <a:cubicBezTo>
                  <a:pt x="131" y="10"/>
                  <a:pt x="143" y="6"/>
                  <a:pt x="156" y="4"/>
                </a:cubicBezTo>
                <a:cubicBezTo>
                  <a:pt x="168" y="1"/>
                  <a:pt x="181" y="0"/>
                  <a:pt x="194" y="0"/>
                </a:cubicBezTo>
                <a:lnTo>
                  <a:pt x="761" y="0"/>
                </a:lnTo>
                <a:cubicBezTo>
                  <a:pt x="773" y="0"/>
                  <a:pt x="786" y="1"/>
                  <a:pt x="798" y="4"/>
                </a:cubicBezTo>
                <a:cubicBezTo>
                  <a:pt x="811" y="6"/>
                  <a:pt x="823" y="10"/>
                  <a:pt x="835" y="15"/>
                </a:cubicBezTo>
                <a:cubicBezTo>
                  <a:pt x="846" y="20"/>
                  <a:pt x="857" y="26"/>
                  <a:pt x="868" y="33"/>
                </a:cubicBezTo>
                <a:cubicBezTo>
                  <a:pt x="879" y="40"/>
                  <a:pt x="888" y="48"/>
                  <a:pt x="897" y="57"/>
                </a:cubicBezTo>
                <a:cubicBezTo>
                  <a:pt x="906" y="67"/>
                  <a:pt x="914" y="76"/>
                  <a:pt x="921" y="87"/>
                </a:cubicBezTo>
                <a:cubicBezTo>
                  <a:pt x="928" y="98"/>
                  <a:pt x="934" y="109"/>
                  <a:pt x="939" y="120"/>
                </a:cubicBezTo>
                <a:cubicBezTo>
                  <a:pt x="944" y="132"/>
                  <a:pt x="948" y="144"/>
                  <a:pt x="950" y="157"/>
                </a:cubicBezTo>
                <a:cubicBezTo>
                  <a:pt x="953" y="169"/>
                  <a:pt x="954" y="182"/>
                  <a:pt x="954" y="194"/>
                </a:cubicBezTo>
                <a:lnTo>
                  <a:pt x="954" y="760"/>
                </a:lnTo>
                <a:cubicBezTo>
                  <a:pt x="954" y="773"/>
                  <a:pt x="953" y="786"/>
                  <a:pt x="950" y="798"/>
                </a:cubicBezTo>
                <a:cubicBezTo>
                  <a:pt x="948" y="811"/>
                  <a:pt x="944" y="823"/>
                  <a:pt x="939" y="834"/>
                </a:cubicBezTo>
                <a:cubicBezTo>
                  <a:pt x="934" y="846"/>
                  <a:pt x="928" y="857"/>
                  <a:pt x="921" y="868"/>
                </a:cubicBezTo>
                <a:cubicBezTo>
                  <a:pt x="914" y="878"/>
                  <a:pt x="906" y="888"/>
                  <a:pt x="897" y="897"/>
                </a:cubicBezTo>
                <a:cubicBezTo>
                  <a:pt x="888" y="906"/>
                  <a:pt x="879" y="914"/>
                  <a:pt x="868" y="921"/>
                </a:cubicBezTo>
                <a:cubicBezTo>
                  <a:pt x="857" y="928"/>
                  <a:pt x="846" y="934"/>
                  <a:pt x="835" y="939"/>
                </a:cubicBezTo>
                <a:cubicBezTo>
                  <a:pt x="823" y="944"/>
                  <a:pt x="811" y="947"/>
                  <a:pt x="798" y="950"/>
                </a:cubicBezTo>
                <a:cubicBezTo>
                  <a:pt x="786" y="952"/>
                  <a:pt x="773" y="954"/>
                  <a:pt x="761" y="954"/>
                </a:cubicBezTo>
                <a:lnTo>
                  <a:pt x="194" y="954"/>
                </a:lnTo>
                <a:cubicBezTo>
                  <a:pt x="181" y="954"/>
                  <a:pt x="168" y="952"/>
                  <a:pt x="156" y="950"/>
                </a:cubicBezTo>
                <a:cubicBezTo>
                  <a:pt x="143" y="947"/>
                  <a:pt x="131" y="944"/>
                  <a:pt x="120" y="939"/>
                </a:cubicBezTo>
                <a:cubicBezTo>
                  <a:pt x="108" y="934"/>
                  <a:pt x="97" y="928"/>
                  <a:pt x="86" y="921"/>
                </a:cubicBezTo>
                <a:cubicBezTo>
                  <a:pt x="76" y="914"/>
                  <a:pt x="66" y="906"/>
                  <a:pt x="57" y="897"/>
                </a:cubicBezTo>
                <a:cubicBezTo>
                  <a:pt x="48" y="888"/>
                  <a:pt x="40" y="878"/>
                  <a:pt x="33" y="868"/>
                </a:cubicBezTo>
                <a:cubicBezTo>
                  <a:pt x="26" y="857"/>
                  <a:pt x="20" y="846"/>
                  <a:pt x="15" y="834"/>
                </a:cubicBezTo>
                <a:cubicBezTo>
                  <a:pt x="10" y="823"/>
                  <a:pt x="7" y="811"/>
                  <a:pt x="4" y="798"/>
                </a:cubicBezTo>
                <a:cubicBezTo>
                  <a:pt x="2" y="786"/>
                  <a:pt x="0" y="773"/>
                  <a:pt x="0" y="760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433080" y="5290920"/>
            <a:ext cx="343440" cy="343440"/>
          </a:xfrm>
          <a:custGeom>
            <a:avLst/>
            <a:gdLst/>
            <a:ahLst/>
            <a:rect l="0" t="0" r="r" b="b"/>
            <a:pathLst>
              <a:path fill="none" w="954" h="954">
                <a:moveTo>
                  <a:pt x="0" y="760"/>
                </a:moveTo>
                <a:lnTo>
                  <a:pt x="0" y="194"/>
                </a:lnTo>
                <a:cubicBezTo>
                  <a:pt x="0" y="182"/>
                  <a:pt x="2" y="169"/>
                  <a:pt x="4" y="157"/>
                </a:cubicBezTo>
                <a:cubicBezTo>
                  <a:pt x="7" y="144"/>
                  <a:pt x="10" y="132"/>
                  <a:pt x="15" y="120"/>
                </a:cubicBezTo>
                <a:cubicBezTo>
                  <a:pt x="20" y="109"/>
                  <a:pt x="26" y="98"/>
                  <a:pt x="33" y="87"/>
                </a:cubicBezTo>
                <a:cubicBezTo>
                  <a:pt x="40" y="76"/>
                  <a:pt x="48" y="67"/>
                  <a:pt x="57" y="57"/>
                </a:cubicBezTo>
                <a:cubicBezTo>
                  <a:pt x="66" y="48"/>
                  <a:pt x="76" y="40"/>
                  <a:pt x="86" y="33"/>
                </a:cubicBezTo>
                <a:cubicBezTo>
                  <a:pt x="97" y="26"/>
                  <a:pt x="108" y="20"/>
                  <a:pt x="120" y="15"/>
                </a:cubicBezTo>
                <a:cubicBezTo>
                  <a:pt x="131" y="10"/>
                  <a:pt x="143" y="6"/>
                  <a:pt x="156" y="4"/>
                </a:cubicBezTo>
                <a:cubicBezTo>
                  <a:pt x="168" y="1"/>
                  <a:pt x="181" y="0"/>
                  <a:pt x="194" y="0"/>
                </a:cubicBezTo>
                <a:lnTo>
                  <a:pt x="761" y="0"/>
                </a:lnTo>
                <a:cubicBezTo>
                  <a:pt x="773" y="0"/>
                  <a:pt x="786" y="1"/>
                  <a:pt x="798" y="4"/>
                </a:cubicBezTo>
                <a:cubicBezTo>
                  <a:pt x="811" y="6"/>
                  <a:pt x="823" y="10"/>
                  <a:pt x="835" y="15"/>
                </a:cubicBezTo>
                <a:cubicBezTo>
                  <a:pt x="846" y="20"/>
                  <a:pt x="857" y="26"/>
                  <a:pt x="868" y="33"/>
                </a:cubicBezTo>
                <a:cubicBezTo>
                  <a:pt x="879" y="40"/>
                  <a:pt x="888" y="48"/>
                  <a:pt x="897" y="57"/>
                </a:cubicBezTo>
                <a:cubicBezTo>
                  <a:pt x="906" y="67"/>
                  <a:pt x="914" y="76"/>
                  <a:pt x="921" y="87"/>
                </a:cubicBezTo>
                <a:cubicBezTo>
                  <a:pt x="928" y="98"/>
                  <a:pt x="934" y="109"/>
                  <a:pt x="939" y="120"/>
                </a:cubicBezTo>
                <a:cubicBezTo>
                  <a:pt x="944" y="132"/>
                  <a:pt x="948" y="144"/>
                  <a:pt x="950" y="157"/>
                </a:cubicBezTo>
                <a:cubicBezTo>
                  <a:pt x="953" y="169"/>
                  <a:pt x="954" y="182"/>
                  <a:pt x="954" y="194"/>
                </a:cubicBezTo>
                <a:lnTo>
                  <a:pt x="954" y="760"/>
                </a:lnTo>
                <a:cubicBezTo>
                  <a:pt x="954" y="773"/>
                  <a:pt x="953" y="786"/>
                  <a:pt x="950" y="798"/>
                </a:cubicBezTo>
                <a:cubicBezTo>
                  <a:pt x="948" y="811"/>
                  <a:pt x="944" y="823"/>
                  <a:pt x="939" y="834"/>
                </a:cubicBezTo>
                <a:cubicBezTo>
                  <a:pt x="934" y="846"/>
                  <a:pt x="928" y="857"/>
                  <a:pt x="921" y="868"/>
                </a:cubicBezTo>
                <a:cubicBezTo>
                  <a:pt x="914" y="878"/>
                  <a:pt x="906" y="888"/>
                  <a:pt x="897" y="897"/>
                </a:cubicBezTo>
                <a:cubicBezTo>
                  <a:pt x="888" y="906"/>
                  <a:pt x="879" y="914"/>
                  <a:pt x="868" y="921"/>
                </a:cubicBezTo>
                <a:cubicBezTo>
                  <a:pt x="857" y="928"/>
                  <a:pt x="846" y="934"/>
                  <a:pt x="835" y="939"/>
                </a:cubicBezTo>
                <a:cubicBezTo>
                  <a:pt x="823" y="944"/>
                  <a:pt x="811" y="947"/>
                  <a:pt x="798" y="950"/>
                </a:cubicBezTo>
                <a:cubicBezTo>
                  <a:pt x="786" y="952"/>
                  <a:pt x="773" y="954"/>
                  <a:pt x="761" y="954"/>
                </a:cubicBezTo>
                <a:lnTo>
                  <a:pt x="194" y="954"/>
                </a:lnTo>
                <a:cubicBezTo>
                  <a:pt x="181" y="954"/>
                  <a:pt x="168" y="952"/>
                  <a:pt x="156" y="950"/>
                </a:cubicBezTo>
                <a:cubicBezTo>
                  <a:pt x="143" y="947"/>
                  <a:pt x="131" y="944"/>
                  <a:pt x="120" y="939"/>
                </a:cubicBezTo>
                <a:cubicBezTo>
                  <a:pt x="108" y="934"/>
                  <a:pt x="97" y="928"/>
                  <a:pt x="86" y="921"/>
                </a:cubicBezTo>
                <a:cubicBezTo>
                  <a:pt x="76" y="914"/>
                  <a:pt x="66" y="906"/>
                  <a:pt x="57" y="897"/>
                </a:cubicBezTo>
                <a:cubicBezTo>
                  <a:pt x="48" y="888"/>
                  <a:pt x="40" y="878"/>
                  <a:pt x="33" y="868"/>
                </a:cubicBezTo>
                <a:cubicBezTo>
                  <a:pt x="26" y="857"/>
                  <a:pt x="20" y="846"/>
                  <a:pt x="15" y="834"/>
                </a:cubicBezTo>
                <a:cubicBezTo>
                  <a:pt x="10" y="823"/>
                  <a:pt x="7" y="811"/>
                  <a:pt x="4" y="798"/>
                </a:cubicBezTo>
                <a:cubicBezTo>
                  <a:pt x="2" y="786"/>
                  <a:pt x="0" y="773"/>
                  <a:pt x="0" y="760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14080" y="5392440"/>
            <a:ext cx="184320" cy="122760"/>
          </a:xfrm>
          <a:custGeom>
            <a:avLst/>
            <a:gdLst/>
            <a:ahLst/>
            <a:rect l="0" t="0" r="r" b="b"/>
            <a:pathLst>
              <a:path w="512" h="341">
                <a:moveTo>
                  <a:pt x="256" y="0"/>
                </a:moveTo>
                <a:cubicBezTo>
                  <a:pt x="57" y="0"/>
                  <a:pt x="0" y="85"/>
                  <a:pt x="0" y="185"/>
                </a:cubicBezTo>
                <a:cubicBezTo>
                  <a:pt x="0" y="284"/>
                  <a:pt x="71" y="341"/>
                  <a:pt x="156" y="341"/>
                </a:cubicBezTo>
                <a:lnTo>
                  <a:pt x="164" y="341"/>
                </a:lnTo>
                <a:cubicBezTo>
                  <a:pt x="185" y="341"/>
                  <a:pt x="205" y="329"/>
                  <a:pt x="214" y="310"/>
                </a:cubicBezTo>
                <a:lnTo>
                  <a:pt x="235" y="269"/>
                </a:lnTo>
                <a:cubicBezTo>
                  <a:pt x="239" y="261"/>
                  <a:pt x="247" y="256"/>
                  <a:pt x="256" y="256"/>
                </a:cubicBezTo>
                <a:cubicBezTo>
                  <a:pt x="264" y="256"/>
                  <a:pt x="272" y="261"/>
                  <a:pt x="276" y="269"/>
                </a:cubicBezTo>
                <a:lnTo>
                  <a:pt x="297" y="310"/>
                </a:lnTo>
                <a:cubicBezTo>
                  <a:pt x="306" y="329"/>
                  <a:pt x="326" y="341"/>
                  <a:pt x="347" y="341"/>
                </a:cubicBezTo>
                <a:lnTo>
                  <a:pt x="355" y="341"/>
                </a:lnTo>
                <a:cubicBezTo>
                  <a:pt x="441" y="341"/>
                  <a:pt x="512" y="284"/>
                  <a:pt x="512" y="185"/>
                </a:cubicBezTo>
                <a:cubicBezTo>
                  <a:pt x="512" y="85"/>
                  <a:pt x="455" y="0"/>
                  <a:pt x="256" y="0"/>
                </a:cubicBezTo>
                <a:moveTo>
                  <a:pt x="85" y="171"/>
                </a:moveTo>
                <a:cubicBezTo>
                  <a:pt x="85" y="163"/>
                  <a:pt x="87" y="156"/>
                  <a:pt x="90" y="148"/>
                </a:cubicBezTo>
                <a:cubicBezTo>
                  <a:pt x="93" y="141"/>
                  <a:pt x="97" y="135"/>
                  <a:pt x="102" y="130"/>
                </a:cubicBezTo>
                <a:cubicBezTo>
                  <a:pt x="107" y="125"/>
                  <a:pt x="113" y="120"/>
                  <a:pt x="120" y="118"/>
                </a:cubicBezTo>
                <a:cubicBezTo>
                  <a:pt x="127" y="115"/>
                  <a:pt x="135" y="113"/>
                  <a:pt x="142" y="113"/>
                </a:cubicBezTo>
                <a:cubicBezTo>
                  <a:pt x="150" y="113"/>
                  <a:pt x="157" y="115"/>
                  <a:pt x="164" y="118"/>
                </a:cubicBezTo>
                <a:cubicBezTo>
                  <a:pt x="171" y="120"/>
                  <a:pt x="177" y="125"/>
                  <a:pt x="182" y="130"/>
                </a:cubicBezTo>
                <a:cubicBezTo>
                  <a:pt x="188" y="135"/>
                  <a:pt x="192" y="141"/>
                  <a:pt x="194" y="148"/>
                </a:cubicBezTo>
                <a:cubicBezTo>
                  <a:pt x="197" y="156"/>
                  <a:pt x="199" y="163"/>
                  <a:pt x="199" y="171"/>
                </a:cubicBezTo>
                <a:cubicBezTo>
                  <a:pt x="199" y="178"/>
                  <a:pt x="197" y="186"/>
                  <a:pt x="194" y="193"/>
                </a:cubicBezTo>
                <a:cubicBezTo>
                  <a:pt x="192" y="200"/>
                  <a:pt x="188" y="206"/>
                  <a:pt x="182" y="211"/>
                </a:cubicBezTo>
                <a:cubicBezTo>
                  <a:pt x="177" y="216"/>
                  <a:pt x="171" y="220"/>
                  <a:pt x="164" y="223"/>
                </a:cubicBezTo>
                <a:cubicBezTo>
                  <a:pt x="157" y="226"/>
                  <a:pt x="150" y="228"/>
                  <a:pt x="142" y="228"/>
                </a:cubicBezTo>
                <a:cubicBezTo>
                  <a:pt x="135" y="228"/>
                  <a:pt x="127" y="226"/>
                  <a:pt x="120" y="223"/>
                </a:cubicBezTo>
                <a:cubicBezTo>
                  <a:pt x="113" y="220"/>
                  <a:pt x="107" y="216"/>
                  <a:pt x="102" y="211"/>
                </a:cubicBezTo>
                <a:cubicBezTo>
                  <a:pt x="97" y="206"/>
                  <a:pt x="93" y="200"/>
                  <a:pt x="90" y="193"/>
                </a:cubicBezTo>
                <a:cubicBezTo>
                  <a:pt x="87" y="186"/>
                  <a:pt x="85" y="178"/>
                  <a:pt x="85" y="171"/>
                </a:cubicBezTo>
                <a:moveTo>
                  <a:pt x="370" y="113"/>
                </a:moveTo>
                <a:cubicBezTo>
                  <a:pt x="378" y="113"/>
                  <a:pt x="385" y="115"/>
                  <a:pt x="392" y="118"/>
                </a:cubicBezTo>
                <a:cubicBezTo>
                  <a:pt x="399" y="120"/>
                  <a:pt x="405" y="125"/>
                  <a:pt x="410" y="130"/>
                </a:cubicBezTo>
                <a:cubicBezTo>
                  <a:pt x="415" y="135"/>
                  <a:pt x="420" y="141"/>
                  <a:pt x="422" y="148"/>
                </a:cubicBezTo>
                <a:cubicBezTo>
                  <a:pt x="425" y="156"/>
                  <a:pt x="427" y="163"/>
                  <a:pt x="427" y="171"/>
                </a:cubicBezTo>
                <a:cubicBezTo>
                  <a:pt x="427" y="178"/>
                  <a:pt x="425" y="186"/>
                  <a:pt x="422" y="193"/>
                </a:cubicBezTo>
                <a:cubicBezTo>
                  <a:pt x="420" y="200"/>
                  <a:pt x="415" y="206"/>
                  <a:pt x="410" y="211"/>
                </a:cubicBezTo>
                <a:cubicBezTo>
                  <a:pt x="405" y="216"/>
                  <a:pt x="399" y="220"/>
                  <a:pt x="392" y="223"/>
                </a:cubicBezTo>
                <a:cubicBezTo>
                  <a:pt x="385" y="226"/>
                  <a:pt x="378" y="228"/>
                  <a:pt x="370" y="228"/>
                </a:cubicBezTo>
                <a:cubicBezTo>
                  <a:pt x="362" y="228"/>
                  <a:pt x="354" y="226"/>
                  <a:pt x="347" y="223"/>
                </a:cubicBezTo>
                <a:cubicBezTo>
                  <a:pt x="340" y="220"/>
                  <a:pt x="334" y="216"/>
                  <a:pt x="329" y="211"/>
                </a:cubicBezTo>
                <a:cubicBezTo>
                  <a:pt x="324" y="206"/>
                  <a:pt x="319" y="200"/>
                  <a:pt x="317" y="193"/>
                </a:cubicBezTo>
                <a:cubicBezTo>
                  <a:pt x="314" y="186"/>
                  <a:pt x="312" y="178"/>
                  <a:pt x="312" y="171"/>
                </a:cubicBezTo>
                <a:cubicBezTo>
                  <a:pt x="312" y="163"/>
                  <a:pt x="314" y="156"/>
                  <a:pt x="317" y="148"/>
                </a:cubicBezTo>
                <a:cubicBezTo>
                  <a:pt x="319" y="141"/>
                  <a:pt x="324" y="135"/>
                  <a:pt x="329" y="130"/>
                </a:cubicBezTo>
                <a:cubicBezTo>
                  <a:pt x="334" y="125"/>
                  <a:pt x="340" y="120"/>
                  <a:pt x="347" y="118"/>
                </a:cubicBezTo>
                <a:cubicBezTo>
                  <a:pt x="354" y="115"/>
                  <a:pt x="362" y="113"/>
                  <a:pt x="370" y="113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2452680" y="4890960"/>
            <a:ext cx="14248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80" strike="noStrike" u="none">
                <a:solidFill>
                  <a:srgbClr val="6b7280"/>
                </a:solidFill>
                <a:effectLst/>
                <a:uFillTx/>
                <a:latin typeface="Microsoft YaHei"/>
                <a:ea typeface="MicrosoftYaHei"/>
              </a:rPr>
              <a:t>Portrait by Branwell Brontë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30240" y="5298120"/>
            <a:ext cx="21420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2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'Ellis Bell' Pseudonym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930240" y="5603760"/>
            <a:ext cx="477144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To bypass Victorian prejudice against female authors, she published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930240" y="5842080"/>
            <a:ext cx="467172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under a masculine name, ensuring her work was judged on its raw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6286320" y="990360"/>
            <a:ext cx="223200" cy="223200"/>
          </a:xfrm>
          <a:custGeom>
            <a:avLst/>
            <a:gdLst/>
            <a:ahLst/>
            <a:rect l="0" t="0" r="r" b="b"/>
            <a:pathLst>
              <a:path w="620" h="620">
                <a:moveTo>
                  <a:pt x="349" y="40"/>
                </a:moveTo>
                <a:cubicBezTo>
                  <a:pt x="349" y="61"/>
                  <a:pt x="367" y="79"/>
                  <a:pt x="388" y="79"/>
                </a:cubicBezTo>
                <a:lnTo>
                  <a:pt x="427" y="79"/>
                </a:lnTo>
                <a:cubicBezTo>
                  <a:pt x="448" y="79"/>
                  <a:pt x="465" y="96"/>
                  <a:pt x="465" y="117"/>
                </a:cubicBezTo>
                <a:cubicBezTo>
                  <a:pt x="465" y="139"/>
                  <a:pt x="448" y="156"/>
                  <a:pt x="427" y="156"/>
                </a:cubicBezTo>
                <a:lnTo>
                  <a:pt x="39" y="156"/>
                </a:lnTo>
                <a:cubicBezTo>
                  <a:pt x="17" y="156"/>
                  <a:pt x="0" y="173"/>
                  <a:pt x="0" y="195"/>
                </a:cubicBezTo>
                <a:cubicBezTo>
                  <a:pt x="0" y="216"/>
                  <a:pt x="17" y="233"/>
                  <a:pt x="39" y="233"/>
                </a:cubicBezTo>
                <a:lnTo>
                  <a:pt x="427" y="233"/>
                </a:lnTo>
                <a:cubicBezTo>
                  <a:pt x="491" y="233"/>
                  <a:pt x="543" y="181"/>
                  <a:pt x="543" y="117"/>
                </a:cubicBezTo>
                <a:cubicBezTo>
                  <a:pt x="543" y="53"/>
                  <a:pt x="491" y="0"/>
                  <a:pt x="427" y="0"/>
                </a:cubicBezTo>
                <a:lnTo>
                  <a:pt x="388" y="0"/>
                </a:lnTo>
                <a:cubicBezTo>
                  <a:pt x="367" y="0"/>
                  <a:pt x="349" y="17"/>
                  <a:pt x="349" y="40"/>
                </a:cubicBezTo>
                <a:moveTo>
                  <a:pt x="427" y="466"/>
                </a:moveTo>
                <a:cubicBezTo>
                  <a:pt x="427" y="487"/>
                  <a:pt x="444" y="504"/>
                  <a:pt x="465" y="504"/>
                </a:cubicBezTo>
                <a:lnTo>
                  <a:pt x="504" y="504"/>
                </a:lnTo>
                <a:cubicBezTo>
                  <a:pt x="568" y="504"/>
                  <a:pt x="620" y="452"/>
                  <a:pt x="620" y="388"/>
                </a:cubicBezTo>
                <a:cubicBezTo>
                  <a:pt x="620" y="324"/>
                  <a:pt x="568" y="272"/>
                  <a:pt x="504" y="272"/>
                </a:cubicBezTo>
                <a:lnTo>
                  <a:pt x="39" y="272"/>
                </a:lnTo>
                <a:cubicBezTo>
                  <a:pt x="17" y="272"/>
                  <a:pt x="0" y="289"/>
                  <a:pt x="0" y="311"/>
                </a:cubicBezTo>
                <a:cubicBezTo>
                  <a:pt x="0" y="332"/>
                  <a:pt x="17" y="350"/>
                  <a:pt x="39" y="350"/>
                </a:cubicBezTo>
                <a:lnTo>
                  <a:pt x="504" y="350"/>
                </a:lnTo>
                <a:cubicBezTo>
                  <a:pt x="526" y="350"/>
                  <a:pt x="543" y="367"/>
                  <a:pt x="543" y="388"/>
                </a:cubicBezTo>
                <a:cubicBezTo>
                  <a:pt x="543" y="410"/>
                  <a:pt x="526" y="427"/>
                  <a:pt x="504" y="427"/>
                </a:cubicBezTo>
                <a:lnTo>
                  <a:pt x="465" y="427"/>
                </a:lnTo>
                <a:cubicBezTo>
                  <a:pt x="444" y="427"/>
                  <a:pt x="427" y="444"/>
                  <a:pt x="427" y="466"/>
                </a:cubicBezTo>
                <a:moveTo>
                  <a:pt x="155" y="620"/>
                </a:moveTo>
                <a:lnTo>
                  <a:pt x="195" y="620"/>
                </a:lnTo>
                <a:cubicBezTo>
                  <a:pt x="259" y="620"/>
                  <a:pt x="311" y="568"/>
                  <a:pt x="311" y="504"/>
                </a:cubicBezTo>
                <a:cubicBezTo>
                  <a:pt x="311" y="440"/>
                  <a:pt x="259" y="388"/>
                  <a:pt x="195" y="388"/>
                </a:cubicBezTo>
                <a:lnTo>
                  <a:pt x="39" y="388"/>
                </a:lnTo>
                <a:cubicBezTo>
                  <a:pt x="17" y="388"/>
                  <a:pt x="0" y="406"/>
                  <a:pt x="0" y="427"/>
                </a:cubicBezTo>
                <a:cubicBezTo>
                  <a:pt x="0" y="448"/>
                  <a:pt x="17" y="466"/>
                  <a:pt x="39" y="466"/>
                </a:cubicBezTo>
                <a:lnTo>
                  <a:pt x="195" y="466"/>
                </a:lnTo>
                <a:cubicBezTo>
                  <a:pt x="216" y="466"/>
                  <a:pt x="233" y="483"/>
                  <a:pt x="233" y="504"/>
                </a:cubicBezTo>
                <a:cubicBezTo>
                  <a:pt x="233" y="526"/>
                  <a:pt x="216" y="543"/>
                  <a:pt x="195" y="543"/>
                </a:cubicBezTo>
                <a:lnTo>
                  <a:pt x="155" y="543"/>
                </a:lnTo>
                <a:cubicBezTo>
                  <a:pt x="133" y="543"/>
                  <a:pt x="116" y="560"/>
                  <a:pt x="116" y="582"/>
                </a:cubicBezTo>
                <a:cubicBezTo>
                  <a:pt x="116" y="603"/>
                  <a:pt x="133" y="620"/>
                  <a:pt x="155" y="620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930240" y="6080040"/>
            <a:ext cx="214596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power rather than her gender.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6291000" y="1404720"/>
            <a:ext cx="5467680" cy="2610360"/>
          </a:xfrm>
          <a:custGeom>
            <a:avLst/>
            <a:gdLst/>
            <a:ahLst/>
            <a:rect l="0" t="0" r="r" b="b"/>
            <a:pathLst>
              <a:path w="15188" h="7251">
                <a:moveTo>
                  <a:pt x="0" y="7161"/>
                </a:moveTo>
                <a:lnTo>
                  <a:pt x="0" y="90"/>
                </a:lnTo>
                <a:cubicBezTo>
                  <a:pt x="0" y="78"/>
                  <a:pt x="3" y="67"/>
                  <a:pt x="7" y="56"/>
                </a:cubicBezTo>
                <a:cubicBezTo>
                  <a:pt x="12" y="45"/>
                  <a:pt x="18" y="35"/>
                  <a:pt x="27" y="26"/>
                </a:cubicBezTo>
                <a:cubicBezTo>
                  <a:pt x="35" y="18"/>
                  <a:pt x="45" y="12"/>
                  <a:pt x="56" y="7"/>
                </a:cubicBezTo>
                <a:cubicBezTo>
                  <a:pt x="67" y="2"/>
                  <a:pt x="78" y="0"/>
                  <a:pt x="90" y="0"/>
                </a:cubicBezTo>
                <a:lnTo>
                  <a:pt x="15098" y="0"/>
                </a:lnTo>
                <a:cubicBezTo>
                  <a:pt x="15110" y="0"/>
                  <a:pt x="15122" y="2"/>
                  <a:pt x="15133" y="7"/>
                </a:cubicBezTo>
                <a:cubicBezTo>
                  <a:pt x="15144" y="12"/>
                  <a:pt x="15154" y="18"/>
                  <a:pt x="15162" y="26"/>
                </a:cubicBezTo>
                <a:cubicBezTo>
                  <a:pt x="15170" y="35"/>
                  <a:pt x="15177" y="45"/>
                  <a:pt x="15181" y="56"/>
                </a:cubicBezTo>
                <a:cubicBezTo>
                  <a:pt x="15186" y="67"/>
                  <a:pt x="15188" y="78"/>
                  <a:pt x="15188" y="90"/>
                </a:cubicBezTo>
                <a:lnTo>
                  <a:pt x="15188" y="7161"/>
                </a:lnTo>
                <a:cubicBezTo>
                  <a:pt x="15188" y="7173"/>
                  <a:pt x="15186" y="7184"/>
                  <a:pt x="15181" y="7195"/>
                </a:cubicBezTo>
                <a:cubicBezTo>
                  <a:pt x="15177" y="7206"/>
                  <a:pt x="15170" y="7216"/>
                  <a:pt x="15162" y="7224"/>
                </a:cubicBezTo>
                <a:cubicBezTo>
                  <a:pt x="15154" y="7233"/>
                  <a:pt x="15144" y="7239"/>
                  <a:pt x="15133" y="7244"/>
                </a:cubicBezTo>
                <a:cubicBezTo>
                  <a:pt x="15122" y="7248"/>
                  <a:pt x="15110" y="7251"/>
                  <a:pt x="15098" y="7251"/>
                </a:cubicBezTo>
                <a:lnTo>
                  <a:pt x="90" y="7251"/>
                </a:lnTo>
                <a:cubicBezTo>
                  <a:pt x="78" y="7251"/>
                  <a:pt x="67" y="7248"/>
                  <a:pt x="56" y="7244"/>
                </a:cubicBezTo>
                <a:cubicBezTo>
                  <a:pt x="45" y="7239"/>
                  <a:pt x="35" y="7233"/>
                  <a:pt x="27" y="7224"/>
                </a:cubicBezTo>
                <a:cubicBezTo>
                  <a:pt x="18" y="7216"/>
                  <a:pt x="12" y="7206"/>
                  <a:pt x="7" y="7195"/>
                </a:cubicBezTo>
                <a:cubicBezTo>
                  <a:pt x="3" y="7184"/>
                  <a:pt x="0" y="7173"/>
                  <a:pt x="0" y="716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6291000" y="1404720"/>
            <a:ext cx="5467680" cy="2610360"/>
          </a:xfrm>
          <a:custGeom>
            <a:avLst/>
            <a:gdLst/>
            <a:ahLst/>
            <a:rect l="0" t="0" r="r" b="b"/>
            <a:pathLst>
              <a:path fill="none" w="15188" h="7251">
                <a:moveTo>
                  <a:pt x="0" y="7161"/>
                </a:moveTo>
                <a:lnTo>
                  <a:pt x="0" y="90"/>
                </a:lnTo>
                <a:cubicBezTo>
                  <a:pt x="0" y="78"/>
                  <a:pt x="3" y="67"/>
                  <a:pt x="7" y="56"/>
                </a:cubicBezTo>
                <a:cubicBezTo>
                  <a:pt x="12" y="45"/>
                  <a:pt x="18" y="35"/>
                  <a:pt x="27" y="26"/>
                </a:cubicBezTo>
                <a:cubicBezTo>
                  <a:pt x="35" y="18"/>
                  <a:pt x="45" y="12"/>
                  <a:pt x="56" y="7"/>
                </a:cubicBezTo>
                <a:cubicBezTo>
                  <a:pt x="67" y="2"/>
                  <a:pt x="78" y="0"/>
                  <a:pt x="90" y="0"/>
                </a:cubicBezTo>
                <a:lnTo>
                  <a:pt x="15098" y="0"/>
                </a:lnTo>
                <a:cubicBezTo>
                  <a:pt x="15110" y="0"/>
                  <a:pt x="15122" y="2"/>
                  <a:pt x="15133" y="7"/>
                </a:cubicBezTo>
                <a:cubicBezTo>
                  <a:pt x="15144" y="12"/>
                  <a:pt x="15154" y="18"/>
                  <a:pt x="15162" y="26"/>
                </a:cubicBezTo>
                <a:cubicBezTo>
                  <a:pt x="15170" y="35"/>
                  <a:pt x="15177" y="45"/>
                  <a:pt x="15181" y="56"/>
                </a:cubicBezTo>
                <a:cubicBezTo>
                  <a:pt x="15186" y="67"/>
                  <a:pt x="15188" y="78"/>
                  <a:pt x="15188" y="90"/>
                </a:cubicBezTo>
                <a:lnTo>
                  <a:pt x="15188" y="7161"/>
                </a:lnTo>
                <a:cubicBezTo>
                  <a:pt x="15188" y="7173"/>
                  <a:pt x="15186" y="7184"/>
                  <a:pt x="15181" y="7195"/>
                </a:cubicBezTo>
                <a:cubicBezTo>
                  <a:pt x="15177" y="7206"/>
                  <a:pt x="15170" y="7216"/>
                  <a:pt x="15162" y="7224"/>
                </a:cubicBezTo>
                <a:cubicBezTo>
                  <a:pt x="15154" y="7233"/>
                  <a:pt x="15144" y="7239"/>
                  <a:pt x="15133" y="7244"/>
                </a:cubicBezTo>
                <a:cubicBezTo>
                  <a:pt x="15122" y="7248"/>
                  <a:pt x="15110" y="7251"/>
                  <a:pt x="15098" y="7251"/>
                </a:cubicBezTo>
                <a:lnTo>
                  <a:pt x="90" y="7251"/>
                </a:lnTo>
                <a:cubicBezTo>
                  <a:pt x="78" y="7251"/>
                  <a:pt x="67" y="7248"/>
                  <a:pt x="56" y="7244"/>
                </a:cubicBezTo>
                <a:cubicBezTo>
                  <a:pt x="45" y="7239"/>
                  <a:pt x="35" y="7233"/>
                  <a:pt x="27" y="7224"/>
                </a:cubicBezTo>
                <a:cubicBezTo>
                  <a:pt x="18" y="7216"/>
                  <a:pt x="12" y="7206"/>
                  <a:pt x="7" y="7195"/>
                </a:cubicBezTo>
                <a:cubicBezTo>
                  <a:pt x="3" y="7184"/>
                  <a:pt x="0" y="7173"/>
                  <a:pt x="0" y="7161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0" name="" descr=""/>
          <p:cNvPicPr/>
          <p:nvPr/>
        </p:nvPicPr>
        <p:blipFill>
          <a:blip r:embed="rId2"/>
          <a:stretch/>
        </p:blipFill>
        <p:spPr>
          <a:xfrm>
            <a:off x="6362640" y="1472040"/>
            <a:ext cx="5314680" cy="22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"/>
          <p:cNvSpPr txBox="1"/>
          <p:nvPr/>
        </p:nvSpPr>
        <p:spPr>
          <a:xfrm>
            <a:off x="6616440" y="952200"/>
            <a:ext cx="24220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Landscape of the Soul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6291000" y="4024080"/>
            <a:ext cx="343440" cy="343440"/>
          </a:xfrm>
          <a:custGeom>
            <a:avLst/>
            <a:gdLst/>
            <a:ahLst/>
            <a:rect l="0" t="0" r="r" b="b"/>
            <a:pathLst>
              <a:path w="954" h="954">
                <a:moveTo>
                  <a:pt x="0" y="760"/>
                </a:moveTo>
                <a:lnTo>
                  <a:pt x="0" y="193"/>
                </a:lnTo>
                <a:cubicBezTo>
                  <a:pt x="0" y="181"/>
                  <a:pt x="1" y="168"/>
                  <a:pt x="4" y="156"/>
                </a:cubicBezTo>
                <a:cubicBezTo>
                  <a:pt x="6" y="143"/>
                  <a:pt x="10" y="131"/>
                  <a:pt x="15" y="119"/>
                </a:cubicBezTo>
                <a:cubicBezTo>
                  <a:pt x="20" y="108"/>
                  <a:pt x="26" y="97"/>
                  <a:pt x="33" y="86"/>
                </a:cubicBezTo>
                <a:cubicBezTo>
                  <a:pt x="40" y="75"/>
                  <a:pt x="48" y="66"/>
                  <a:pt x="57" y="57"/>
                </a:cubicBezTo>
                <a:cubicBezTo>
                  <a:pt x="66" y="48"/>
                  <a:pt x="76" y="40"/>
                  <a:pt x="86" y="33"/>
                </a:cubicBezTo>
                <a:cubicBezTo>
                  <a:pt x="97" y="26"/>
                  <a:pt x="108" y="20"/>
                  <a:pt x="120" y="15"/>
                </a:cubicBezTo>
                <a:cubicBezTo>
                  <a:pt x="131" y="10"/>
                  <a:pt x="144" y="6"/>
                  <a:pt x="157" y="4"/>
                </a:cubicBezTo>
                <a:cubicBezTo>
                  <a:pt x="169" y="1"/>
                  <a:pt x="182" y="0"/>
                  <a:pt x="194" y="0"/>
                </a:cubicBezTo>
                <a:lnTo>
                  <a:pt x="760" y="0"/>
                </a:lnTo>
                <a:cubicBezTo>
                  <a:pt x="773" y="0"/>
                  <a:pt x="786" y="1"/>
                  <a:pt x="798" y="4"/>
                </a:cubicBezTo>
                <a:cubicBezTo>
                  <a:pt x="811" y="6"/>
                  <a:pt x="823" y="10"/>
                  <a:pt x="834" y="15"/>
                </a:cubicBezTo>
                <a:cubicBezTo>
                  <a:pt x="846" y="20"/>
                  <a:pt x="857" y="26"/>
                  <a:pt x="868" y="33"/>
                </a:cubicBezTo>
                <a:cubicBezTo>
                  <a:pt x="878" y="40"/>
                  <a:pt x="888" y="48"/>
                  <a:pt x="897" y="57"/>
                </a:cubicBezTo>
                <a:cubicBezTo>
                  <a:pt x="906" y="66"/>
                  <a:pt x="914" y="75"/>
                  <a:pt x="921" y="86"/>
                </a:cubicBezTo>
                <a:cubicBezTo>
                  <a:pt x="928" y="97"/>
                  <a:pt x="934" y="108"/>
                  <a:pt x="939" y="119"/>
                </a:cubicBezTo>
                <a:cubicBezTo>
                  <a:pt x="944" y="131"/>
                  <a:pt x="948" y="143"/>
                  <a:pt x="950" y="156"/>
                </a:cubicBezTo>
                <a:cubicBezTo>
                  <a:pt x="952" y="168"/>
                  <a:pt x="954" y="181"/>
                  <a:pt x="954" y="193"/>
                </a:cubicBezTo>
                <a:lnTo>
                  <a:pt x="954" y="760"/>
                </a:lnTo>
                <a:cubicBezTo>
                  <a:pt x="954" y="773"/>
                  <a:pt x="952" y="786"/>
                  <a:pt x="950" y="798"/>
                </a:cubicBezTo>
                <a:cubicBezTo>
                  <a:pt x="948" y="811"/>
                  <a:pt x="944" y="823"/>
                  <a:pt x="939" y="834"/>
                </a:cubicBezTo>
                <a:cubicBezTo>
                  <a:pt x="934" y="846"/>
                  <a:pt x="928" y="857"/>
                  <a:pt x="921" y="868"/>
                </a:cubicBezTo>
                <a:cubicBezTo>
                  <a:pt x="914" y="878"/>
                  <a:pt x="906" y="888"/>
                  <a:pt x="897" y="897"/>
                </a:cubicBezTo>
                <a:cubicBezTo>
                  <a:pt x="888" y="906"/>
                  <a:pt x="878" y="914"/>
                  <a:pt x="868" y="921"/>
                </a:cubicBezTo>
                <a:cubicBezTo>
                  <a:pt x="857" y="928"/>
                  <a:pt x="846" y="934"/>
                  <a:pt x="834" y="939"/>
                </a:cubicBezTo>
                <a:cubicBezTo>
                  <a:pt x="823" y="944"/>
                  <a:pt x="811" y="947"/>
                  <a:pt x="798" y="950"/>
                </a:cubicBezTo>
                <a:cubicBezTo>
                  <a:pt x="786" y="952"/>
                  <a:pt x="773" y="954"/>
                  <a:pt x="760" y="954"/>
                </a:cubicBezTo>
                <a:lnTo>
                  <a:pt x="194" y="954"/>
                </a:lnTo>
                <a:cubicBezTo>
                  <a:pt x="182" y="954"/>
                  <a:pt x="169" y="952"/>
                  <a:pt x="157" y="950"/>
                </a:cubicBezTo>
                <a:cubicBezTo>
                  <a:pt x="144" y="947"/>
                  <a:pt x="131" y="944"/>
                  <a:pt x="120" y="939"/>
                </a:cubicBezTo>
                <a:cubicBezTo>
                  <a:pt x="108" y="934"/>
                  <a:pt x="97" y="928"/>
                  <a:pt x="86" y="921"/>
                </a:cubicBezTo>
                <a:cubicBezTo>
                  <a:pt x="76" y="914"/>
                  <a:pt x="66" y="906"/>
                  <a:pt x="57" y="897"/>
                </a:cubicBezTo>
                <a:cubicBezTo>
                  <a:pt x="48" y="888"/>
                  <a:pt x="40" y="878"/>
                  <a:pt x="33" y="868"/>
                </a:cubicBezTo>
                <a:cubicBezTo>
                  <a:pt x="26" y="857"/>
                  <a:pt x="20" y="846"/>
                  <a:pt x="15" y="834"/>
                </a:cubicBezTo>
                <a:cubicBezTo>
                  <a:pt x="10" y="823"/>
                  <a:pt x="6" y="811"/>
                  <a:pt x="4" y="798"/>
                </a:cubicBezTo>
                <a:cubicBezTo>
                  <a:pt x="1" y="786"/>
                  <a:pt x="0" y="773"/>
                  <a:pt x="0" y="760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6291000" y="4024080"/>
            <a:ext cx="343440" cy="343440"/>
          </a:xfrm>
          <a:custGeom>
            <a:avLst/>
            <a:gdLst/>
            <a:ahLst/>
            <a:rect l="0" t="0" r="r" b="b"/>
            <a:pathLst>
              <a:path fill="none" w="954" h="954">
                <a:moveTo>
                  <a:pt x="0" y="760"/>
                </a:moveTo>
                <a:lnTo>
                  <a:pt x="0" y="193"/>
                </a:lnTo>
                <a:cubicBezTo>
                  <a:pt x="0" y="181"/>
                  <a:pt x="1" y="168"/>
                  <a:pt x="4" y="156"/>
                </a:cubicBezTo>
                <a:cubicBezTo>
                  <a:pt x="6" y="143"/>
                  <a:pt x="10" y="131"/>
                  <a:pt x="15" y="119"/>
                </a:cubicBezTo>
                <a:cubicBezTo>
                  <a:pt x="20" y="108"/>
                  <a:pt x="26" y="97"/>
                  <a:pt x="33" y="86"/>
                </a:cubicBezTo>
                <a:cubicBezTo>
                  <a:pt x="40" y="75"/>
                  <a:pt x="48" y="66"/>
                  <a:pt x="57" y="57"/>
                </a:cubicBezTo>
                <a:cubicBezTo>
                  <a:pt x="66" y="48"/>
                  <a:pt x="76" y="40"/>
                  <a:pt x="86" y="33"/>
                </a:cubicBezTo>
                <a:cubicBezTo>
                  <a:pt x="97" y="26"/>
                  <a:pt x="108" y="20"/>
                  <a:pt x="120" y="15"/>
                </a:cubicBezTo>
                <a:cubicBezTo>
                  <a:pt x="131" y="10"/>
                  <a:pt x="144" y="6"/>
                  <a:pt x="157" y="4"/>
                </a:cubicBezTo>
                <a:cubicBezTo>
                  <a:pt x="169" y="1"/>
                  <a:pt x="182" y="0"/>
                  <a:pt x="194" y="0"/>
                </a:cubicBezTo>
                <a:lnTo>
                  <a:pt x="760" y="0"/>
                </a:lnTo>
                <a:cubicBezTo>
                  <a:pt x="773" y="0"/>
                  <a:pt x="786" y="1"/>
                  <a:pt x="798" y="4"/>
                </a:cubicBezTo>
                <a:cubicBezTo>
                  <a:pt x="811" y="6"/>
                  <a:pt x="823" y="10"/>
                  <a:pt x="834" y="15"/>
                </a:cubicBezTo>
                <a:cubicBezTo>
                  <a:pt x="846" y="20"/>
                  <a:pt x="857" y="26"/>
                  <a:pt x="868" y="33"/>
                </a:cubicBezTo>
                <a:cubicBezTo>
                  <a:pt x="878" y="40"/>
                  <a:pt x="888" y="48"/>
                  <a:pt x="897" y="57"/>
                </a:cubicBezTo>
                <a:cubicBezTo>
                  <a:pt x="906" y="66"/>
                  <a:pt x="914" y="75"/>
                  <a:pt x="921" y="86"/>
                </a:cubicBezTo>
                <a:cubicBezTo>
                  <a:pt x="928" y="97"/>
                  <a:pt x="934" y="108"/>
                  <a:pt x="939" y="119"/>
                </a:cubicBezTo>
                <a:cubicBezTo>
                  <a:pt x="944" y="131"/>
                  <a:pt x="948" y="143"/>
                  <a:pt x="950" y="156"/>
                </a:cubicBezTo>
                <a:cubicBezTo>
                  <a:pt x="952" y="168"/>
                  <a:pt x="954" y="181"/>
                  <a:pt x="954" y="193"/>
                </a:cubicBezTo>
                <a:lnTo>
                  <a:pt x="954" y="760"/>
                </a:lnTo>
                <a:cubicBezTo>
                  <a:pt x="954" y="773"/>
                  <a:pt x="952" y="786"/>
                  <a:pt x="950" y="798"/>
                </a:cubicBezTo>
                <a:cubicBezTo>
                  <a:pt x="948" y="811"/>
                  <a:pt x="944" y="823"/>
                  <a:pt x="939" y="834"/>
                </a:cubicBezTo>
                <a:cubicBezTo>
                  <a:pt x="934" y="846"/>
                  <a:pt x="928" y="857"/>
                  <a:pt x="921" y="868"/>
                </a:cubicBezTo>
                <a:cubicBezTo>
                  <a:pt x="914" y="878"/>
                  <a:pt x="906" y="888"/>
                  <a:pt x="897" y="897"/>
                </a:cubicBezTo>
                <a:cubicBezTo>
                  <a:pt x="888" y="906"/>
                  <a:pt x="878" y="914"/>
                  <a:pt x="868" y="921"/>
                </a:cubicBezTo>
                <a:cubicBezTo>
                  <a:pt x="857" y="928"/>
                  <a:pt x="846" y="934"/>
                  <a:pt x="834" y="939"/>
                </a:cubicBezTo>
                <a:cubicBezTo>
                  <a:pt x="823" y="944"/>
                  <a:pt x="811" y="947"/>
                  <a:pt x="798" y="950"/>
                </a:cubicBezTo>
                <a:cubicBezTo>
                  <a:pt x="786" y="952"/>
                  <a:pt x="773" y="954"/>
                  <a:pt x="760" y="954"/>
                </a:cubicBezTo>
                <a:lnTo>
                  <a:pt x="194" y="954"/>
                </a:lnTo>
                <a:cubicBezTo>
                  <a:pt x="182" y="954"/>
                  <a:pt x="169" y="952"/>
                  <a:pt x="157" y="950"/>
                </a:cubicBezTo>
                <a:cubicBezTo>
                  <a:pt x="144" y="947"/>
                  <a:pt x="131" y="944"/>
                  <a:pt x="120" y="939"/>
                </a:cubicBezTo>
                <a:cubicBezTo>
                  <a:pt x="108" y="934"/>
                  <a:pt x="97" y="928"/>
                  <a:pt x="86" y="921"/>
                </a:cubicBezTo>
                <a:cubicBezTo>
                  <a:pt x="76" y="914"/>
                  <a:pt x="66" y="906"/>
                  <a:pt x="57" y="897"/>
                </a:cubicBezTo>
                <a:cubicBezTo>
                  <a:pt x="48" y="888"/>
                  <a:pt x="40" y="878"/>
                  <a:pt x="33" y="868"/>
                </a:cubicBezTo>
                <a:cubicBezTo>
                  <a:pt x="26" y="857"/>
                  <a:pt x="20" y="846"/>
                  <a:pt x="15" y="834"/>
                </a:cubicBezTo>
                <a:cubicBezTo>
                  <a:pt x="10" y="823"/>
                  <a:pt x="6" y="811"/>
                  <a:pt x="4" y="798"/>
                </a:cubicBezTo>
                <a:cubicBezTo>
                  <a:pt x="1" y="786"/>
                  <a:pt x="0" y="773"/>
                  <a:pt x="0" y="760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6362640" y="4114800"/>
            <a:ext cx="183960" cy="163440"/>
          </a:xfrm>
          <a:custGeom>
            <a:avLst/>
            <a:gdLst/>
            <a:ahLst/>
            <a:rect l="0" t="0" r="r" b="b"/>
            <a:pathLst>
              <a:path w="511" h="454">
                <a:moveTo>
                  <a:pt x="511" y="227"/>
                </a:moveTo>
                <a:cubicBezTo>
                  <a:pt x="511" y="243"/>
                  <a:pt x="498" y="255"/>
                  <a:pt x="483" y="255"/>
                </a:cubicBezTo>
                <a:lnTo>
                  <a:pt x="454" y="255"/>
                </a:lnTo>
                <a:lnTo>
                  <a:pt x="455" y="397"/>
                </a:lnTo>
                <a:cubicBezTo>
                  <a:pt x="455" y="400"/>
                  <a:pt x="455" y="402"/>
                  <a:pt x="454" y="405"/>
                </a:cubicBezTo>
                <a:lnTo>
                  <a:pt x="454" y="419"/>
                </a:lnTo>
                <a:cubicBezTo>
                  <a:pt x="454" y="439"/>
                  <a:pt x="439" y="454"/>
                  <a:pt x="418" y="454"/>
                </a:cubicBezTo>
                <a:lnTo>
                  <a:pt x="404" y="454"/>
                </a:lnTo>
                <a:cubicBezTo>
                  <a:pt x="403" y="454"/>
                  <a:pt x="402" y="454"/>
                  <a:pt x="401" y="454"/>
                </a:cubicBezTo>
                <a:cubicBezTo>
                  <a:pt x="400" y="454"/>
                  <a:pt x="398" y="454"/>
                  <a:pt x="397" y="454"/>
                </a:cubicBezTo>
                <a:lnTo>
                  <a:pt x="368" y="454"/>
                </a:lnTo>
                <a:lnTo>
                  <a:pt x="347" y="454"/>
                </a:lnTo>
                <a:cubicBezTo>
                  <a:pt x="328" y="454"/>
                  <a:pt x="312" y="439"/>
                  <a:pt x="312" y="419"/>
                </a:cubicBezTo>
                <a:lnTo>
                  <a:pt x="312" y="398"/>
                </a:lnTo>
                <a:lnTo>
                  <a:pt x="312" y="341"/>
                </a:lnTo>
                <a:cubicBezTo>
                  <a:pt x="312" y="325"/>
                  <a:pt x="299" y="313"/>
                  <a:pt x="283" y="313"/>
                </a:cubicBezTo>
                <a:lnTo>
                  <a:pt x="227" y="313"/>
                </a:lnTo>
                <a:cubicBezTo>
                  <a:pt x="211" y="313"/>
                  <a:pt x="198" y="325"/>
                  <a:pt x="198" y="341"/>
                </a:cubicBezTo>
                <a:lnTo>
                  <a:pt x="198" y="398"/>
                </a:lnTo>
                <a:lnTo>
                  <a:pt x="198" y="419"/>
                </a:lnTo>
                <a:cubicBezTo>
                  <a:pt x="198" y="439"/>
                  <a:pt x="182" y="454"/>
                  <a:pt x="163" y="454"/>
                </a:cubicBezTo>
                <a:lnTo>
                  <a:pt x="141" y="454"/>
                </a:lnTo>
                <a:lnTo>
                  <a:pt x="113" y="454"/>
                </a:lnTo>
                <a:cubicBezTo>
                  <a:pt x="112" y="454"/>
                  <a:pt x="111" y="454"/>
                  <a:pt x="109" y="454"/>
                </a:cubicBezTo>
                <a:cubicBezTo>
                  <a:pt x="108" y="454"/>
                  <a:pt x="107" y="454"/>
                  <a:pt x="106" y="454"/>
                </a:cubicBezTo>
                <a:lnTo>
                  <a:pt x="92" y="454"/>
                </a:lnTo>
                <a:cubicBezTo>
                  <a:pt x="72" y="454"/>
                  <a:pt x="56" y="439"/>
                  <a:pt x="56" y="419"/>
                </a:cubicBezTo>
                <a:lnTo>
                  <a:pt x="56" y="320"/>
                </a:lnTo>
                <a:cubicBezTo>
                  <a:pt x="56" y="319"/>
                  <a:pt x="56" y="318"/>
                  <a:pt x="56" y="317"/>
                </a:cubicBezTo>
                <a:lnTo>
                  <a:pt x="56" y="255"/>
                </a:lnTo>
                <a:lnTo>
                  <a:pt x="28" y="255"/>
                </a:lnTo>
                <a:cubicBezTo>
                  <a:pt x="12" y="255"/>
                  <a:pt x="0" y="243"/>
                  <a:pt x="0" y="227"/>
                </a:cubicBezTo>
                <a:cubicBezTo>
                  <a:pt x="0" y="219"/>
                  <a:pt x="2" y="212"/>
                  <a:pt x="9" y="206"/>
                </a:cubicBezTo>
                <a:lnTo>
                  <a:pt x="236" y="7"/>
                </a:lnTo>
                <a:cubicBezTo>
                  <a:pt x="242" y="0"/>
                  <a:pt x="249" y="0"/>
                  <a:pt x="255" y="0"/>
                </a:cubicBezTo>
                <a:cubicBezTo>
                  <a:pt x="262" y="0"/>
                  <a:pt x="269" y="1"/>
                  <a:pt x="274" y="6"/>
                </a:cubicBezTo>
                <a:lnTo>
                  <a:pt x="501" y="206"/>
                </a:lnTo>
                <a:cubicBezTo>
                  <a:pt x="508" y="212"/>
                  <a:pt x="512" y="219"/>
                  <a:pt x="511" y="227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8266680" y="3776760"/>
            <a:ext cx="14932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80" strike="noStrike" u="none">
                <a:solidFill>
                  <a:srgbClr val="6b7280"/>
                </a:solidFill>
                <a:effectLst/>
                <a:uFillTx/>
                <a:latin typeface="Microsoft YaHei"/>
                <a:ea typeface="MicrosoftYaHei"/>
              </a:rPr>
              <a:t>The rugged Yorkshire Moors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6783480" y="4031280"/>
            <a:ext cx="2230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2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Life at Haworth Parsonage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6783480" y="4336920"/>
            <a:ext cx="438912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Isolated from London's literary society, the rugged, windswept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6783480" y="4575240"/>
            <a:ext cx="444888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Yorkshire landscape was not merely a backdrop but a profound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6310080" y="5043240"/>
            <a:ext cx="5448600" cy="1343520"/>
          </a:xfrm>
          <a:custGeom>
            <a:avLst/>
            <a:gdLst/>
            <a:ahLst/>
            <a:rect l="0" t="0" r="r" b="b"/>
            <a:pathLst>
              <a:path w="15135" h="3732">
                <a:moveTo>
                  <a:pt x="0" y="3732"/>
                </a:moveTo>
                <a:lnTo>
                  <a:pt x="0" y="0"/>
                </a:lnTo>
                <a:lnTo>
                  <a:pt x="15045" y="0"/>
                </a:lnTo>
                <a:cubicBezTo>
                  <a:pt x="15057" y="0"/>
                  <a:pt x="15069" y="2"/>
                  <a:pt x="15080" y="7"/>
                </a:cubicBezTo>
                <a:cubicBezTo>
                  <a:pt x="15091" y="12"/>
                  <a:pt x="15101" y="18"/>
                  <a:pt x="15109" y="27"/>
                </a:cubicBezTo>
                <a:cubicBezTo>
                  <a:pt x="15117" y="35"/>
                  <a:pt x="15124" y="45"/>
                  <a:pt x="15128" y="56"/>
                </a:cubicBezTo>
                <a:cubicBezTo>
                  <a:pt x="15133" y="67"/>
                  <a:pt x="15135" y="78"/>
                  <a:pt x="15135" y="90"/>
                </a:cubicBezTo>
                <a:lnTo>
                  <a:pt x="15135" y="3642"/>
                </a:lnTo>
                <a:cubicBezTo>
                  <a:pt x="15135" y="3654"/>
                  <a:pt x="15133" y="3665"/>
                  <a:pt x="15128" y="3676"/>
                </a:cubicBezTo>
                <a:cubicBezTo>
                  <a:pt x="15124" y="3687"/>
                  <a:pt x="15117" y="3697"/>
                  <a:pt x="15109" y="3705"/>
                </a:cubicBezTo>
                <a:cubicBezTo>
                  <a:pt x="15101" y="3714"/>
                  <a:pt x="15091" y="3720"/>
                  <a:pt x="15080" y="3725"/>
                </a:cubicBezTo>
                <a:cubicBezTo>
                  <a:pt x="15069" y="3730"/>
                  <a:pt x="15057" y="3732"/>
                  <a:pt x="15045" y="3732"/>
                </a:cubicBezTo>
                <a:lnTo>
                  <a:pt x="0" y="3732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6286320" y="5038560"/>
            <a:ext cx="5466960" cy="18360"/>
          </a:xfrm>
          <a:custGeom>
            <a:avLst/>
            <a:gdLst/>
            <a:ahLst/>
            <a:rect l="0" t="0" r="r" b="b"/>
            <a:pathLst>
              <a:path w="15186" h="51">
                <a:moveTo>
                  <a:pt x="15167" y="51"/>
                </a:moveTo>
                <a:cubicBezTo>
                  <a:pt x="15166" y="51"/>
                  <a:pt x="15166" y="50"/>
                  <a:pt x="15166" y="50"/>
                </a:cubicBezTo>
                <a:cubicBezTo>
                  <a:pt x="15151" y="35"/>
                  <a:pt x="15133" y="26"/>
                  <a:pt x="15111" y="26"/>
                </a:cubicBezTo>
                <a:lnTo>
                  <a:pt x="132" y="26"/>
                </a:lnTo>
                <a:lnTo>
                  <a:pt x="132" y="27"/>
                </a:lnTo>
                <a:lnTo>
                  <a:pt x="0" y="0"/>
                </a:lnTo>
                <a:lnTo>
                  <a:pt x="15111" y="0"/>
                </a:lnTo>
                <a:cubicBezTo>
                  <a:pt x="15140" y="0"/>
                  <a:pt x="15164" y="10"/>
                  <a:pt x="15184" y="31"/>
                </a:cubicBezTo>
                <a:cubicBezTo>
                  <a:pt x="15185" y="32"/>
                  <a:pt x="15185" y="32"/>
                  <a:pt x="15186" y="33"/>
                </a:cubicBezTo>
                <a:lnTo>
                  <a:pt x="15167" y="51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6286320" y="6373080"/>
            <a:ext cx="5466960" cy="18360"/>
          </a:xfrm>
          <a:custGeom>
            <a:avLst/>
            <a:gdLst/>
            <a:ahLst/>
            <a:rect l="0" t="0" r="r" b="b"/>
            <a:pathLst>
              <a:path w="15186" h="51">
                <a:moveTo>
                  <a:pt x="132" y="24"/>
                </a:moveTo>
                <a:lnTo>
                  <a:pt x="132" y="25"/>
                </a:lnTo>
                <a:lnTo>
                  <a:pt x="15111" y="25"/>
                </a:lnTo>
                <a:cubicBezTo>
                  <a:pt x="15133" y="25"/>
                  <a:pt x="15151" y="16"/>
                  <a:pt x="15166" y="1"/>
                </a:cubicBezTo>
                <a:cubicBezTo>
                  <a:pt x="15166" y="1"/>
                  <a:pt x="15166" y="0"/>
                  <a:pt x="15167" y="0"/>
                </a:cubicBezTo>
                <a:lnTo>
                  <a:pt x="15186" y="18"/>
                </a:lnTo>
                <a:cubicBezTo>
                  <a:pt x="15185" y="19"/>
                  <a:pt x="15185" y="19"/>
                  <a:pt x="15184" y="20"/>
                </a:cubicBezTo>
                <a:cubicBezTo>
                  <a:pt x="15164" y="41"/>
                  <a:pt x="15140" y="51"/>
                  <a:pt x="15111" y="51"/>
                </a:cubicBezTo>
                <a:lnTo>
                  <a:pt x="0" y="51"/>
                </a:lnTo>
                <a:lnTo>
                  <a:pt x="132" y="24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1745720" y="5049360"/>
            <a:ext cx="18000" cy="1331280"/>
          </a:xfrm>
          <a:custGeom>
            <a:avLst/>
            <a:gdLst/>
            <a:ahLst/>
            <a:rect l="0" t="0" r="r" b="b"/>
            <a:pathLst>
              <a:path w="50" h="3698">
                <a:moveTo>
                  <a:pt x="0" y="3679"/>
                </a:moveTo>
                <a:cubicBezTo>
                  <a:pt x="15" y="3664"/>
                  <a:pt x="22" y="3646"/>
                  <a:pt x="22" y="3625"/>
                </a:cubicBezTo>
                <a:lnTo>
                  <a:pt x="22" y="73"/>
                </a:lnTo>
                <a:cubicBezTo>
                  <a:pt x="22" y="52"/>
                  <a:pt x="15" y="34"/>
                  <a:pt x="0" y="19"/>
                </a:cubicBezTo>
                <a:lnTo>
                  <a:pt x="18" y="0"/>
                </a:lnTo>
                <a:cubicBezTo>
                  <a:pt x="39" y="20"/>
                  <a:pt x="50" y="45"/>
                  <a:pt x="50" y="73"/>
                </a:cubicBezTo>
                <a:lnTo>
                  <a:pt x="50" y="3625"/>
                </a:lnTo>
                <a:cubicBezTo>
                  <a:pt x="50" y="3653"/>
                  <a:pt x="39" y="3678"/>
                  <a:pt x="18" y="3698"/>
                </a:cubicBezTo>
                <a:lnTo>
                  <a:pt x="0" y="3679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6514920" y="5316840"/>
            <a:ext cx="186120" cy="162720"/>
          </a:xfrm>
          <a:custGeom>
            <a:avLst/>
            <a:gdLst/>
            <a:ahLst/>
            <a:rect l="0" t="0" r="r" b="b"/>
            <a:pathLst>
              <a:path w="517" h="452">
                <a:moveTo>
                  <a:pt x="275" y="65"/>
                </a:moveTo>
                <a:cubicBezTo>
                  <a:pt x="196" y="65"/>
                  <a:pt x="128" y="116"/>
                  <a:pt x="105" y="188"/>
                </a:cubicBezTo>
                <a:cubicBezTo>
                  <a:pt x="139" y="171"/>
                  <a:pt x="177" y="161"/>
                  <a:pt x="219" y="161"/>
                </a:cubicBezTo>
                <a:lnTo>
                  <a:pt x="307" y="161"/>
                </a:lnTo>
                <a:cubicBezTo>
                  <a:pt x="316" y="161"/>
                  <a:pt x="323" y="169"/>
                  <a:pt x="323" y="177"/>
                </a:cubicBezTo>
                <a:cubicBezTo>
                  <a:pt x="323" y="186"/>
                  <a:pt x="316" y="194"/>
                  <a:pt x="307" y="194"/>
                </a:cubicBezTo>
                <a:lnTo>
                  <a:pt x="291" y="194"/>
                </a:lnTo>
                <a:lnTo>
                  <a:pt x="219" y="194"/>
                </a:lnTo>
                <a:cubicBezTo>
                  <a:pt x="202" y="194"/>
                  <a:pt x="185" y="195"/>
                  <a:pt x="169" y="199"/>
                </a:cubicBezTo>
                <a:cubicBezTo>
                  <a:pt x="143" y="205"/>
                  <a:pt x="119" y="215"/>
                  <a:pt x="97" y="230"/>
                </a:cubicBezTo>
                <a:cubicBezTo>
                  <a:pt x="39" y="269"/>
                  <a:pt x="0" y="335"/>
                  <a:pt x="0" y="412"/>
                </a:cubicBezTo>
                <a:lnTo>
                  <a:pt x="0" y="428"/>
                </a:lnTo>
                <a:cubicBezTo>
                  <a:pt x="0" y="442"/>
                  <a:pt x="11" y="452"/>
                  <a:pt x="24" y="452"/>
                </a:cubicBezTo>
                <a:cubicBezTo>
                  <a:pt x="38" y="452"/>
                  <a:pt x="48" y="442"/>
                  <a:pt x="48" y="428"/>
                </a:cubicBezTo>
                <a:lnTo>
                  <a:pt x="48" y="412"/>
                </a:lnTo>
                <a:cubicBezTo>
                  <a:pt x="48" y="363"/>
                  <a:pt x="69" y="318"/>
                  <a:pt x="103" y="287"/>
                </a:cubicBezTo>
                <a:cubicBezTo>
                  <a:pt x="123" y="364"/>
                  <a:pt x="193" y="420"/>
                  <a:pt x="275" y="420"/>
                </a:cubicBezTo>
                <a:lnTo>
                  <a:pt x="276" y="420"/>
                </a:lnTo>
                <a:cubicBezTo>
                  <a:pt x="409" y="420"/>
                  <a:pt x="517" y="287"/>
                  <a:pt x="517" y="126"/>
                </a:cubicBezTo>
                <a:cubicBezTo>
                  <a:pt x="517" y="83"/>
                  <a:pt x="509" y="42"/>
                  <a:pt x="496" y="5"/>
                </a:cubicBezTo>
                <a:cubicBezTo>
                  <a:pt x="493" y="-2"/>
                  <a:pt x="483" y="-2"/>
                  <a:pt x="479" y="5"/>
                </a:cubicBezTo>
                <a:cubicBezTo>
                  <a:pt x="460" y="40"/>
                  <a:pt x="423" y="65"/>
                  <a:pt x="380" y="65"/>
                </a:cubicBezTo>
                <a:lnTo>
                  <a:pt x="275" y="65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6783480" y="4822560"/>
            <a:ext cx="270432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influence that shaped her stormy soul.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6812280" y="5250600"/>
            <a:ext cx="2217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2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Nature as a Spiritual Force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6812280" y="5546520"/>
            <a:ext cx="462888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 known recluse, Emily found true freedom in the wild moors. She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6812280" y="5765760"/>
            <a:ext cx="435168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viewed nature not as a garden to be tamed, but as a source of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6812280" y="5994360"/>
            <a:ext cx="223308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liberty and raw spiritual energy.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1687040" y="6517800"/>
            <a:ext cx="1368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4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6095880" y="952200"/>
            <a:ext cx="9720" cy="5429880"/>
          </a:xfrm>
          <a:custGeom>
            <a:avLst/>
            <a:gdLst/>
            <a:ahLst/>
            <a:rect l="0" t="0" r="r" b="b"/>
            <a:pathLst>
              <a:path w="27" h="15083">
                <a:moveTo>
                  <a:pt x="0" y="0"/>
                </a:moveTo>
                <a:lnTo>
                  <a:pt x="27" y="0"/>
                </a:lnTo>
                <a:lnTo>
                  <a:pt x="27" y="15083"/>
                </a:lnTo>
                <a:lnTo>
                  <a:pt x="0" y="1508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438120" y="1019160"/>
            <a:ext cx="285840" cy="285840"/>
          </a:xfrm>
          <a:custGeom>
            <a:avLst/>
            <a:gdLst/>
            <a:ahLst/>
            <a:rect l="0" t="0" r="r" b="b"/>
            <a:pathLst>
              <a:path w="794" h="794">
                <a:moveTo>
                  <a:pt x="0" y="661"/>
                </a:moveTo>
                <a:lnTo>
                  <a:pt x="0" y="132"/>
                </a:lnTo>
                <a:cubicBezTo>
                  <a:pt x="0" y="114"/>
                  <a:pt x="3" y="97"/>
                  <a:pt x="10" y="81"/>
                </a:cubicBezTo>
                <a:cubicBezTo>
                  <a:pt x="16" y="65"/>
                  <a:pt x="26" y="51"/>
                  <a:pt x="38" y="38"/>
                </a:cubicBezTo>
                <a:cubicBezTo>
                  <a:pt x="51" y="26"/>
                  <a:pt x="65" y="16"/>
                  <a:pt x="81" y="10"/>
                </a:cubicBezTo>
                <a:cubicBezTo>
                  <a:pt x="97" y="3"/>
                  <a:pt x="114" y="0"/>
                  <a:pt x="132" y="0"/>
                </a:cubicBezTo>
                <a:lnTo>
                  <a:pt x="661" y="0"/>
                </a:lnTo>
                <a:cubicBezTo>
                  <a:pt x="679" y="0"/>
                  <a:pt x="695" y="3"/>
                  <a:pt x="712" y="10"/>
                </a:cubicBezTo>
                <a:cubicBezTo>
                  <a:pt x="728" y="16"/>
                  <a:pt x="742" y="26"/>
                  <a:pt x="755" y="38"/>
                </a:cubicBezTo>
                <a:cubicBezTo>
                  <a:pt x="768" y="51"/>
                  <a:pt x="778" y="65"/>
                  <a:pt x="784" y="81"/>
                </a:cubicBezTo>
                <a:cubicBezTo>
                  <a:pt x="791" y="97"/>
                  <a:pt x="794" y="114"/>
                  <a:pt x="794" y="132"/>
                </a:cubicBezTo>
                <a:lnTo>
                  <a:pt x="794" y="661"/>
                </a:lnTo>
                <a:cubicBezTo>
                  <a:pt x="794" y="679"/>
                  <a:pt x="791" y="695"/>
                  <a:pt x="784" y="712"/>
                </a:cubicBezTo>
                <a:cubicBezTo>
                  <a:pt x="778" y="728"/>
                  <a:pt x="768" y="743"/>
                  <a:pt x="755" y="756"/>
                </a:cubicBezTo>
                <a:cubicBezTo>
                  <a:pt x="742" y="768"/>
                  <a:pt x="728" y="778"/>
                  <a:pt x="712" y="784"/>
                </a:cubicBezTo>
                <a:cubicBezTo>
                  <a:pt x="695" y="791"/>
                  <a:pt x="679" y="794"/>
                  <a:pt x="661" y="794"/>
                </a:cubicBezTo>
                <a:lnTo>
                  <a:pt x="132" y="794"/>
                </a:lnTo>
                <a:cubicBezTo>
                  <a:pt x="114" y="794"/>
                  <a:pt x="97" y="791"/>
                  <a:pt x="81" y="784"/>
                </a:cubicBezTo>
                <a:cubicBezTo>
                  <a:pt x="65" y="778"/>
                  <a:pt x="51" y="768"/>
                  <a:pt x="38" y="756"/>
                </a:cubicBezTo>
                <a:cubicBezTo>
                  <a:pt x="26" y="743"/>
                  <a:pt x="16" y="728"/>
                  <a:pt x="10" y="712"/>
                </a:cubicBezTo>
                <a:cubicBezTo>
                  <a:pt x="3" y="695"/>
                  <a:pt x="0" y="679"/>
                  <a:pt x="0" y="661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438120" y="1019160"/>
            <a:ext cx="285840" cy="285840"/>
          </a:xfrm>
          <a:custGeom>
            <a:avLst/>
            <a:gdLst/>
            <a:ahLst/>
            <a:rect l="0" t="0" r="r" b="b"/>
            <a:pathLst>
              <a:path fill="none" w="794" h="794">
                <a:moveTo>
                  <a:pt x="0" y="661"/>
                </a:moveTo>
                <a:lnTo>
                  <a:pt x="0" y="132"/>
                </a:lnTo>
                <a:cubicBezTo>
                  <a:pt x="0" y="114"/>
                  <a:pt x="3" y="97"/>
                  <a:pt x="10" y="81"/>
                </a:cubicBezTo>
                <a:cubicBezTo>
                  <a:pt x="16" y="65"/>
                  <a:pt x="26" y="51"/>
                  <a:pt x="38" y="38"/>
                </a:cubicBezTo>
                <a:cubicBezTo>
                  <a:pt x="51" y="26"/>
                  <a:pt x="65" y="16"/>
                  <a:pt x="81" y="10"/>
                </a:cubicBezTo>
                <a:cubicBezTo>
                  <a:pt x="97" y="3"/>
                  <a:pt x="114" y="0"/>
                  <a:pt x="132" y="0"/>
                </a:cubicBezTo>
                <a:lnTo>
                  <a:pt x="661" y="0"/>
                </a:lnTo>
                <a:cubicBezTo>
                  <a:pt x="679" y="0"/>
                  <a:pt x="695" y="3"/>
                  <a:pt x="712" y="10"/>
                </a:cubicBezTo>
                <a:cubicBezTo>
                  <a:pt x="728" y="16"/>
                  <a:pt x="742" y="26"/>
                  <a:pt x="755" y="38"/>
                </a:cubicBezTo>
                <a:cubicBezTo>
                  <a:pt x="768" y="51"/>
                  <a:pt x="778" y="65"/>
                  <a:pt x="784" y="81"/>
                </a:cubicBezTo>
                <a:cubicBezTo>
                  <a:pt x="791" y="97"/>
                  <a:pt x="794" y="114"/>
                  <a:pt x="794" y="132"/>
                </a:cubicBezTo>
                <a:lnTo>
                  <a:pt x="794" y="661"/>
                </a:lnTo>
                <a:cubicBezTo>
                  <a:pt x="794" y="679"/>
                  <a:pt x="791" y="695"/>
                  <a:pt x="784" y="712"/>
                </a:cubicBezTo>
                <a:cubicBezTo>
                  <a:pt x="778" y="728"/>
                  <a:pt x="768" y="743"/>
                  <a:pt x="755" y="756"/>
                </a:cubicBezTo>
                <a:cubicBezTo>
                  <a:pt x="742" y="768"/>
                  <a:pt x="728" y="778"/>
                  <a:pt x="712" y="784"/>
                </a:cubicBezTo>
                <a:cubicBezTo>
                  <a:pt x="695" y="791"/>
                  <a:pt x="679" y="794"/>
                  <a:pt x="661" y="794"/>
                </a:cubicBezTo>
                <a:lnTo>
                  <a:pt x="132" y="794"/>
                </a:lnTo>
                <a:cubicBezTo>
                  <a:pt x="114" y="794"/>
                  <a:pt x="97" y="791"/>
                  <a:pt x="81" y="784"/>
                </a:cubicBezTo>
                <a:cubicBezTo>
                  <a:pt x="65" y="778"/>
                  <a:pt x="51" y="768"/>
                  <a:pt x="38" y="756"/>
                </a:cubicBezTo>
                <a:cubicBezTo>
                  <a:pt x="26" y="743"/>
                  <a:pt x="16" y="728"/>
                  <a:pt x="10" y="712"/>
                </a:cubicBezTo>
                <a:cubicBezTo>
                  <a:pt x="3" y="695"/>
                  <a:pt x="0" y="679"/>
                  <a:pt x="0" y="661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485640" y="1085760"/>
            <a:ext cx="190800" cy="152640"/>
          </a:xfrm>
          <a:custGeom>
            <a:avLst/>
            <a:gdLst/>
            <a:ahLst/>
            <a:rect l="0" t="0" r="r" b="b"/>
            <a:pathLst>
              <a:path w="530" h="424">
                <a:moveTo>
                  <a:pt x="119" y="0"/>
                </a:moveTo>
                <a:cubicBezTo>
                  <a:pt x="128" y="0"/>
                  <a:pt x="136" y="1"/>
                  <a:pt x="144" y="5"/>
                </a:cubicBezTo>
                <a:cubicBezTo>
                  <a:pt x="152" y="8"/>
                  <a:pt x="160" y="13"/>
                  <a:pt x="166" y="19"/>
                </a:cubicBezTo>
                <a:cubicBezTo>
                  <a:pt x="172" y="25"/>
                  <a:pt x="177" y="32"/>
                  <a:pt x="180" y="41"/>
                </a:cubicBezTo>
                <a:cubicBezTo>
                  <a:pt x="183" y="49"/>
                  <a:pt x="185" y="57"/>
                  <a:pt x="185" y="66"/>
                </a:cubicBezTo>
                <a:cubicBezTo>
                  <a:pt x="185" y="75"/>
                  <a:pt x="183" y="83"/>
                  <a:pt x="180" y="91"/>
                </a:cubicBezTo>
                <a:cubicBezTo>
                  <a:pt x="177" y="99"/>
                  <a:pt x="172" y="106"/>
                  <a:pt x="166" y="113"/>
                </a:cubicBezTo>
                <a:cubicBezTo>
                  <a:pt x="160" y="119"/>
                  <a:pt x="152" y="124"/>
                  <a:pt x="144" y="127"/>
                </a:cubicBezTo>
                <a:cubicBezTo>
                  <a:pt x="136" y="130"/>
                  <a:pt x="128" y="132"/>
                  <a:pt x="119" y="132"/>
                </a:cubicBezTo>
                <a:cubicBezTo>
                  <a:pt x="110" y="132"/>
                  <a:pt x="102" y="130"/>
                  <a:pt x="94" y="127"/>
                </a:cubicBezTo>
                <a:cubicBezTo>
                  <a:pt x="86" y="124"/>
                  <a:pt x="78" y="119"/>
                  <a:pt x="72" y="113"/>
                </a:cubicBezTo>
                <a:cubicBezTo>
                  <a:pt x="66" y="106"/>
                  <a:pt x="61" y="99"/>
                  <a:pt x="58" y="91"/>
                </a:cubicBezTo>
                <a:cubicBezTo>
                  <a:pt x="54" y="83"/>
                  <a:pt x="53" y="75"/>
                  <a:pt x="53" y="66"/>
                </a:cubicBezTo>
                <a:cubicBezTo>
                  <a:pt x="53" y="57"/>
                  <a:pt x="54" y="49"/>
                  <a:pt x="58" y="41"/>
                </a:cubicBezTo>
                <a:cubicBezTo>
                  <a:pt x="61" y="32"/>
                  <a:pt x="66" y="25"/>
                  <a:pt x="72" y="19"/>
                </a:cubicBezTo>
                <a:cubicBezTo>
                  <a:pt x="78" y="13"/>
                  <a:pt x="86" y="8"/>
                  <a:pt x="94" y="5"/>
                </a:cubicBezTo>
                <a:cubicBezTo>
                  <a:pt x="102" y="1"/>
                  <a:pt x="110" y="0"/>
                  <a:pt x="119" y="0"/>
                </a:cubicBezTo>
                <a:moveTo>
                  <a:pt x="423" y="0"/>
                </a:moveTo>
                <a:cubicBezTo>
                  <a:pt x="432" y="0"/>
                  <a:pt x="440" y="1"/>
                  <a:pt x="449" y="5"/>
                </a:cubicBezTo>
                <a:cubicBezTo>
                  <a:pt x="457" y="8"/>
                  <a:pt x="464" y="13"/>
                  <a:pt x="470" y="19"/>
                </a:cubicBezTo>
                <a:cubicBezTo>
                  <a:pt x="476" y="25"/>
                  <a:pt x="481" y="32"/>
                  <a:pt x="484" y="41"/>
                </a:cubicBezTo>
                <a:cubicBezTo>
                  <a:pt x="488" y="49"/>
                  <a:pt x="489" y="57"/>
                  <a:pt x="489" y="66"/>
                </a:cubicBezTo>
                <a:cubicBezTo>
                  <a:pt x="489" y="75"/>
                  <a:pt x="488" y="83"/>
                  <a:pt x="484" y="91"/>
                </a:cubicBezTo>
                <a:cubicBezTo>
                  <a:pt x="481" y="99"/>
                  <a:pt x="476" y="106"/>
                  <a:pt x="470" y="113"/>
                </a:cubicBezTo>
                <a:cubicBezTo>
                  <a:pt x="464" y="119"/>
                  <a:pt x="457" y="124"/>
                  <a:pt x="449" y="127"/>
                </a:cubicBezTo>
                <a:cubicBezTo>
                  <a:pt x="440" y="130"/>
                  <a:pt x="432" y="132"/>
                  <a:pt x="423" y="132"/>
                </a:cubicBezTo>
                <a:cubicBezTo>
                  <a:pt x="414" y="132"/>
                  <a:pt x="406" y="130"/>
                  <a:pt x="398" y="127"/>
                </a:cubicBezTo>
                <a:cubicBezTo>
                  <a:pt x="390" y="124"/>
                  <a:pt x="383" y="119"/>
                  <a:pt x="376" y="113"/>
                </a:cubicBezTo>
                <a:cubicBezTo>
                  <a:pt x="370" y="106"/>
                  <a:pt x="365" y="99"/>
                  <a:pt x="362" y="91"/>
                </a:cubicBezTo>
                <a:cubicBezTo>
                  <a:pt x="359" y="83"/>
                  <a:pt x="357" y="75"/>
                  <a:pt x="357" y="66"/>
                </a:cubicBezTo>
                <a:cubicBezTo>
                  <a:pt x="357" y="57"/>
                  <a:pt x="359" y="49"/>
                  <a:pt x="362" y="41"/>
                </a:cubicBezTo>
                <a:cubicBezTo>
                  <a:pt x="365" y="32"/>
                  <a:pt x="370" y="25"/>
                  <a:pt x="376" y="19"/>
                </a:cubicBezTo>
                <a:cubicBezTo>
                  <a:pt x="383" y="13"/>
                  <a:pt x="390" y="8"/>
                  <a:pt x="398" y="5"/>
                </a:cubicBezTo>
                <a:cubicBezTo>
                  <a:pt x="406" y="1"/>
                  <a:pt x="414" y="0"/>
                  <a:pt x="423" y="0"/>
                </a:cubicBezTo>
                <a:moveTo>
                  <a:pt x="0" y="248"/>
                </a:moveTo>
                <a:cubicBezTo>
                  <a:pt x="0" y="199"/>
                  <a:pt x="39" y="159"/>
                  <a:pt x="88" y="159"/>
                </a:cubicBezTo>
                <a:lnTo>
                  <a:pt x="123" y="159"/>
                </a:lnTo>
                <a:cubicBezTo>
                  <a:pt x="137" y="159"/>
                  <a:pt x="149" y="162"/>
                  <a:pt x="160" y="168"/>
                </a:cubicBezTo>
                <a:cubicBezTo>
                  <a:pt x="159" y="173"/>
                  <a:pt x="159" y="180"/>
                  <a:pt x="159" y="186"/>
                </a:cubicBezTo>
                <a:cubicBezTo>
                  <a:pt x="159" y="218"/>
                  <a:pt x="173" y="246"/>
                  <a:pt x="195" y="265"/>
                </a:cubicBezTo>
                <a:cubicBezTo>
                  <a:pt x="194" y="265"/>
                  <a:pt x="194" y="265"/>
                  <a:pt x="194" y="265"/>
                </a:cubicBezTo>
                <a:lnTo>
                  <a:pt x="17" y="265"/>
                </a:lnTo>
                <a:cubicBezTo>
                  <a:pt x="8" y="265"/>
                  <a:pt x="0" y="257"/>
                  <a:pt x="0" y="248"/>
                </a:cubicBezTo>
                <a:moveTo>
                  <a:pt x="335" y="265"/>
                </a:moveTo>
                <a:lnTo>
                  <a:pt x="334" y="265"/>
                </a:lnTo>
                <a:cubicBezTo>
                  <a:pt x="356" y="246"/>
                  <a:pt x="370" y="218"/>
                  <a:pt x="370" y="186"/>
                </a:cubicBezTo>
                <a:cubicBezTo>
                  <a:pt x="370" y="180"/>
                  <a:pt x="370" y="174"/>
                  <a:pt x="369" y="168"/>
                </a:cubicBezTo>
                <a:cubicBezTo>
                  <a:pt x="380" y="162"/>
                  <a:pt x="392" y="159"/>
                  <a:pt x="406" y="159"/>
                </a:cubicBezTo>
                <a:lnTo>
                  <a:pt x="441" y="159"/>
                </a:lnTo>
                <a:cubicBezTo>
                  <a:pt x="490" y="159"/>
                  <a:pt x="530" y="199"/>
                  <a:pt x="530" y="248"/>
                </a:cubicBezTo>
                <a:cubicBezTo>
                  <a:pt x="530" y="257"/>
                  <a:pt x="522" y="265"/>
                  <a:pt x="512" y="265"/>
                </a:cubicBezTo>
                <a:lnTo>
                  <a:pt x="335" y="265"/>
                </a:lnTo>
                <a:moveTo>
                  <a:pt x="185" y="186"/>
                </a:moveTo>
                <a:cubicBezTo>
                  <a:pt x="185" y="175"/>
                  <a:pt x="187" y="165"/>
                  <a:pt x="191" y="155"/>
                </a:cubicBezTo>
                <a:cubicBezTo>
                  <a:pt x="195" y="145"/>
                  <a:pt x="201" y="136"/>
                  <a:pt x="208" y="129"/>
                </a:cubicBezTo>
                <a:cubicBezTo>
                  <a:pt x="216" y="121"/>
                  <a:pt x="224" y="116"/>
                  <a:pt x="234" y="112"/>
                </a:cubicBezTo>
                <a:cubicBezTo>
                  <a:pt x="244" y="108"/>
                  <a:pt x="254" y="106"/>
                  <a:pt x="264" y="106"/>
                </a:cubicBezTo>
                <a:cubicBezTo>
                  <a:pt x="275" y="106"/>
                  <a:pt x="285" y="108"/>
                  <a:pt x="295" y="112"/>
                </a:cubicBezTo>
                <a:cubicBezTo>
                  <a:pt x="305" y="116"/>
                  <a:pt x="313" y="121"/>
                  <a:pt x="321" y="129"/>
                </a:cubicBezTo>
                <a:cubicBezTo>
                  <a:pt x="328" y="136"/>
                  <a:pt x="334" y="145"/>
                  <a:pt x="338" y="155"/>
                </a:cubicBezTo>
                <a:cubicBezTo>
                  <a:pt x="342" y="165"/>
                  <a:pt x="344" y="175"/>
                  <a:pt x="344" y="186"/>
                </a:cubicBezTo>
                <a:cubicBezTo>
                  <a:pt x="344" y="196"/>
                  <a:pt x="342" y="207"/>
                  <a:pt x="338" y="216"/>
                </a:cubicBezTo>
                <a:cubicBezTo>
                  <a:pt x="334" y="226"/>
                  <a:pt x="328" y="235"/>
                  <a:pt x="321" y="242"/>
                </a:cubicBezTo>
                <a:cubicBezTo>
                  <a:pt x="313" y="250"/>
                  <a:pt x="305" y="255"/>
                  <a:pt x="295" y="259"/>
                </a:cubicBezTo>
                <a:cubicBezTo>
                  <a:pt x="285" y="263"/>
                  <a:pt x="275" y="265"/>
                  <a:pt x="264" y="265"/>
                </a:cubicBezTo>
                <a:cubicBezTo>
                  <a:pt x="254" y="265"/>
                  <a:pt x="244" y="263"/>
                  <a:pt x="234" y="259"/>
                </a:cubicBezTo>
                <a:cubicBezTo>
                  <a:pt x="224" y="255"/>
                  <a:pt x="216" y="250"/>
                  <a:pt x="208" y="242"/>
                </a:cubicBezTo>
                <a:cubicBezTo>
                  <a:pt x="201" y="235"/>
                  <a:pt x="195" y="226"/>
                  <a:pt x="191" y="216"/>
                </a:cubicBezTo>
                <a:cubicBezTo>
                  <a:pt x="187" y="207"/>
                  <a:pt x="185" y="196"/>
                  <a:pt x="185" y="186"/>
                </a:cubicBezTo>
                <a:moveTo>
                  <a:pt x="106" y="402"/>
                </a:moveTo>
                <a:cubicBezTo>
                  <a:pt x="106" y="341"/>
                  <a:pt x="155" y="292"/>
                  <a:pt x="216" y="292"/>
                </a:cubicBezTo>
                <a:lnTo>
                  <a:pt x="313" y="292"/>
                </a:lnTo>
                <a:cubicBezTo>
                  <a:pt x="374" y="292"/>
                  <a:pt x="423" y="341"/>
                  <a:pt x="423" y="402"/>
                </a:cubicBezTo>
                <a:cubicBezTo>
                  <a:pt x="423" y="414"/>
                  <a:pt x="413" y="424"/>
                  <a:pt x="401" y="424"/>
                </a:cubicBezTo>
                <a:lnTo>
                  <a:pt x="128" y="424"/>
                </a:lnTo>
                <a:cubicBezTo>
                  <a:pt x="116" y="424"/>
                  <a:pt x="106" y="414"/>
                  <a:pt x="106" y="402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428760" y="251280"/>
            <a:ext cx="630972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Translating Loneliness into Literature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847800" y="1034640"/>
            <a:ext cx="21438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A Household of Genius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428760" y="1446840"/>
            <a:ext cx="3066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Living in the isolated </a:t>
            </a:r>
            <a:r>
              <a:rPr b="1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Haworth Parsonage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,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428760" y="1694520"/>
            <a:ext cx="3292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Emily was part of a legendary literary trio with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428760" y="1942200"/>
            <a:ext cx="2257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her sisters, Charlotte and Anne.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428760" y="2265840"/>
            <a:ext cx="2935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Far from merely lonely, their home was 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428760" y="2513520"/>
            <a:ext cx="3491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crucible of creativity 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where they built elaborate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4195440" y="1099800"/>
            <a:ext cx="1514880" cy="1791360"/>
          </a:xfrm>
          <a:custGeom>
            <a:avLst/>
            <a:gdLst/>
            <a:ahLst/>
            <a:rect l="0" t="0" r="r" b="b"/>
            <a:pathLst>
              <a:path w="4208" h="4976">
                <a:moveTo>
                  <a:pt x="0" y="4883"/>
                </a:moveTo>
                <a:lnTo>
                  <a:pt x="0" y="93"/>
                </a:ln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lnTo>
                  <a:pt x="4116" y="0"/>
                </a:lnTo>
                <a:cubicBezTo>
                  <a:pt x="4128" y="0"/>
                  <a:pt x="4140" y="3"/>
                  <a:pt x="4151" y="7"/>
                </a:cubicBezTo>
                <a:cubicBezTo>
                  <a:pt x="4162" y="12"/>
                  <a:pt x="4172" y="19"/>
                  <a:pt x="4181" y="28"/>
                </a:cubicBezTo>
                <a:cubicBezTo>
                  <a:pt x="4190" y="36"/>
                  <a:pt x="4197" y="46"/>
                  <a:pt x="4201" y="58"/>
                </a:cubicBezTo>
                <a:cubicBezTo>
                  <a:pt x="4206" y="69"/>
                  <a:pt x="4208" y="81"/>
                  <a:pt x="4208" y="93"/>
                </a:cubicBezTo>
                <a:lnTo>
                  <a:pt x="4208" y="4883"/>
                </a:lnTo>
                <a:cubicBezTo>
                  <a:pt x="4208" y="4895"/>
                  <a:pt x="4206" y="4907"/>
                  <a:pt x="4201" y="4918"/>
                </a:cubicBezTo>
                <a:cubicBezTo>
                  <a:pt x="4197" y="4930"/>
                  <a:pt x="4190" y="4940"/>
                  <a:pt x="4181" y="4948"/>
                </a:cubicBezTo>
                <a:cubicBezTo>
                  <a:pt x="4172" y="4957"/>
                  <a:pt x="4162" y="4964"/>
                  <a:pt x="4151" y="4969"/>
                </a:cubicBezTo>
                <a:cubicBezTo>
                  <a:pt x="4140" y="4973"/>
                  <a:pt x="4128" y="4976"/>
                  <a:pt x="4116" y="4976"/>
                </a:cubicBezTo>
                <a:lnTo>
                  <a:pt x="93" y="4976"/>
                </a:lnTo>
                <a:cubicBezTo>
                  <a:pt x="81" y="4976"/>
                  <a:pt x="69" y="4973"/>
                  <a:pt x="58" y="4969"/>
                </a:cubicBezTo>
                <a:cubicBezTo>
                  <a:pt x="46" y="4964"/>
                  <a:pt x="36" y="4957"/>
                  <a:pt x="28" y="4948"/>
                </a:cubicBezTo>
                <a:cubicBezTo>
                  <a:pt x="19" y="4940"/>
                  <a:pt x="12" y="4930"/>
                  <a:pt x="7" y="4918"/>
                </a:cubicBezTo>
                <a:cubicBezTo>
                  <a:pt x="3" y="4907"/>
                  <a:pt x="0" y="4895"/>
                  <a:pt x="0" y="48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4195440" y="1099800"/>
            <a:ext cx="1514880" cy="1791360"/>
          </a:xfrm>
          <a:custGeom>
            <a:avLst/>
            <a:gdLst/>
            <a:ahLst/>
            <a:rect l="0" t="0" r="r" b="b"/>
            <a:pathLst>
              <a:path fill="none" w="4208" h="4976">
                <a:moveTo>
                  <a:pt x="0" y="4883"/>
                </a:moveTo>
                <a:lnTo>
                  <a:pt x="0" y="93"/>
                </a:ln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lnTo>
                  <a:pt x="4116" y="0"/>
                </a:lnTo>
                <a:cubicBezTo>
                  <a:pt x="4128" y="0"/>
                  <a:pt x="4140" y="3"/>
                  <a:pt x="4151" y="7"/>
                </a:cubicBezTo>
                <a:cubicBezTo>
                  <a:pt x="4162" y="12"/>
                  <a:pt x="4172" y="19"/>
                  <a:pt x="4181" y="28"/>
                </a:cubicBezTo>
                <a:cubicBezTo>
                  <a:pt x="4190" y="36"/>
                  <a:pt x="4197" y="46"/>
                  <a:pt x="4201" y="58"/>
                </a:cubicBezTo>
                <a:cubicBezTo>
                  <a:pt x="4206" y="69"/>
                  <a:pt x="4208" y="81"/>
                  <a:pt x="4208" y="93"/>
                </a:cubicBezTo>
                <a:lnTo>
                  <a:pt x="4208" y="4883"/>
                </a:lnTo>
                <a:cubicBezTo>
                  <a:pt x="4208" y="4895"/>
                  <a:pt x="4206" y="4907"/>
                  <a:pt x="4201" y="4918"/>
                </a:cubicBezTo>
                <a:cubicBezTo>
                  <a:pt x="4197" y="4930"/>
                  <a:pt x="4190" y="4940"/>
                  <a:pt x="4181" y="4948"/>
                </a:cubicBezTo>
                <a:cubicBezTo>
                  <a:pt x="4172" y="4957"/>
                  <a:pt x="4162" y="4964"/>
                  <a:pt x="4151" y="4969"/>
                </a:cubicBezTo>
                <a:cubicBezTo>
                  <a:pt x="4140" y="4973"/>
                  <a:pt x="4128" y="4976"/>
                  <a:pt x="4116" y="4976"/>
                </a:cubicBezTo>
                <a:lnTo>
                  <a:pt x="93" y="4976"/>
                </a:lnTo>
                <a:cubicBezTo>
                  <a:pt x="81" y="4976"/>
                  <a:pt x="69" y="4973"/>
                  <a:pt x="58" y="4969"/>
                </a:cubicBezTo>
                <a:cubicBezTo>
                  <a:pt x="46" y="4964"/>
                  <a:pt x="36" y="4957"/>
                  <a:pt x="28" y="4948"/>
                </a:cubicBezTo>
                <a:cubicBezTo>
                  <a:pt x="19" y="4940"/>
                  <a:pt x="12" y="4930"/>
                  <a:pt x="7" y="4918"/>
                </a:cubicBezTo>
                <a:cubicBezTo>
                  <a:pt x="3" y="4907"/>
                  <a:pt x="0" y="4895"/>
                  <a:pt x="0" y="4883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7" name="" descr=""/>
          <p:cNvPicPr/>
          <p:nvPr/>
        </p:nvPicPr>
        <p:blipFill>
          <a:blip r:embed="rId1"/>
          <a:stretch/>
        </p:blipFill>
        <p:spPr>
          <a:xfrm>
            <a:off x="4238640" y="1143000"/>
            <a:ext cx="1428480" cy="170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"/>
          <p:cNvSpPr/>
          <p:nvPr/>
        </p:nvSpPr>
        <p:spPr>
          <a:xfrm>
            <a:off x="438120" y="3105000"/>
            <a:ext cx="285840" cy="286200"/>
          </a:xfrm>
          <a:custGeom>
            <a:avLst/>
            <a:gdLst/>
            <a:ahLst/>
            <a:rect l="0" t="0" r="r" b="b"/>
            <a:pathLst>
              <a:path w="794" h="795">
                <a:moveTo>
                  <a:pt x="0" y="662"/>
                </a:moveTo>
                <a:lnTo>
                  <a:pt x="0" y="132"/>
                </a:lnTo>
                <a:cubicBezTo>
                  <a:pt x="0" y="115"/>
                  <a:pt x="3" y="98"/>
                  <a:pt x="10" y="82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lnTo>
                  <a:pt x="661" y="0"/>
                </a:lnTo>
                <a:cubicBezTo>
                  <a:pt x="679" y="0"/>
                  <a:pt x="695" y="3"/>
                  <a:pt x="712" y="10"/>
                </a:cubicBezTo>
                <a:cubicBezTo>
                  <a:pt x="728" y="17"/>
                  <a:pt x="742" y="26"/>
                  <a:pt x="755" y="39"/>
                </a:cubicBezTo>
                <a:cubicBezTo>
                  <a:pt x="768" y="51"/>
                  <a:pt x="778" y="65"/>
                  <a:pt x="784" y="82"/>
                </a:cubicBezTo>
                <a:cubicBezTo>
                  <a:pt x="791" y="98"/>
                  <a:pt x="794" y="115"/>
                  <a:pt x="794" y="132"/>
                </a:cubicBezTo>
                <a:lnTo>
                  <a:pt x="794" y="662"/>
                </a:lnTo>
                <a:cubicBezTo>
                  <a:pt x="794" y="680"/>
                  <a:pt x="791" y="697"/>
                  <a:pt x="784" y="713"/>
                </a:cubicBezTo>
                <a:cubicBezTo>
                  <a:pt x="778" y="729"/>
                  <a:pt x="768" y="744"/>
                  <a:pt x="755" y="756"/>
                </a:cubicBezTo>
                <a:cubicBezTo>
                  <a:pt x="742" y="768"/>
                  <a:pt x="728" y="778"/>
                  <a:pt x="712" y="785"/>
                </a:cubicBezTo>
                <a:cubicBezTo>
                  <a:pt x="695" y="791"/>
                  <a:pt x="679" y="795"/>
                  <a:pt x="661" y="795"/>
                </a:cubicBezTo>
                <a:lnTo>
                  <a:pt x="132" y="795"/>
                </a:lnTo>
                <a:cubicBezTo>
                  <a:pt x="114" y="795"/>
                  <a:pt x="97" y="791"/>
                  <a:pt x="81" y="785"/>
                </a:cubicBezTo>
                <a:cubicBezTo>
                  <a:pt x="65" y="778"/>
                  <a:pt x="51" y="768"/>
                  <a:pt x="38" y="756"/>
                </a:cubicBezTo>
                <a:cubicBezTo>
                  <a:pt x="26" y="744"/>
                  <a:pt x="16" y="729"/>
                  <a:pt x="10" y="713"/>
                </a:cubicBezTo>
                <a:cubicBezTo>
                  <a:pt x="3" y="697"/>
                  <a:pt x="0" y="680"/>
                  <a:pt x="0" y="662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438120" y="3105000"/>
            <a:ext cx="285840" cy="286200"/>
          </a:xfrm>
          <a:custGeom>
            <a:avLst/>
            <a:gdLst/>
            <a:ahLst/>
            <a:rect l="0" t="0" r="r" b="b"/>
            <a:pathLst>
              <a:path fill="none" w="794" h="795">
                <a:moveTo>
                  <a:pt x="0" y="662"/>
                </a:moveTo>
                <a:lnTo>
                  <a:pt x="0" y="132"/>
                </a:lnTo>
                <a:cubicBezTo>
                  <a:pt x="0" y="115"/>
                  <a:pt x="3" y="98"/>
                  <a:pt x="10" y="82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lnTo>
                  <a:pt x="661" y="0"/>
                </a:lnTo>
                <a:cubicBezTo>
                  <a:pt x="679" y="0"/>
                  <a:pt x="695" y="3"/>
                  <a:pt x="712" y="10"/>
                </a:cubicBezTo>
                <a:cubicBezTo>
                  <a:pt x="728" y="17"/>
                  <a:pt x="742" y="26"/>
                  <a:pt x="755" y="39"/>
                </a:cubicBezTo>
                <a:cubicBezTo>
                  <a:pt x="768" y="51"/>
                  <a:pt x="778" y="65"/>
                  <a:pt x="784" y="82"/>
                </a:cubicBezTo>
                <a:cubicBezTo>
                  <a:pt x="791" y="98"/>
                  <a:pt x="794" y="115"/>
                  <a:pt x="794" y="132"/>
                </a:cubicBezTo>
                <a:lnTo>
                  <a:pt x="794" y="662"/>
                </a:lnTo>
                <a:cubicBezTo>
                  <a:pt x="794" y="680"/>
                  <a:pt x="791" y="697"/>
                  <a:pt x="784" y="713"/>
                </a:cubicBezTo>
                <a:cubicBezTo>
                  <a:pt x="778" y="729"/>
                  <a:pt x="768" y="744"/>
                  <a:pt x="755" y="756"/>
                </a:cubicBezTo>
                <a:cubicBezTo>
                  <a:pt x="742" y="768"/>
                  <a:pt x="728" y="778"/>
                  <a:pt x="712" y="785"/>
                </a:cubicBezTo>
                <a:cubicBezTo>
                  <a:pt x="695" y="791"/>
                  <a:pt x="679" y="795"/>
                  <a:pt x="661" y="795"/>
                </a:cubicBezTo>
                <a:lnTo>
                  <a:pt x="132" y="795"/>
                </a:lnTo>
                <a:cubicBezTo>
                  <a:pt x="114" y="795"/>
                  <a:pt x="97" y="791"/>
                  <a:pt x="81" y="785"/>
                </a:cubicBezTo>
                <a:cubicBezTo>
                  <a:pt x="65" y="778"/>
                  <a:pt x="51" y="768"/>
                  <a:pt x="38" y="756"/>
                </a:cubicBezTo>
                <a:cubicBezTo>
                  <a:pt x="26" y="744"/>
                  <a:pt x="16" y="729"/>
                  <a:pt x="10" y="713"/>
                </a:cubicBezTo>
                <a:cubicBezTo>
                  <a:pt x="3" y="697"/>
                  <a:pt x="0" y="680"/>
                  <a:pt x="0" y="662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504720" y="3171600"/>
            <a:ext cx="152640" cy="152640"/>
          </a:xfrm>
          <a:custGeom>
            <a:avLst/>
            <a:gdLst/>
            <a:ahLst/>
            <a:rect l="0" t="0" r="r" b="b"/>
            <a:pathLst>
              <a:path w="424" h="424">
                <a:moveTo>
                  <a:pt x="239" y="27"/>
                </a:moveTo>
                <a:cubicBezTo>
                  <a:pt x="239" y="41"/>
                  <a:pt x="251" y="53"/>
                  <a:pt x="265" y="53"/>
                </a:cubicBezTo>
                <a:lnTo>
                  <a:pt x="292" y="53"/>
                </a:lnTo>
                <a:cubicBezTo>
                  <a:pt x="306" y="53"/>
                  <a:pt x="318" y="65"/>
                  <a:pt x="318" y="79"/>
                </a:cubicBezTo>
                <a:cubicBezTo>
                  <a:pt x="318" y="94"/>
                  <a:pt x="306" y="106"/>
                  <a:pt x="292" y="106"/>
                </a:cubicBezTo>
                <a:lnTo>
                  <a:pt x="26" y="106"/>
                </a:lnTo>
                <a:cubicBezTo>
                  <a:pt x="12" y="106"/>
                  <a:pt x="0" y="118"/>
                  <a:pt x="0" y="132"/>
                </a:cubicBezTo>
                <a:cubicBezTo>
                  <a:pt x="0" y="147"/>
                  <a:pt x="12" y="159"/>
                  <a:pt x="26" y="159"/>
                </a:cubicBezTo>
                <a:lnTo>
                  <a:pt x="292" y="159"/>
                </a:lnTo>
                <a:cubicBezTo>
                  <a:pt x="336" y="159"/>
                  <a:pt x="371" y="123"/>
                  <a:pt x="371" y="79"/>
                </a:cubicBezTo>
                <a:cubicBezTo>
                  <a:pt x="371" y="36"/>
                  <a:pt x="336" y="0"/>
                  <a:pt x="292" y="0"/>
                </a:cubicBezTo>
                <a:lnTo>
                  <a:pt x="265" y="0"/>
                </a:lnTo>
                <a:cubicBezTo>
                  <a:pt x="251" y="0"/>
                  <a:pt x="239" y="12"/>
                  <a:pt x="239" y="27"/>
                </a:cubicBezTo>
                <a:moveTo>
                  <a:pt x="292" y="319"/>
                </a:moveTo>
                <a:cubicBezTo>
                  <a:pt x="292" y="333"/>
                  <a:pt x="304" y="345"/>
                  <a:pt x="318" y="345"/>
                </a:cubicBezTo>
                <a:lnTo>
                  <a:pt x="345" y="345"/>
                </a:lnTo>
                <a:cubicBezTo>
                  <a:pt x="389" y="345"/>
                  <a:pt x="424" y="310"/>
                  <a:pt x="424" y="265"/>
                </a:cubicBezTo>
                <a:cubicBezTo>
                  <a:pt x="424" y="221"/>
                  <a:pt x="389" y="185"/>
                  <a:pt x="345" y="185"/>
                </a:cubicBezTo>
                <a:lnTo>
                  <a:pt x="26" y="185"/>
                </a:lnTo>
                <a:cubicBezTo>
                  <a:pt x="12" y="185"/>
                  <a:pt x="0" y="197"/>
                  <a:pt x="0" y="212"/>
                </a:cubicBezTo>
                <a:cubicBezTo>
                  <a:pt x="0" y="226"/>
                  <a:pt x="12" y="238"/>
                  <a:pt x="26" y="238"/>
                </a:cubicBezTo>
                <a:lnTo>
                  <a:pt x="345" y="238"/>
                </a:lnTo>
                <a:cubicBezTo>
                  <a:pt x="359" y="238"/>
                  <a:pt x="371" y="250"/>
                  <a:pt x="371" y="265"/>
                </a:cubicBezTo>
                <a:cubicBezTo>
                  <a:pt x="371" y="279"/>
                  <a:pt x="359" y="292"/>
                  <a:pt x="345" y="292"/>
                </a:cubicBezTo>
                <a:lnTo>
                  <a:pt x="318" y="292"/>
                </a:lnTo>
                <a:cubicBezTo>
                  <a:pt x="304" y="292"/>
                  <a:pt x="292" y="304"/>
                  <a:pt x="292" y="319"/>
                </a:cubicBezTo>
                <a:moveTo>
                  <a:pt x="107" y="424"/>
                </a:moveTo>
                <a:lnTo>
                  <a:pt x="133" y="424"/>
                </a:lnTo>
                <a:cubicBezTo>
                  <a:pt x="177" y="424"/>
                  <a:pt x="212" y="389"/>
                  <a:pt x="212" y="345"/>
                </a:cubicBezTo>
                <a:cubicBezTo>
                  <a:pt x="212" y="301"/>
                  <a:pt x="177" y="265"/>
                  <a:pt x="133" y="265"/>
                </a:cubicBezTo>
                <a:lnTo>
                  <a:pt x="26" y="265"/>
                </a:lnTo>
                <a:cubicBezTo>
                  <a:pt x="12" y="265"/>
                  <a:pt x="0" y="277"/>
                  <a:pt x="0" y="292"/>
                </a:cubicBezTo>
                <a:cubicBezTo>
                  <a:pt x="0" y="307"/>
                  <a:pt x="12" y="319"/>
                  <a:pt x="26" y="319"/>
                </a:cubicBezTo>
                <a:lnTo>
                  <a:pt x="133" y="319"/>
                </a:lnTo>
                <a:cubicBezTo>
                  <a:pt x="148" y="319"/>
                  <a:pt x="160" y="330"/>
                  <a:pt x="160" y="345"/>
                </a:cubicBezTo>
                <a:cubicBezTo>
                  <a:pt x="160" y="360"/>
                  <a:pt x="148" y="372"/>
                  <a:pt x="133" y="372"/>
                </a:cubicBezTo>
                <a:lnTo>
                  <a:pt x="107" y="372"/>
                </a:lnTo>
                <a:cubicBezTo>
                  <a:pt x="92" y="372"/>
                  <a:pt x="80" y="383"/>
                  <a:pt x="80" y="398"/>
                </a:cubicBezTo>
                <a:cubicBezTo>
                  <a:pt x="80" y="413"/>
                  <a:pt x="92" y="424"/>
                  <a:pt x="107" y="424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428760" y="2761200"/>
            <a:ext cx="24440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fictional worlds (Gondal) together.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847800" y="3120480"/>
            <a:ext cx="3096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Fiery Imagination from Isolation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428760" y="3532680"/>
            <a:ext cx="4389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</a:t>
            </a:r>
            <a:r>
              <a:rPr b="1" lang="en-US" sz="120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wild, desolate moors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were not just scenery but fuel. She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428760" y="3780360"/>
            <a:ext cx="51562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transformed her social solitude into a rebellious internal life, channeling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433080" y="4414680"/>
            <a:ext cx="5277240" cy="1905480"/>
          </a:xfrm>
          <a:custGeom>
            <a:avLst/>
            <a:gdLst/>
            <a:ahLst/>
            <a:rect l="0" t="0" r="r" b="b"/>
            <a:pathLst>
              <a:path w="14659" h="5293">
                <a:moveTo>
                  <a:pt x="0" y="5200"/>
                </a:moveTo>
                <a:lnTo>
                  <a:pt x="0" y="93"/>
                </a:ln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lnTo>
                  <a:pt x="14567" y="0"/>
                </a:lnTo>
                <a:cubicBezTo>
                  <a:pt x="14579" y="0"/>
                  <a:pt x="14591" y="2"/>
                  <a:pt x="14602" y="7"/>
                </a:cubicBezTo>
                <a:cubicBezTo>
                  <a:pt x="14613" y="12"/>
                  <a:pt x="14623" y="18"/>
                  <a:pt x="14632" y="27"/>
                </a:cubicBezTo>
                <a:cubicBezTo>
                  <a:pt x="14641" y="36"/>
                  <a:pt x="14648" y="46"/>
                  <a:pt x="14652" y="57"/>
                </a:cubicBezTo>
                <a:cubicBezTo>
                  <a:pt x="14657" y="68"/>
                  <a:pt x="14659" y="80"/>
                  <a:pt x="14659" y="93"/>
                </a:cubicBezTo>
                <a:lnTo>
                  <a:pt x="14659" y="5200"/>
                </a:lnTo>
                <a:cubicBezTo>
                  <a:pt x="14659" y="5212"/>
                  <a:pt x="14657" y="5224"/>
                  <a:pt x="14652" y="5235"/>
                </a:cubicBezTo>
                <a:cubicBezTo>
                  <a:pt x="14648" y="5247"/>
                  <a:pt x="14641" y="5257"/>
                  <a:pt x="14632" y="5265"/>
                </a:cubicBezTo>
                <a:cubicBezTo>
                  <a:pt x="14623" y="5274"/>
                  <a:pt x="14613" y="5281"/>
                  <a:pt x="14602" y="5286"/>
                </a:cubicBezTo>
                <a:cubicBezTo>
                  <a:pt x="14591" y="5290"/>
                  <a:pt x="14579" y="5293"/>
                  <a:pt x="14567" y="5293"/>
                </a:cubicBezTo>
                <a:lnTo>
                  <a:pt x="93" y="5293"/>
                </a:lnTo>
                <a:cubicBezTo>
                  <a:pt x="81" y="5293"/>
                  <a:pt x="69" y="5290"/>
                  <a:pt x="58" y="5286"/>
                </a:cubicBezTo>
                <a:cubicBezTo>
                  <a:pt x="46" y="5281"/>
                  <a:pt x="36" y="5274"/>
                  <a:pt x="27" y="5265"/>
                </a:cubicBezTo>
                <a:cubicBezTo>
                  <a:pt x="19" y="5257"/>
                  <a:pt x="12" y="5247"/>
                  <a:pt x="7" y="5235"/>
                </a:cubicBezTo>
                <a:cubicBezTo>
                  <a:pt x="3" y="5224"/>
                  <a:pt x="0" y="5212"/>
                  <a:pt x="0" y="52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433080" y="4414680"/>
            <a:ext cx="5277240" cy="1905480"/>
          </a:xfrm>
          <a:custGeom>
            <a:avLst/>
            <a:gdLst/>
            <a:ahLst/>
            <a:rect l="0" t="0" r="r" b="b"/>
            <a:pathLst>
              <a:path fill="none" w="14659" h="5293">
                <a:moveTo>
                  <a:pt x="0" y="5200"/>
                </a:moveTo>
                <a:lnTo>
                  <a:pt x="0" y="93"/>
                </a:ln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lnTo>
                  <a:pt x="14567" y="0"/>
                </a:lnTo>
                <a:cubicBezTo>
                  <a:pt x="14579" y="0"/>
                  <a:pt x="14591" y="2"/>
                  <a:pt x="14602" y="7"/>
                </a:cubicBezTo>
                <a:cubicBezTo>
                  <a:pt x="14613" y="12"/>
                  <a:pt x="14623" y="18"/>
                  <a:pt x="14632" y="27"/>
                </a:cubicBezTo>
                <a:cubicBezTo>
                  <a:pt x="14641" y="36"/>
                  <a:pt x="14648" y="46"/>
                  <a:pt x="14652" y="57"/>
                </a:cubicBezTo>
                <a:cubicBezTo>
                  <a:pt x="14657" y="68"/>
                  <a:pt x="14659" y="80"/>
                  <a:pt x="14659" y="93"/>
                </a:cubicBezTo>
                <a:lnTo>
                  <a:pt x="14659" y="5200"/>
                </a:lnTo>
                <a:cubicBezTo>
                  <a:pt x="14659" y="5212"/>
                  <a:pt x="14657" y="5224"/>
                  <a:pt x="14652" y="5235"/>
                </a:cubicBezTo>
                <a:cubicBezTo>
                  <a:pt x="14648" y="5247"/>
                  <a:pt x="14641" y="5257"/>
                  <a:pt x="14632" y="5265"/>
                </a:cubicBezTo>
                <a:cubicBezTo>
                  <a:pt x="14623" y="5274"/>
                  <a:pt x="14613" y="5281"/>
                  <a:pt x="14602" y="5286"/>
                </a:cubicBezTo>
                <a:cubicBezTo>
                  <a:pt x="14591" y="5290"/>
                  <a:pt x="14579" y="5293"/>
                  <a:pt x="14567" y="5293"/>
                </a:cubicBezTo>
                <a:lnTo>
                  <a:pt x="93" y="5293"/>
                </a:lnTo>
                <a:cubicBezTo>
                  <a:pt x="81" y="5293"/>
                  <a:pt x="69" y="5290"/>
                  <a:pt x="58" y="5286"/>
                </a:cubicBezTo>
                <a:cubicBezTo>
                  <a:pt x="46" y="5281"/>
                  <a:pt x="36" y="5274"/>
                  <a:pt x="27" y="5265"/>
                </a:cubicBezTo>
                <a:cubicBezTo>
                  <a:pt x="19" y="5257"/>
                  <a:pt x="12" y="5247"/>
                  <a:pt x="7" y="5235"/>
                </a:cubicBezTo>
                <a:cubicBezTo>
                  <a:pt x="3" y="5224"/>
                  <a:pt x="0" y="5212"/>
                  <a:pt x="0" y="5200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7" name="" descr=""/>
          <p:cNvPicPr/>
          <p:nvPr/>
        </p:nvPicPr>
        <p:blipFill>
          <a:blip r:embed="rId2"/>
          <a:stretch/>
        </p:blipFill>
        <p:spPr>
          <a:xfrm>
            <a:off x="1695600" y="4457520"/>
            <a:ext cx="2752200" cy="181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"/>
          <p:cNvSpPr/>
          <p:nvPr/>
        </p:nvSpPr>
        <p:spPr>
          <a:xfrm>
            <a:off x="6491160" y="1338120"/>
            <a:ext cx="1209960" cy="2124360"/>
          </a:xfrm>
          <a:custGeom>
            <a:avLst/>
            <a:gdLst/>
            <a:ahLst/>
            <a:rect l="0" t="0" r="r" b="b"/>
            <a:pathLst>
              <a:path w="3361" h="5901">
                <a:moveTo>
                  <a:pt x="0" y="580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3268" y="0"/>
                </a:lnTo>
                <a:cubicBezTo>
                  <a:pt x="3281" y="0"/>
                  <a:pt x="3293" y="2"/>
                  <a:pt x="3304" y="7"/>
                </a:cubicBezTo>
                <a:cubicBezTo>
                  <a:pt x="3315" y="12"/>
                  <a:pt x="3325" y="18"/>
                  <a:pt x="3334" y="27"/>
                </a:cubicBezTo>
                <a:cubicBezTo>
                  <a:pt x="3343" y="36"/>
                  <a:pt x="3349" y="46"/>
                  <a:pt x="3354" y="57"/>
                </a:cubicBezTo>
                <a:cubicBezTo>
                  <a:pt x="3359" y="68"/>
                  <a:pt x="3361" y="80"/>
                  <a:pt x="3361" y="92"/>
                </a:cubicBezTo>
                <a:lnTo>
                  <a:pt x="3361" y="5808"/>
                </a:lnTo>
                <a:cubicBezTo>
                  <a:pt x="3361" y="5821"/>
                  <a:pt x="3359" y="5833"/>
                  <a:pt x="3354" y="5844"/>
                </a:cubicBezTo>
                <a:cubicBezTo>
                  <a:pt x="3349" y="5855"/>
                  <a:pt x="3343" y="5865"/>
                  <a:pt x="3334" y="5874"/>
                </a:cubicBezTo>
                <a:cubicBezTo>
                  <a:pt x="3325" y="5883"/>
                  <a:pt x="3315" y="5889"/>
                  <a:pt x="3304" y="5894"/>
                </a:cubicBezTo>
                <a:cubicBezTo>
                  <a:pt x="3293" y="5899"/>
                  <a:pt x="3281" y="5901"/>
                  <a:pt x="3268" y="5901"/>
                </a:cubicBezTo>
                <a:lnTo>
                  <a:pt x="92" y="5901"/>
                </a:lnTo>
                <a:cubicBezTo>
                  <a:pt x="80" y="5901"/>
                  <a:pt x="68" y="5899"/>
                  <a:pt x="57" y="5894"/>
                </a:cubicBezTo>
                <a:cubicBezTo>
                  <a:pt x="46" y="5889"/>
                  <a:pt x="36" y="5883"/>
                  <a:pt x="27" y="5874"/>
                </a:cubicBezTo>
                <a:cubicBezTo>
                  <a:pt x="18" y="5865"/>
                  <a:pt x="12" y="5855"/>
                  <a:pt x="7" y="5844"/>
                </a:cubicBezTo>
                <a:cubicBezTo>
                  <a:pt x="2" y="5833"/>
                  <a:pt x="0" y="5821"/>
                  <a:pt x="0" y="580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6491160" y="1338120"/>
            <a:ext cx="1209960" cy="2124360"/>
          </a:xfrm>
          <a:custGeom>
            <a:avLst/>
            <a:gdLst/>
            <a:ahLst/>
            <a:rect l="0" t="0" r="r" b="b"/>
            <a:pathLst>
              <a:path fill="none" w="3361" h="5901">
                <a:moveTo>
                  <a:pt x="0" y="580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3268" y="0"/>
                </a:lnTo>
                <a:cubicBezTo>
                  <a:pt x="3281" y="0"/>
                  <a:pt x="3293" y="2"/>
                  <a:pt x="3304" y="7"/>
                </a:cubicBezTo>
                <a:cubicBezTo>
                  <a:pt x="3315" y="12"/>
                  <a:pt x="3325" y="18"/>
                  <a:pt x="3334" y="27"/>
                </a:cubicBezTo>
                <a:cubicBezTo>
                  <a:pt x="3343" y="36"/>
                  <a:pt x="3349" y="46"/>
                  <a:pt x="3354" y="57"/>
                </a:cubicBezTo>
                <a:cubicBezTo>
                  <a:pt x="3359" y="68"/>
                  <a:pt x="3361" y="80"/>
                  <a:pt x="3361" y="92"/>
                </a:cubicBezTo>
                <a:lnTo>
                  <a:pt x="3361" y="5808"/>
                </a:lnTo>
                <a:cubicBezTo>
                  <a:pt x="3361" y="5821"/>
                  <a:pt x="3359" y="5833"/>
                  <a:pt x="3354" y="5844"/>
                </a:cubicBezTo>
                <a:cubicBezTo>
                  <a:pt x="3349" y="5855"/>
                  <a:pt x="3343" y="5865"/>
                  <a:pt x="3334" y="5874"/>
                </a:cubicBezTo>
                <a:cubicBezTo>
                  <a:pt x="3325" y="5883"/>
                  <a:pt x="3315" y="5889"/>
                  <a:pt x="3304" y="5894"/>
                </a:cubicBezTo>
                <a:cubicBezTo>
                  <a:pt x="3293" y="5899"/>
                  <a:pt x="3281" y="5901"/>
                  <a:pt x="3268" y="5901"/>
                </a:cubicBezTo>
                <a:lnTo>
                  <a:pt x="92" y="5901"/>
                </a:lnTo>
                <a:cubicBezTo>
                  <a:pt x="80" y="5901"/>
                  <a:pt x="68" y="5899"/>
                  <a:pt x="57" y="5894"/>
                </a:cubicBezTo>
                <a:cubicBezTo>
                  <a:pt x="46" y="5889"/>
                  <a:pt x="36" y="5883"/>
                  <a:pt x="27" y="5874"/>
                </a:cubicBezTo>
                <a:cubicBezTo>
                  <a:pt x="18" y="5865"/>
                  <a:pt x="12" y="5855"/>
                  <a:pt x="7" y="5844"/>
                </a:cubicBezTo>
                <a:cubicBezTo>
                  <a:pt x="2" y="5833"/>
                  <a:pt x="0" y="5821"/>
                  <a:pt x="0" y="5808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0" name="" descr=""/>
          <p:cNvPicPr/>
          <p:nvPr/>
        </p:nvPicPr>
        <p:blipFill>
          <a:blip r:embed="rId3"/>
          <a:stretch/>
        </p:blipFill>
        <p:spPr>
          <a:xfrm>
            <a:off x="6534000" y="1380960"/>
            <a:ext cx="1123560" cy="203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"/>
          <p:cNvSpPr/>
          <p:nvPr/>
        </p:nvSpPr>
        <p:spPr>
          <a:xfrm>
            <a:off x="7943760" y="1342800"/>
            <a:ext cx="285840" cy="286200"/>
          </a:xfrm>
          <a:custGeom>
            <a:avLst/>
            <a:gdLst/>
            <a:ahLst/>
            <a:rect l="0" t="0" r="r" b="b"/>
            <a:pathLst>
              <a:path w="794" h="795">
                <a:moveTo>
                  <a:pt x="0" y="663"/>
                </a:moveTo>
                <a:lnTo>
                  <a:pt x="0" y="132"/>
                </a:ln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8" y="3"/>
                  <a:pt x="114" y="0"/>
                  <a:pt x="132" y="0"/>
                </a:cubicBezTo>
                <a:lnTo>
                  <a:pt x="662" y="0"/>
                </a:lnTo>
                <a:cubicBezTo>
                  <a:pt x="680" y="0"/>
                  <a:pt x="697" y="3"/>
                  <a:pt x="713" y="10"/>
                </a:cubicBezTo>
                <a:cubicBezTo>
                  <a:pt x="729" y="17"/>
                  <a:pt x="743" y="26"/>
                  <a:pt x="756" y="39"/>
                </a:cubicBezTo>
                <a:cubicBezTo>
                  <a:pt x="768" y="51"/>
                  <a:pt x="778" y="66"/>
                  <a:pt x="784" y="82"/>
                </a:cubicBezTo>
                <a:cubicBezTo>
                  <a:pt x="791" y="98"/>
                  <a:pt x="794" y="115"/>
                  <a:pt x="794" y="132"/>
                </a:cubicBezTo>
                <a:lnTo>
                  <a:pt x="794" y="663"/>
                </a:lnTo>
                <a:cubicBezTo>
                  <a:pt x="794" y="680"/>
                  <a:pt x="791" y="697"/>
                  <a:pt x="784" y="713"/>
                </a:cubicBezTo>
                <a:cubicBezTo>
                  <a:pt x="778" y="729"/>
                  <a:pt x="768" y="744"/>
                  <a:pt x="756" y="756"/>
                </a:cubicBezTo>
                <a:cubicBezTo>
                  <a:pt x="743" y="769"/>
                  <a:pt x="729" y="778"/>
                  <a:pt x="713" y="785"/>
                </a:cubicBezTo>
                <a:cubicBezTo>
                  <a:pt x="697" y="792"/>
                  <a:pt x="680" y="795"/>
                  <a:pt x="662" y="795"/>
                </a:cubicBezTo>
                <a:lnTo>
                  <a:pt x="132" y="795"/>
                </a:lnTo>
                <a:cubicBezTo>
                  <a:pt x="114" y="795"/>
                  <a:pt x="98" y="792"/>
                  <a:pt x="81" y="785"/>
                </a:cubicBezTo>
                <a:cubicBezTo>
                  <a:pt x="65" y="778"/>
                  <a:pt x="51" y="769"/>
                  <a:pt x="38" y="756"/>
                </a:cubicBezTo>
                <a:cubicBezTo>
                  <a:pt x="26" y="744"/>
                  <a:pt x="17" y="729"/>
                  <a:pt x="10" y="713"/>
                </a:cubicBezTo>
                <a:cubicBezTo>
                  <a:pt x="3" y="697"/>
                  <a:pt x="0" y="680"/>
                  <a:pt x="0" y="663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7943760" y="1342800"/>
            <a:ext cx="285840" cy="286200"/>
          </a:xfrm>
          <a:custGeom>
            <a:avLst/>
            <a:gdLst/>
            <a:ahLst/>
            <a:rect l="0" t="0" r="r" b="b"/>
            <a:pathLst>
              <a:path fill="none" w="794" h="795">
                <a:moveTo>
                  <a:pt x="0" y="663"/>
                </a:moveTo>
                <a:lnTo>
                  <a:pt x="0" y="132"/>
                </a:ln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8" y="3"/>
                  <a:pt x="114" y="0"/>
                  <a:pt x="132" y="0"/>
                </a:cubicBezTo>
                <a:lnTo>
                  <a:pt x="662" y="0"/>
                </a:lnTo>
                <a:cubicBezTo>
                  <a:pt x="680" y="0"/>
                  <a:pt x="697" y="3"/>
                  <a:pt x="713" y="10"/>
                </a:cubicBezTo>
                <a:cubicBezTo>
                  <a:pt x="729" y="17"/>
                  <a:pt x="743" y="26"/>
                  <a:pt x="756" y="39"/>
                </a:cubicBezTo>
                <a:cubicBezTo>
                  <a:pt x="768" y="51"/>
                  <a:pt x="778" y="66"/>
                  <a:pt x="784" y="82"/>
                </a:cubicBezTo>
                <a:cubicBezTo>
                  <a:pt x="791" y="98"/>
                  <a:pt x="794" y="115"/>
                  <a:pt x="794" y="132"/>
                </a:cubicBezTo>
                <a:lnTo>
                  <a:pt x="794" y="663"/>
                </a:lnTo>
                <a:cubicBezTo>
                  <a:pt x="794" y="680"/>
                  <a:pt x="791" y="697"/>
                  <a:pt x="784" y="713"/>
                </a:cubicBezTo>
                <a:cubicBezTo>
                  <a:pt x="778" y="729"/>
                  <a:pt x="768" y="744"/>
                  <a:pt x="756" y="756"/>
                </a:cubicBezTo>
                <a:cubicBezTo>
                  <a:pt x="743" y="769"/>
                  <a:pt x="729" y="778"/>
                  <a:pt x="713" y="785"/>
                </a:cubicBezTo>
                <a:cubicBezTo>
                  <a:pt x="697" y="792"/>
                  <a:pt x="680" y="795"/>
                  <a:pt x="662" y="795"/>
                </a:cubicBezTo>
                <a:lnTo>
                  <a:pt x="132" y="795"/>
                </a:lnTo>
                <a:cubicBezTo>
                  <a:pt x="114" y="795"/>
                  <a:pt x="98" y="792"/>
                  <a:pt x="81" y="785"/>
                </a:cubicBezTo>
                <a:cubicBezTo>
                  <a:pt x="65" y="778"/>
                  <a:pt x="51" y="769"/>
                  <a:pt x="38" y="756"/>
                </a:cubicBezTo>
                <a:cubicBezTo>
                  <a:pt x="26" y="744"/>
                  <a:pt x="17" y="729"/>
                  <a:pt x="10" y="713"/>
                </a:cubicBezTo>
                <a:cubicBezTo>
                  <a:pt x="3" y="697"/>
                  <a:pt x="0" y="680"/>
                  <a:pt x="0" y="663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8019720" y="1409400"/>
            <a:ext cx="133920" cy="153000"/>
          </a:xfrm>
          <a:custGeom>
            <a:avLst/>
            <a:gdLst/>
            <a:ahLst/>
            <a:rect l="0" t="0" r="r" b="b"/>
            <a:pathLst>
              <a:path w="372" h="425">
                <a:moveTo>
                  <a:pt x="80" y="0"/>
                </a:moveTo>
                <a:cubicBezTo>
                  <a:pt x="36" y="0"/>
                  <a:pt x="0" y="36"/>
                  <a:pt x="0" y="80"/>
                </a:cubicBezTo>
                <a:lnTo>
                  <a:pt x="0" y="345"/>
                </a:lnTo>
                <a:cubicBezTo>
                  <a:pt x="0" y="389"/>
                  <a:pt x="36" y="425"/>
                  <a:pt x="80" y="425"/>
                </a:cubicBezTo>
                <a:lnTo>
                  <a:pt x="319" y="425"/>
                </a:lnTo>
                <a:lnTo>
                  <a:pt x="345" y="425"/>
                </a:lnTo>
                <a:cubicBezTo>
                  <a:pt x="360" y="425"/>
                  <a:pt x="372" y="413"/>
                  <a:pt x="372" y="398"/>
                </a:cubicBezTo>
                <a:cubicBezTo>
                  <a:pt x="372" y="384"/>
                  <a:pt x="360" y="372"/>
                  <a:pt x="345" y="372"/>
                </a:cubicBezTo>
                <a:lnTo>
                  <a:pt x="345" y="319"/>
                </a:lnTo>
                <a:cubicBezTo>
                  <a:pt x="360" y="319"/>
                  <a:pt x="372" y="307"/>
                  <a:pt x="372" y="292"/>
                </a:cubicBezTo>
                <a:lnTo>
                  <a:pt x="372" y="27"/>
                </a:lnTo>
                <a:cubicBezTo>
                  <a:pt x="372" y="12"/>
                  <a:pt x="360" y="0"/>
                  <a:pt x="345" y="0"/>
                </a:cubicBezTo>
                <a:lnTo>
                  <a:pt x="319" y="0"/>
                </a:lnTo>
                <a:lnTo>
                  <a:pt x="80" y="0"/>
                </a:lnTo>
                <a:moveTo>
                  <a:pt x="80" y="319"/>
                </a:moveTo>
                <a:lnTo>
                  <a:pt x="292" y="319"/>
                </a:lnTo>
                <a:lnTo>
                  <a:pt x="292" y="372"/>
                </a:lnTo>
                <a:lnTo>
                  <a:pt x="80" y="372"/>
                </a:lnTo>
                <a:cubicBezTo>
                  <a:pt x="65" y="372"/>
                  <a:pt x="53" y="360"/>
                  <a:pt x="53" y="345"/>
                </a:cubicBezTo>
                <a:cubicBezTo>
                  <a:pt x="53" y="331"/>
                  <a:pt x="65" y="319"/>
                  <a:pt x="80" y="319"/>
                </a:cubicBezTo>
                <a:moveTo>
                  <a:pt x="106" y="120"/>
                </a:moveTo>
                <a:cubicBezTo>
                  <a:pt x="106" y="113"/>
                  <a:pt x="113" y="107"/>
                  <a:pt x="120" y="107"/>
                </a:cubicBezTo>
                <a:lnTo>
                  <a:pt x="279" y="107"/>
                </a:lnTo>
                <a:cubicBezTo>
                  <a:pt x="287" y="107"/>
                  <a:pt x="292" y="113"/>
                  <a:pt x="292" y="120"/>
                </a:cubicBezTo>
                <a:cubicBezTo>
                  <a:pt x="292" y="128"/>
                  <a:pt x="287" y="134"/>
                  <a:pt x="279" y="134"/>
                </a:cubicBezTo>
                <a:lnTo>
                  <a:pt x="120" y="134"/>
                </a:lnTo>
                <a:cubicBezTo>
                  <a:pt x="113" y="134"/>
                  <a:pt x="106" y="128"/>
                  <a:pt x="106" y="120"/>
                </a:cubicBezTo>
                <a:moveTo>
                  <a:pt x="120" y="160"/>
                </a:moveTo>
                <a:lnTo>
                  <a:pt x="279" y="160"/>
                </a:lnTo>
                <a:cubicBezTo>
                  <a:pt x="287" y="160"/>
                  <a:pt x="292" y="166"/>
                  <a:pt x="292" y="173"/>
                </a:cubicBezTo>
                <a:cubicBezTo>
                  <a:pt x="292" y="181"/>
                  <a:pt x="287" y="187"/>
                  <a:pt x="279" y="187"/>
                </a:cubicBezTo>
                <a:lnTo>
                  <a:pt x="120" y="187"/>
                </a:lnTo>
                <a:cubicBezTo>
                  <a:pt x="113" y="187"/>
                  <a:pt x="106" y="181"/>
                  <a:pt x="106" y="173"/>
                </a:cubicBezTo>
                <a:cubicBezTo>
                  <a:pt x="106" y="166"/>
                  <a:pt x="113" y="160"/>
                  <a:pt x="120" y="160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428760" y="4028040"/>
            <a:ext cx="1974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raw nature into her writing.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7934040" y="1819080"/>
            <a:ext cx="133560" cy="95760"/>
          </a:xfrm>
          <a:custGeom>
            <a:avLst/>
            <a:gdLst/>
            <a:ahLst/>
            <a:rect l="0" t="0" r="r" b="b"/>
            <a:pathLst>
              <a:path w="371" h="266">
                <a:moveTo>
                  <a:pt x="364" y="8"/>
                </a:moveTo>
                <a:cubicBezTo>
                  <a:pt x="374" y="18"/>
                  <a:pt x="374" y="35"/>
                  <a:pt x="364" y="45"/>
                </a:cubicBezTo>
                <a:lnTo>
                  <a:pt x="151" y="258"/>
                </a:lnTo>
                <a:cubicBezTo>
                  <a:pt x="141" y="268"/>
                  <a:pt x="124" y="268"/>
                  <a:pt x="114" y="258"/>
                </a:cubicBezTo>
                <a:lnTo>
                  <a:pt x="8" y="152"/>
                </a:lnTo>
                <a:cubicBezTo>
                  <a:pt x="-2" y="142"/>
                  <a:pt x="-2" y="125"/>
                  <a:pt x="8" y="115"/>
                </a:cubicBezTo>
                <a:cubicBezTo>
                  <a:pt x="18" y="104"/>
                  <a:pt x="35" y="104"/>
                  <a:pt x="45" y="115"/>
                </a:cubicBezTo>
                <a:lnTo>
                  <a:pt x="133" y="202"/>
                </a:lnTo>
                <a:lnTo>
                  <a:pt x="326" y="8"/>
                </a:lnTo>
                <a:cubicBezTo>
                  <a:pt x="336" y="-3"/>
                  <a:pt x="354" y="-3"/>
                  <a:pt x="364" y="8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8348760" y="1358280"/>
            <a:ext cx="2510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A Masterpiece of Intensity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8139240" y="1761120"/>
            <a:ext cx="3310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Published in </a:t>
            </a:r>
            <a:r>
              <a:rPr b="1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1847 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under the pseudonym </a:t>
            </a:r>
            <a:r>
              <a:rPr b="1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"Ellis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7934040" y="2390760"/>
            <a:ext cx="133560" cy="95760"/>
          </a:xfrm>
          <a:custGeom>
            <a:avLst/>
            <a:gdLst/>
            <a:ahLst/>
            <a:rect l="0" t="0" r="r" b="b"/>
            <a:pathLst>
              <a:path w="371" h="266">
                <a:moveTo>
                  <a:pt x="364" y="8"/>
                </a:moveTo>
                <a:cubicBezTo>
                  <a:pt x="374" y="19"/>
                  <a:pt x="374" y="35"/>
                  <a:pt x="364" y="46"/>
                </a:cubicBezTo>
                <a:lnTo>
                  <a:pt x="151" y="258"/>
                </a:lnTo>
                <a:cubicBezTo>
                  <a:pt x="141" y="269"/>
                  <a:pt x="124" y="269"/>
                  <a:pt x="114" y="258"/>
                </a:cubicBezTo>
                <a:lnTo>
                  <a:pt x="8" y="153"/>
                </a:lnTo>
                <a:cubicBezTo>
                  <a:pt x="-2" y="142"/>
                  <a:pt x="-2" y="125"/>
                  <a:pt x="8" y="115"/>
                </a:cubicBezTo>
                <a:cubicBezTo>
                  <a:pt x="18" y="105"/>
                  <a:pt x="35" y="105"/>
                  <a:pt x="45" y="115"/>
                </a:cubicBezTo>
                <a:lnTo>
                  <a:pt x="133" y="202"/>
                </a:lnTo>
                <a:lnTo>
                  <a:pt x="326" y="8"/>
                </a:lnTo>
                <a:cubicBezTo>
                  <a:pt x="336" y="-2"/>
                  <a:pt x="354" y="-2"/>
                  <a:pt x="364" y="8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8139240" y="1989720"/>
            <a:ext cx="24026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Bell" 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to navigate gender barriers.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8139240" y="2332800"/>
            <a:ext cx="3439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Her </a:t>
            </a:r>
            <a:r>
              <a:rPr b="1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only novel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, written just one year before her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7934040" y="2962080"/>
            <a:ext cx="133560" cy="95760"/>
          </a:xfrm>
          <a:custGeom>
            <a:avLst/>
            <a:gdLst/>
            <a:ahLst/>
            <a:rect l="0" t="0" r="r" b="b"/>
            <a:pathLst>
              <a:path w="371" h="266">
                <a:moveTo>
                  <a:pt x="364" y="8"/>
                </a:moveTo>
                <a:cubicBezTo>
                  <a:pt x="374" y="18"/>
                  <a:pt x="374" y="35"/>
                  <a:pt x="364" y="45"/>
                </a:cubicBezTo>
                <a:lnTo>
                  <a:pt x="151" y="258"/>
                </a:lnTo>
                <a:cubicBezTo>
                  <a:pt x="141" y="268"/>
                  <a:pt x="124" y="268"/>
                  <a:pt x="114" y="258"/>
                </a:cubicBezTo>
                <a:lnTo>
                  <a:pt x="8" y="152"/>
                </a:lnTo>
                <a:cubicBezTo>
                  <a:pt x="-2" y="142"/>
                  <a:pt x="-2" y="125"/>
                  <a:pt x="8" y="115"/>
                </a:cubicBezTo>
                <a:cubicBezTo>
                  <a:pt x="18" y="104"/>
                  <a:pt x="35" y="104"/>
                  <a:pt x="45" y="115"/>
                </a:cubicBezTo>
                <a:lnTo>
                  <a:pt x="133" y="202"/>
                </a:lnTo>
                <a:lnTo>
                  <a:pt x="326" y="8"/>
                </a:lnTo>
                <a:cubicBezTo>
                  <a:pt x="336" y="-3"/>
                  <a:pt x="354" y="-3"/>
                  <a:pt x="364" y="8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8139240" y="2561400"/>
            <a:ext cx="1604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tragic death at age 30.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8139240" y="2904120"/>
            <a:ext cx="35096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Unlike polished romances, it is defined by </a:t>
            </a:r>
            <a:r>
              <a:rPr b="1" lang="en-US" sz="120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Gothic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6514920" y="4233600"/>
            <a:ext cx="5243760" cy="1762560"/>
          </a:xfrm>
          <a:custGeom>
            <a:avLst/>
            <a:gdLst/>
            <a:ahLst/>
            <a:rect l="0" t="0" r="r" b="b"/>
            <a:pathLst>
              <a:path w="14566" h="4896">
                <a:moveTo>
                  <a:pt x="0" y="4803"/>
                </a:moveTo>
                <a:lnTo>
                  <a:pt x="0" y="93"/>
                </a:lnTo>
                <a:cubicBezTo>
                  <a:pt x="0" y="81"/>
                  <a:pt x="1" y="69"/>
                  <a:pt x="2" y="57"/>
                </a:cubicBezTo>
                <a:cubicBezTo>
                  <a:pt x="3" y="46"/>
                  <a:pt x="5" y="36"/>
                  <a:pt x="8" y="27"/>
                </a:cubicBezTo>
                <a:cubicBezTo>
                  <a:pt x="10" y="19"/>
                  <a:pt x="13" y="12"/>
                  <a:pt x="16" y="7"/>
                </a:cubicBezTo>
                <a:cubicBezTo>
                  <a:pt x="20" y="3"/>
                  <a:pt x="23" y="0"/>
                  <a:pt x="26" y="0"/>
                </a:cubicBezTo>
                <a:lnTo>
                  <a:pt x="14474" y="0"/>
                </a:lnTo>
                <a:cubicBezTo>
                  <a:pt x="14486" y="0"/>
                  <a:pt x="14498" y="3"/>
                  <a:pt x="14509" y="7"/>
                </a:cubicBezTo>
                <a:cubicBezTo>
                  <a:pt x="14520" y="12"/>
                  <a:pt x="14531" y="19"/>
                  <a:pt x="14539" y="27"/>
                </a:cubicBezTo>
                <a:cubicBezTo>
                  <a:pt x="14548" y="36"/>
                  <a:pt x="14555" y="46"/>
                  <a:pt x="14559" y="57"/>
                </a:cubicBezTo>
                <a:cubicBezTo>
                  <a:pt x="14564" y="69"/>
                  <a:pt x="14566" y="81"/>
                  <a:pt x="14566" y="93"/>
                </a:cubicBezTo>
                <a:lnTo>
                  <a:pt x="14566" y="4803"/>
                </a:lnTo>
                <a:cubicBezTo>
                  <a:pt x="14566" y="4816"/>
                  <a:pt x="14564" y="4828"/>
                  <a:pt x="14559" y="4839"/>
                </a:cubicBezTo>
                <a:cubicBezTo>
                  <a:pt x="14555" y="4850"/>
                  <a:pt x="14548" y="4860"/>
                  <a:pt x="14539" y="4869"/>
                </a:cubicBezTo>
                <a:cubicBezTo>
                  <a:pt x="14531" y="4878"/>
                  <a:pt x="14520" y="4884"/>
                  <a:pt x="14509" y="4889"/>
                </a:cubicBezTo>
                <a:cubicBezTo>
                  <a:pt x="14498" y="4894"/>
                  <a:pt x="14486" y="4896"/>
                  <a:pt x="14474" y="4896"/>
                </a:cubicBezTo>
                <a:lnTo>
                  <a:pt x="26" y="4896"/>
                </a:lnTo>
                <a:cubicBezTo>
                  <a:pt x="23" y="4896"/>
                  <a:pt x="20" y="4894"/>
                  <a:pt x="16" y="4889"/>
                </a:cubicBezTo>
                <a:cubicBezTo>
                  <a:pt x="13" y="4884"/>
                  <a:pt x="10" y="4878"/>
                  <a:pt x="8" y="4869"/>
                </a:cubicBezTo>
                <a:cubicBezTo>
                  <a:pt x="5" y="4860"/>
                  <a:pt x="3" y="4850"/>
                  <a:pt x="2" y="4839"/>
                </a:cubicBezTo>
                <a:cubicBezTo>
                  <a:pt x="1" y="4828"/>
                  <a:pt x="0" y="4816"/>
                  <a:pt x="0" y="4803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6543360" y="4238280"/>
            <a:ext cx="5202720" cy="14760"/>
          </a:xfrm>
          <a:custGeom>
            <a:avLst/>
            <a:gdLst/>
            <a:ahLst/>
            <a:rect l="0" t="0" r="r" b="b"/>
            <a:pathLst>
              <a:path w="14452" h="41">
                <a:moveTo>
                  <a:pt x="14437" y="41"/>
                </a:moveTo>
                <a:lnTo>
                  <a:pt x="236" y="41"/>
                </a:lnTo>
                <a:lnTo>
                  <a:pt x="0" y="1"/>
                </a:lnTo>
                <a:lnTo>
                  <a:pt x="0" y="0"/>
                </a:lnTo>
                <a:lnTo>
                  <a:pt x="14395" y="0"/>
                </a:lnTo>
                <a:cubicBezTo>
                  <a:pt x="14417" y="0"/>
                  <a:pt x="14435" y="8"/>
                  <a:pt x="14451" y="24"/>
                </a:cubicBezTo>
                <a:lnTo>
                  <a:pt x="14452" y="26"/>
                </a:lnTo>
                <a:lnTo>
                  <a:pt x="14437" y="41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6543360" y="5976720"/>
            <a:ext cx="5202720" cy="14760"/>
          </a:xfrm>
          <a:custGeom>
            <a:avLst/>
            <a:gdLst/>
            <a:ahLst/>
            <a:rect l="0" t="0" r="r" b="b"/>
            <a:pathLst>
              <a:path w="14452" h="41">
                <a:moveTo>
                  <a:pt x="236" y="0"/>
                </a:moveTo>
                <a:lnTo>
                  <a:pt x="14437" y="0"/>
                </a:lnTo>
                <a:lnTo>
                  <a:pt x="14452" y="15"/>
                </a:lnTo>
                <a:cubicBezTo>
                  <a:pt x="14452" y="16"/>
                  <a:pt x="14451" y="16"/>
                  <a:pt x="14451" y="17"/>
                </a:cubicBezTo>
                <a:cubicBezTo>
                  <a:pt x="14435" y="33"/>
                  <a:pt x="14417" y="41"/>
                  <a:pt x="14395" y="41"/>
                </a:cubicBezTo>
                <a:lnTo>
                  <a:pt x="0" y="41"/>
                </a:lnTo>
                <a:lnTo>
                  <a:pt x="0" y="40"/>
                </a:lnTo>
                <a:lnTo>
                  <a:pt x="236" y="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11739240" y="4246920"/>
            <a:ext cx="14760" cy="1736280"/>
          </a:xfrm>
          <a:custGeom>
            <a:avLst/>
            <a:gdLst/>
            <a:ahLst/>
            <a:rect l="0" t="0" r="r" b="b"/>
            <a:pathLst>
              <a:path w="41" h="4823">
                <a:moveTo>
                  <a:pt x="0" y="4806"/>
                </a:moveTo>
                <a:lnTo>
                  <a:pt x="0" y="16"/>
                </a:lnTo>
                <a:lnTo>
                  <a:pt x="18" y="0"/>
                </a:lnTo>
                <a:cubicBezTo>
                  <a:pt x="33" y="15"/>
                  <a:pt x="41" y="34"/>
                  <a:pt x="41" y="56"/>
                </a:cubicBezTo>
                <a:lnTo>
                  <a:pt x="41" y="4766"/>
                </a:lnTo>
                <a:cubicBezTo>
                  <a:pt x="41" y="4788"/>
                  <a:pt x="33" y="4807"/>
                  <a:pt x="18" y="4823"/>
                </a:cubicBezTo>
                <a:lnTo>
                  <a:pt x="0" y="4806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6486480" y="4228920"/>
            <a:ext cx="5277240" cy="1771920"/>
          </a:xfrm>
          <a:custGeom>
            <a:avLst/>
            <a:gdLst/>
            <a:ahLst/>
            <a:rect l="0" t="0" r="r" b="b"/>
            <a:pathLst>
              <a:path w="14659" h="4922">
                <a:moveTo>
                  <a:pt x="0" y="0"/>
                </a:moveTo>
                <a:lnTo>
                  <a:pt x="14659" y="0"/>
                </a:lnTo>
                <a:lnTo>
                  <a:pt x="14659" y="4922"/>
                </a:lnTo>
                <a:lnTo>
                  <a:pt x="0" y="4922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6739200" y="4476600"/>
            <a:ext cx="166680" cy="171720"/>
          </a:xfrm>
          <a:custGeom>
            <a:avLst/>
            <a:gdLst/>
            <a:ahLst/>
            <a:rect l="0" t="0" r="r" b="b"/>
            <a:pathLst>
              <a:path w="463" h="477">
                <a:moveTo>
                  <a:pt x="245" y="201"/>
                </a:moveTo>
                <a:lnTo>
                  <a:pt x="7" y="439"/>
                </a:lnTo>
                <a:cubicBezTo>
                  <a:pt x="-2" y="448"/>
                  <a:pt x="-2" y="462"/>
                  <a:pt x="7" y="471"/>
                </a:cubicBezTo>
                <a:cubicBezTo>
                  <a:pt x="16" y="479"/>
                  <a:pt x="30" y="479"/>
                  <a:pt x="38" y="471"/>
                </a:cubicBezTo>
                <a:lnTo>
                  <a:pt x="108" y="401"/>
                </a:lnTo>
                <a:cubicBezTo>
                  <a:pt x="115" y="405"/>
                  <a:pt x="122" y="409"/>
                  <a:pt x="130" y="411"/>
                </a:cubicBezTo>
                <a:cubicBezTo>
                  <a:pt x="172" y="422"/>
                  <a:pt x="237" y="424"/>
                  <a:pt x="300" y="382"/>
                </a:cubicBezTo>
                <a:cubicBezTo>
                  <a:pt x="311" y="374"/>
                  <a:pt x="305" y="358"/>
                  <a:pt x="292" y="358"/>
                </a:cubicBezTo>
                <a:lnTo>
                  <a:pt x="277" y="358"/>
                </a:lnTo>
                <a:cubicBezTo>
                  <a:pt x="272" y="358"/>
                  <a:pt x="268" y="354"/>
                  <a:pt x="268" y="350"/>
                </a:cubicBezTo>
                <a:cubicBezTo>
                  <a:pt x="268" y="346"/>
                  <a:pt x="271" y="342"/>
                  <a:pt x="274" y="341"/>
                </a:cubicBezTo>
                <a:lnTo>
                  <a:pt x="365" y="314"/>
                </a:lnTo>
                <a:cubicBezTo>
                  <a:pt x="368" y="313"/>
                  <a:pt x="371" y="311"/>
                  <a:pt x="373" y="308"/>
                </a:cubicBezTo>
                <a:cubicBezTo>
                  <a:pt x="377" y="302"/>
                  <a:pt x="381" y="296"/>
                  <a:pt x="385" y="290"/>
                </a:cubicBezTo>
                <a:cubicBezTo>
                  <a:pt x="390" y="281"/>
                  <a:pt x="383" y="269"/>
                  <a:pt x="372" y="269"/>
                </a:cubicBezTo>
                <a:lnTo>
                  <a:pt x="336" y="269"/>
                </a:lnTo>
                <a:cubicBezTo>
                  <a:pt x="331" y="269"/>
                  <a:pt x="328" y="265"/>
                  <a:pt x="328" y="260"/>
                </a:cubicBezTo>
                <a:cubicBezTo>
                  <a:pt x="328" y="256"/>
                  <a:pt x="330" y="253"/>
                  <a:pt x="334" y="252"/>
                </a:cubicBezTo>
                <a:lnTo>
                  <a:pt x="409" y="229"/>
                </a:lnTo>
                <a:cubicBezTo>
                  <a:pt x="414" y="228"/>
                  <a:pt x="418" y="225"/>
                  <a:pt x="419" y="221"/>
                </a:cubicBezTo>
                <a:cubicBezTo>
                  <a:pt x="447" y="152"/>
                  <a:pt x="459" y="80"/>
                  <a:pt x="463" y="34"/>
                </a:cubicBezTo>
                <a:cubicBezTo>
                  <a:pt x="463" y="25"/>
                  <a:pt x="460" y="16"/>
                  <a:pt x="453" y="9"/>
                </a:cubicBezTo>
                <a:cubicBezTo>
                  <a:pt x="447" y="3"/>
                  <a:pt x="438" y="-1"/>
                  <a:pt x="429" y="0"/>
                </a:cubicBezTo>
                <a:cubicBezTo>
                  <a:pt x="350" y="6"/>
                  <a:pt x="198" y="38"/>
                  <a:pt x="113" y="122"/>
                </a:cubicBezTo>
                <a:cubicBezTo>
                  <a:pt x="39" y="198"/>
                  <a:pt x="38" y="282"/>
                  <a:pt x="52" y="332"/>
                </a:cubicBezTo>
                <a:cubicBezTo>
                  <a:pt x="54" y="340"/>
                  <a:pt x="63" y="341"/>
                  <a:pt x="68" y="336"/>
                </a:cubicBezTo>
                <a:lnTo>
                  <a:pt x="221" y="183"/>
                </a:lnTo>
                <a:cubicBezTo>
                  <a:pt x="227" y="176"/>
                  <a:pt x="237" y="176"/>
                  <a:pt x="242" y="183"/>
                </a:cubicBezTo>
                <a:cubicBezTo>
                  <a:pt x="247" y="188"/>
                  <a:pt x="248" y="196"/>
                  <a:pt x="245" y="201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8139240" y="3132720"/>
            <a:ext cx="21920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darkness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and primal emotion.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6977160" y="4446000"/>
            <a:ext cx="19929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The Reclusive Visionary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6729480" y="4828320"/>
            <a:ext cx="4743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Known as the "Sphinx of Literature," Emily rarely left Haworth. Her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729480" y="5076000"/>
            <a:ext cx="4529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legacy proves that one need not travel the world to understand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6729480" y="5323320"/>
            <a:ext cx="4614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depths of the human soul—she found the universal truths of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6729480" y="5571000"/>
            <a:ext cx="32079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love and death within the wind of the moors.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1687040" y="6517800"/>
            <a:ext cx="1368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5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428400" y="990360"/>
            <a:ext cx="223560" cy="223200"/>
          </a:xfrm>
          <a:custGeom>
            <a:avLst/>
            <a:gdLst/>
            <a:ahLst/>
            <a:rect l="0" t="0" r="r" b="b"/>
            <a:pathLst>
              <a:path w="621" h="620">
                <a:moveTo>
                  <a:pt x="291" y="5"/>
                </a:moveTo>
                <a:cubicBezTo>
                  <a:pt x="302" y="-2"/>
                  <a:pt x="317" y="-2"/>
                  <a:pt x="329" y="5"/>
                </a:cubicBezTo>
                <a:lnTo>
                  <a:pt x="538" y="125"/>
                </a:lnTo>
                <a:lnTo>
                  <a:pt x="543" y="127"/>
                </a:lnTo>
                <a:lnTo>
                  <a:pt x="543" y="128"/>
                </a:lnTo>
                <a:lnTo>
                  <a:pt x="601" y="161"/>
                </a:lnTo>
                <a:cubicBezTo>
                  <a:pt x="616" y="170"/>
                  <a:pt x="624" y="188"/>
                  <a:pt x="619" y="205"/>
                </a:cubicBezTo>
                <a:cubicBezTo>
                  <a:pt x="615" y="222"/>
                  <a:pt x="599" y="234"/>
                  <a:pt x="582" y="234"/>
                </a:cubicBezTo>
                <a:lnTo>
                  <a:pt x="39" y="234"/>
                </a:lnTo>
                <a:cubicBezTo>
                  <a:pt x="21" y="234"/>
                  <a:pt x="6" y="222"/>
                  <a:pt x="1" y="205"/>
                </a:cubicBezTo>
                <a:cubicBezTo>
                  <a:pt x="-3" y="188"/>
                  <a:pt x="4" y="170"/>
                  <a:pt x="20" y="161"/>
                </a:cubicBezTo>
                <a:lnTo>
                  <a:pt x="78" y="128"/>
                </a:lnTo>
                <a:lnTo>
                  <a:pt x="78" y="127"/>
                </a:lnTo>
                <a:lnTo>
                  <a:pt x="83" y="125"/>
                </a:lnTo>
                <a:lnTo>
                  <a:pt x="291" y="5"/>
                </a:lnTo>
                <a:moveTo>
                  <a:pt x="78" y="272"/>
                </a:moveTo>
                <a:lnTo>
                  <a:pt x="155" y="272"/>
                </a:lnTo>
                <a:lnTo>
                  <a:pt x="155" y="504"/>
                </a:lnTo>
                <a:lnTo>
                  <a:pt x="203" y="504"/>
                </a:lnTo>
                <a:lnTo>
                  <a:pt x="203" y="272"/>
                </a:lnTo>
                <a:lnTo>
                  <a:pt x="281" y="272"/>
                </a:lnTo>
                <a:lnTo>
                  <a:pt x="281" y="504"/>
                </a:lnTo>
                <a:lnTo>
                  <a:pt x="339" y="504"/>
                </a:lnTo>
                <a:lnTo>
                  <a:pt x="339" y="272"/>
                </a:lnTo>
                <a:lnTo>
                  <a:pt x="417" y="272"/>
                </a:lnTo>
                <a:lnTo>
                  <a:pt x="417" y="504"/>
                </a:lnTo>
                <a:lnTo>
                  <a:pt x="466" y="504"/>
                </a:lnTo>
                <a:lnTo>
                  <a:pt x="466" y="272"/>
                </a:lnTo>
                <a:lnTo>
                  <a:pt x="543" y="272"/>
                </a:lnTo>
                <a:lnTo>
                  <a:pt x="543" y="510"/>
                </a:lnTo>
                <a:cubicBezTo>
                  <a:pt x="544" y="510"/>
                  <a:pt x="544" y="510"/>
                  <a:pt x="545" y="511"/>
                </a:cubicBezTo>
                <a:lnTo>
                  <a:pt x="603" y="550"/>
                </a:lnTo>
                <a:cubicBezTo>
                  <a:pt x="617" y="559"/>
                  <a:pt x="624" y="577"/>
                  <a:pt x="619" y="593"/>
                </a:cubicBezTo>
                <a:cubicBezTo>
                  <a:pt x="614" y="609"/>
                  <a:pt x="599" y="620"/>
                  <a:pt x="582" y="620"/>
                </a:cubicBezTo>
                <a:lnTo>
                  <a:pt x="39" y="620"/>
                </a:lnTo>
                <a:cubicBezTo>
                  <a:pt x="22" y="620"/>
                  <a:pt x="7" y="609"/>
                  <a:pt x="2" y="593"/>
                </a:cubicBezTo>
                <a:cubicBezTo>
                  <a:pt x="-3" y="577"/>
                  <a:pt x="3" y="559"/>
                  <a:pt x="17" y="550"/>
                </a:cubicBezTo>
                <a:lnTo>
                  <a:pt x="75" y="511"/>
                </a:lnTo>
                <a:cubicBezTo>
                  <a:pt x="76" y="510"/>
                  <a:pt x="77" y="510"/>
                  <a:pt x="78" y="510"/>
                </a:cubicBezTo>
                <a:lnTo>
                  <a:pt x="78" y="272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428760" y="251280"/>
            <a:ext cx="576288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The Setting: A Clash of Two Worlds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1576080" y="1404720"/>
            <a:ext cx="3143880" cy="1771920"/>
          </a:xfrm>
          <a:custGeom>
            <a:avLst/>
            <a:gdLst/>
            <a:ahLst/>
            <a:rect l="0" t="0" r="r" b="b"/>
            <a:pathLst>
              <a:path fill="none" w="8733" h="4922">
                <a:moveTo>
                  <a:pt x="0" y="0"/>
                </a:moveTo>
                <a:lnTo>
                  <a:pt x="8733" y="0"/>
                </a:lnTo>
                <a:lnTo>
                  <a:pt x="8733" y="4922"/>
                </a:lnTo>
                <a:lnTo>
                  <a:pt x="0" y="4922"/>
                </a:lnTo>
                <a:lnTo>
                  <a:pt x="0" y="0"/>
                </a:ln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4" name="" descr=""/>
          <p:cNvPicPr/>
          <p:nvPr/>
        </p:nvPicPr>
        <p:blipFill>
          <a:blip r:embed="rId1"/>
          <a:stretch/>
        </p:blipFill>
        <p:spPr>
          <a:xfrm>
            <a:off x="1581120" y="1409760"/>
            <a:ext cx="3133440" cy="176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"/>
          <p:cNvSpPr/>
          <p:nvPr/>
        </p:nvSpPr>
        <p:spPr>
          <a:xfrm>
            <a:off x="428400" y="3447720"/>
            <a:ext cx="5448600" cy="1400760"/>
          </a:xfrm>
          <a:custGeom>
            <a:avLst/>
            <a:gdLst/>
            <a:ahLst/>
            <a:rect l="0" t="0" r="r" b="b"/>
            <a:pathLst>
              <a:path w="15135" h="3891">
                <a:moveTo>
                  <a:pt x="0" y="0"/>
                </a:moveTo>
                <a:lnTo>
                  <a:pt x="15135" y="0"/>
                </a:lnTo>
                <a:lnTo>
                  <a:pt x="15135" y="3891"/>
                </a:lnTo>
                <a:lnTo>
                  <a:pt x="0" y="38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428400" y="3447720"/>
            <a:ext cx="5448600" cy="10080"/>
          </a:xfrm>
          <a:custGeom>
            <a:avLst/>
            <a:gdLst/>
            <a:ahLst/>
            <a:rect l="0" t="0" r="r" b="b"/>
            <a:pathLst>
              <a:path w="15135" h="28">
                <a:moveTo>
                  <a:pt x="0" y="0"/>
                </a:moveTo>
                <a:lnTo>
                  <a:pt x="15135" y="0"/>
                </a:lnTo>
                <a:lnTo>
                  <a:pt x="151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428400" y="4838400"/>
            <a:ext cx="5448600" cy="10080"/>
          </a:xfrm>
          <a:custGeom>
            <a:avLst/>
            <a:gdLst/>
            <a:ahLst/>
            <a:rect l="0" t="0" r="r" b="b"/>
            <a:pathLst>
              <a:path w="15135" h="28">
                <a:moveTo>
                  <a:pt x="0" y="0"/>
                </a:moveTo>
                <a:lnTo>
                  <a:pt x="15135" y="0"/>
                </a:lnTo>
                <a:lnTo>
                  <a:pt x="151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5867280" y="3447720"/>
            <a:ext cx="9720" cy="1400760"/>
          </a:xfrm>
          <a:custGeom>
            <a:avLst/>
            <a:gdLst/>
            <a:ahLst/>
            <a:rect l="0" t="0" r="r" b="b"/>
            <a:pathLst>
              <a:path w="27" h="3891">
                <a:moveTo>
                  <a:pt x="0" y="0"/>
                </a:moveTo>
                <a:lnTo>
                  <a:pt x="27" y="0"/>
                </a:lnTo>
                <a:lnTo>
                  <a:pt x="27" y="3891"/>
                </a:lnTo>
                <a:lnTo>
                  <a:pt x="0" y="3891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428400" y="3447720"/>
            <a:ext cx="28800" cy="1400760"/>
          </a:xfrm>
          <a:custGeom>
            <a:avLst/>
            <a:gdLst/>
            <a:ahLst/>
            <a:rect l="0" t="0" r="r" b="b"/>
            <a:pathLst>
              <a:path w="80" h="3891">
                <a:moveTo>
                  <a:pt x="0" y="0"/>
                </a:moveTo>
                <a:lnTo>
                  <a:pt x="0" y="3891"/>
                </a:lnTo>
                <a:lnTo>
                  <a:pt x="80" y="3864"/>
                </a:lnTo>
                <a:lnTo>
                  <a:pt x="8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614160" y="3614400"/>
            <a:ext cx="381240" cy="381600"/>
          </a:xfrm>
          <a:custGeom>
            <a:avLst/>
            <a:gdLst/>
            <a:ahLst/>
            <a:rect l="0" t="0" r="r" b="b"/>
            <a:pathLst>
              <a:path w="1059" h="1060">
                <a:moveTo>
                  <a:pt x="0" y="867"/>
                </a:moveTo>
                <a:lnTo>
                  <a:pt x="0" y="195"/>
                </a:lnTo>
                <a:cubicBezTo>
                  <a:pt x="0" y="182"/>
                  <a:pt x="1" y="169"/>
                  <a:pt x="4" y="157"/>
                </a:cubicBezTo>
                <a:cubicBezTo>
                  <a:pt x="6" y="145"/>
                  <a:pt x="10" y="132"/>
                  <a:pt x="15" y="121"/>
                </a:cubicBezTo>
                <a:cubicBezTo>
                  <a:pt x="20" y="109"/>
                  <a:pt x="26" y="98"/>
                  <a:pt x="33" y="87"/>
                </a:cubicBezTo>
                <a:cubicBezTo>
                  <a:pt x="40" y="77"/>
                  <a:pt x="48" y="67"/>
                  <a:pt x="57" y="58"/>
                </a:cubicBezTo>
                <a:cubicBezTo>
                  <a:pt x="66" y="49"/>
                  <a:pt x="75" y="41"/>
                  <a:pt x="86" y="34"/>
                </a:cubicBezTo>
                <a:cubicBezTo>
                  <a:pt x="96" y="27"/>
                  <a:pt x="108" y="21"/>
                  <a:pt x="119" y="16"/>
                </a:cubicBezTo>
                <a:cubicBezTo>
                  <a:pt x="131" y="10"/>
                  <a:pt x="143" y="7"/>
                  <a:pt x="156" y="4"/>
                </a:cubicBezTo>
                <a:cubicBezTo>
                  <a:pt x="168" y="2"/>
                  <a:pt x="181" y="0"/>
                  <a:pt x="193" y="0"/>
                </a:cubicBezTo>
                <a:lnTo>
                  <a:pt x="865" y="0"/>
                </a:lnTo>
                <a:cubicBezTo>
                  <a:pt x="878" y="0"/>
                  <a:pt x="890" y="2"/>
                  <a:pt x="903" y="4"/>
                </a:cubicBezTo>
                <a:cubicBezTo>
                  <a:pt x="915" y="7"/>
                  <a:pt x="927" y="10"/>
                  <a:pt x="939" y="16"/>
                </a:cubicBezTo>
                <a:cubicBezTo>
                  <a:pt x="952" y="21"/>
                  <a:pt x="963" y="27"/>
                  <a:pt x="974" y="34"/>
                </a:cubicBezTo>
                <a:cubicBezTo>
                  <a:pt x="984" y="41"/>
                  <a:pt x="994" y="49"/>
                  <a:pt x="1003" y="58"/>
                </a:cubicBezTo>
                <a:cubicBezTo>
                  <a:pt x="1012" y="67"/>
                  <a:pt x="1020" y="77"/>
                  <a:pt x="1027" y="87"/>
                </a:cubicBezTo>
                <a:cubicBezTo>
                  <a:pt x="1034" y="98"/>
                  <a:pt x="1040" y="109"/>
                  <a:pt x="1045" y="121"/>
                </a:cubicBezTo>
                <a:cubicBezTo>
                  <a:pt x="1050" y="132"/>
                  <a:pt x="1053" y="145"/>
                  <a:pt x="1056" y="157"/>
                </a:cubicBezTo>
                <a:cubicBezTo>
                  <a:pt x="1058" y="169"/>
                  <a:pt x="1059" y="182"/>
                  <a:pt x="1059" y="195"/>
                </a:cubicBezTo>
                <a:lnTo>
                  <a:pt x="1059" y="867"/>
                </a:lnTo>
                <a:cubicBezTo>
                  <a:pt x="1059" y="879"/>
                  <a:pt x="1058" y="892"/>
                  <a:pt x="1056" y="904"/>
                </a:cubicBezTo>
                <a:cubicBezTo>
                  <a:pt x="1053" y="917"/>
                  <a:pt x="1050" y="929"/>
                  <a:pt x="1045" y="940"/>
                </a:cubicBezTo>
                <a:cubicBezTo>
                  <a:pt x="1040" y="952"/>
                  <a:pt x="1034" y="963"/>
                  <a:pt x="1027" y="974"/>
                </a:cubicBezTo>
                <a:cubicBezTo>
                  <a:pt x="1020" y="984"/>
                  <a:pt x="1012" y="994"/>
                  <a:pt x="1003" y="1003"/>
                </a:cubicBezTo>
                <a:cubicBezTo>
                  <a:pt x="994" y="1012"/>
                  <a:pt x="984" y="1020"/>
                  <a:pt x="974" y="1027"/>
                </a:cubicBezTo>
                <a:cubicBezTo>
                  <a:pt x="963" y="1034"/>
                  <a:pt x="952" y="1040"/>
                  <a:pt x="939" y="1045"/>
                </a:cubicBezTo>
                <a:cubicBezTo>
                  <a:pt x="927" y="1050"/>
                  <a:pt x="915" y="1054"/>
                  <a:pt x="903" y="1056"/>
                </a:cubicBezTo>
                <a:cubicBezTo>
                  <a:pt x="890" y="1059"/>
                  <a:pt x="878" y="1060"/>
                  <a:pt x="865" y="1060"/>
                </a:cubicBezTo>
                <a:lnTo>
                  <a:pt x="193" y="1060"/>
                </a:lnTo>
                <a:cubicBezTo>
                  <a:pt x="181" y="1060"/>
                  <a:pt x="168" y="1059"/>
                  <a:pt x="156" y="1056"/>
                </a:cubicBezTo>
                <a:cubicBezTo>
                  <a:pt x="143" y="1054"/>
                  <a:pt x="131" y="1050"/>
                  <a:pt x="119" y="1045"/>
                </a:cubicBezTo>
                <a:cubicBezTo>
                  <a:pt x="108" y="1040"/>
                  <a:pt x="96" y="1034"/>
                  <a:pt x="86" y="1027"/>
                </a:cubicBezTo>
                <a:cubicBezTo>
                  <a:pt x="75" y="1020"/>
                  <a:pt x="66" y="1012"/>
                  <a:pt x="57" y="1003"/>
                </a:cubicBezTo>
                <a:cubicBezTo>
                  <a:pt x="48" y="994"/>
                  <a:pt x="40" y="984"/>
                  <a:pt x="33" y="974"/>
                </a:cubicBezTo>
                <a:cubicBezTo>
                  <a:pt x="26" y="963"/>
                  <a:pt x="20" y="952"/>
                  <a:pt x="15" y="940"/>
                </a:cubicBezTo>
                <a:cubicBezTo>
                  <a:pt x="10" y="929"/>
                  <a:pt x="6" y="917"/>
                  <a:pt x="4" y="904"/>
                </a:cubicBezTo>
                <a:cubicBezTo>
                  <a:pt x="1" y="892"/>
                  <a:pt x="0" y="879"/>
                  <a:pt x="0" y="867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614160" y="3614400"/>
            <a:ext cx="381240" cy="381600"/>
          </a:xfrm>
          <a:custGeom>
            <a:avLst/>
            <a:gdLst/>
            <a:ahLst/>
            <a:rect l="0" t="0" r="r" b="b"/>
            <a:pathLst>
              <a:path fill="none" w="1059" h="1060">
                <a:moveTo>
                  <a:pt x="0" y="867"/>
                </a:moveTo>
                <a:lnTo>
                  <a:pt x="0" y="195"/>
                </a:lnTo>
                <a:cubicBezTo>
                  <a:pt x="0" y="182"/>
                  <a:pt x="1" y="169"/>
                  <a:pt x="4" y="157"/>
                </a:cubicBezTo>
                <a:cubicBezTo>
                  <a:pt x="6" y="145"/>
                  <a:pt x="10" y="132"/>
                  <a:pt x="15" y="121"/>
                </a:cubicBezTo>
                <a:cubicBezTo>
                  <a:pt x="20" y="109"/>
                  <a:pt x="26" y="98"/>
                  <a:pt x="33" y="87"/>
                </a:cubicBezTo>
                <a:cubicBezTo>
                  <a:pt x="40" y="77"/>
                  <a:pt x="48" y="67"/>
                  <a:pt x="57" y="58"/>
                </a:cubicBezTo>
                <a:cubicBezTo>
                  <a:pt x="66" y="49"/>
                  <a:pt x="75" y="41"/>
                  <a:pt x="86" y="34"/>
                </a:cubicBezTo>
                <a:cubicBezTo>
                  <a:pt x="96" y="27"/>
                  <a:pt x="108" y="21"/>
                  <a:pt x="119" y="16"/>
                </a:cubicBezTo>
                <a:cubicBezTo>
                  <a:pt x="131" y="10"/>
                  <a:pt x="143" y="7"/>
                  <a:pt x="156" y="4"/>
                </a:cubicBezTo>
                <a:cubicBezTo>
                  <a:pt x="168" y="2"/>
                  <a:pt x="181" y="0"/>
                  <a:pt x="193" y="0"/>
                </a:cubicBezTo>
                <a:lnTo>
                  <a:pt x="865" y="0"/>
                </a:lnTo>
                <a:cubicBezTo>
                  <a:pt x="878" y="0"/>
                  <a:pt x="890" y="2"/>
                  <a:pt x="903" y="4"/>
                </a:cubicBezTo>
                <a:cubicBezTo>
                  <a:pt x="915" y="7"/>
                  <a:pt x="927" y="10"/>
                  <a:pt x="939" y="16"/>
                </a:cubicBezTo>
                <a:cubicBezTo>
                  <a:pt x="952" y="21"/>
                  <a:pt x="963" y="27"/>
                  <a:pt x="974" y="34"/>
                </a:cubicBezTo>
                <a:cubicBezTo>
                  <a:pt x="984" y="41"/>
                  <a:pt x="994" y="49"/>
                  <a:pt x="1003" y="58"/>
                </a:cubicBezTo>
                <a:cubicBezTo>
                  <a:pt x="1012" y="67"/>
                  <a:pt x="1020" y="77"/>
                  <a:pt x="1027" y="87"/>
                </a:cubicBezTo>
                <a:cubicBezTo>
                  <a:pt x="1034" y="98"/>
                  <a:pt x="1040" y="109"/>
                  <a:pt x="1045" y="121"/>
                </a:cubicBezTo>
                <a:cubicBezTo>
                  <a:pt x="1050" y="132"/>
                  <a:pt x="1053" y="145"/>
                  <a:pt x="1056" y="157"/>
                </a:cubicBezTo>
                <a:cubicBezTo>
                  <a:pt x="1058" y="169"/>
                  <a:pt x="1059" y="182"/>
                  <a:pt x="1059" y="195"/>
                </a:cubicBezTo>
                <a:lnTo>
                  <a:pt x="1059" y="867"/>
                </a:lnTo>
                <a:cubicBezTo>
                  <a:pt x="1059" y="879"/>
                  <a:pt x="1058" y="892"/>
                  <a:pt x="1056" y="904"/>
                </a:cubicBezTo>
                <a:cubicBezTo>
                  <a:pt x="1053" y="917"/>
                  <a:pt x="1050" y="929"/>
                  <a:pt x="1045" y="940"/>
                </a:cubicBezTo>
                <a:cubicBezTo>
                  <a:pt x="1040" y="952"/>
                  <a:pt x="1034" y="963"/>
                  <a:pt x="1027" y="974"/>
                </a:cubicBezTo>
                <a:cubicBezTo>
                  <a:pt x="1020" y="984"/>
                  <a:pt x="1012" y="994"/>
                  <a:pt x="1003" y="1003"/>
                </a:cubicBezTo>
                <a:cubicBezTo>
                  <a:pt x="994" y="1012"/>
                  <a:pt x="984" y="1020"/>
                  <a:pt x="974" y="1027"/>
                </a:cubicBezTo>
                <a:cubicBezTo>
                  <a:pt x="963" y="1034"/>
                  <a:pt x="952" y="1040"/>
                  <a:pt x="939" y="1045"/>
                </a:cubicBezTo>
                <a:cubicBezTo>
                  <a:pt x="927" y="1050"/>
                  <a:pt x="915" y="1054"/>
                  <a:pt x="903" y="1056"/>
                </a:cubicBezTo>
                <a:cubicBezTo>
                  <a:pt x="890" y="1059"/>
                  <a:pt x="878" y="1060"/>
                  <a:pt x="865" y="1060"/>
                </a:cubicBezTo>
                <a:lnTo>
                  <a:pt x="193" y="1060"/>
                </a:lnTo>
                <a:cubicBezTo>
                  <a:pt x="181" y="1060"/>
                  <a:pt x="168" y="1059"/>
                  <a:pt x="156" y="1056"/>
                </a:cubicBezTo>
                <a:cubicBezTo>
                  <a:pt x="143" y="1054"/>
                  <a:pt x="131" y="1050"/>
                  <a:pt x="119" y="1045"/>
                </a:cubicBezTo>
                <a:cubicBezTo>
                  <a:pt x="108" y="1040"/>
                  <a:pt x="96" y="1034"/>
                  <a:pt x="86" y="1027"/>
                </a:cubicBezTo>
                <a:cubicBezTo>
                  <a:pt x="75" y="1020"/>
                  <a:pt x="66" y="1012"/>
                  <a:pt x="57" y="1003"/>
                </a:cubicBezTo>
                <a:cubicBezTo>
                  <a:pt x="48" y="994"/>
                  <a:pt x="40" y="984"/>
                  <a:pt x="33" y="974"/>
                </a:cubicBezTo>
                <a:cubicBezTo>
                  <a:pt x="26" y="963"/>
                  <a:pt x="20" y="952"/>
                  <a:pt x="15" y="940"/>
                </a:cubicBezTo>
                <a:cubicBezTo>
                  <a:pt x="10" y="929"/>
                  <a:pt x="6" y="917"/>
                  <a:pt x="4" y="904"/>
                </a:cubicBezTo>
                <a:cubicBezTo>
                  <a:pt x="1" y="892"/>
                  <a:pt x="0" y="879"/>
                  <a:pt x="0" y="867"/>
                </a:cubicBezTo>
              </a:path>
            </a:pathLst>
          </a:custGeom>
          <a:ln w="9360">
            <a:solidFill>
              <a:srgbClr val="cbd5e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714240" y="3714480"/>
            <a:ext cx="178560" cy="178920"/>
          </a:xfrm>
          <a:custGeom>
            <a:avLst/>
            <a:gdLst/>
            <a:ahLst/>
            <a:rect l="0" t="0" r="r" b="b"/>
            <a:pathLst>
              <a:path w="496" h="497">
                <a:moveTo>
                  <a:pt x="279" y="31"/>
                </a:moveTo>
                <a:cubicBezTo>
                  <a:pt x="279" y="48"/>
                  <a:pt x="293" y="62"/>
                  <a:pt x="310" y="62"/>
                </a:cubicBezTo>
                <a:lnTo>
                  <a:pt x="341" y="62"/>
                </a:lnTo>
                <a:cubicBezTo>
                  <a:pt x="358" y="62"/>
                  <a:pt x="372" y="76"/>
                  <a:pt x="372" y="93"/>
                </a:cubicBezTo>
                <a:cubicBezTo>
                  <a:pt x="372" y="110"/>
                  <a:pt x="358" y="124"/>
                  <a:pt x="341" y="124"/>
                </a:cubicBezTo>
                <a:lnTo>
                  <a:pt x="31" y="124"/>
                </a:lnTo>
                <a:cubicBezTo>
                  <a:pt x="14" y="124"/>
                  <a:pt x="0" y="138"/>
                  <a:pt x="0" y="155"/>
                </a:cubicBezTo>
                <a:cubicBezTo>
                  <a:pt x="0" y="172"/>
                  <a:pt x="14" y="186"/>
                  <a:pt x="31" y="186"/>
                </a:cubicBezTo>
                <a:lnTo>
                  <a:pt x="341" y="186"/>
                </a:lnTo>
                <a:cubicBezTo>
                  <a:pt x="393" y="186"/>
                  <a:pt x="434" y="144"/>
                  <a:pt x="434" y="93"/>
                </a:cubicBezTo>
                <a:cubicBezTo>
                  <a:pt x="434" y="42"/>
                  <a:pt x="393" y="0"/>
                  <a:pt x="341" y="0"/>
                </a:cubicBezTo>
                <a:lnTo>
                  <a:pt x="310" y="0"/>
                </a:lnTo>
                <a:cubicBezTo>
                  <a:pt x="293" y="0"/>
                  <a:pt x="279" y="14"/>
                  <a:pt x="279" y="31"/>
                </a:cubicBezTo>
                <a:moveTo>
                  <a:pt x="341" y="373"/>
                </a:moveTo>
                <a:cubicBezTo>
                  <a:pt x="341" y="390"/>
                  <a:pt x="355" y="404"/>
                  <a:pt x="372" y="404"/>
                </a:cubicBezTo>
                <a:lnTo>
                  <a:pt x="403" y="404"/>
                </a:lnTo>
                <a:cubicBezTo>
                  <a:pt x="455" y="404"/>
                  <a:pt x="496" y="362"/>
                  <a:pt x="496" y="310"/>
                </a:cubicBezTo>
                <a:cubicBezTo>
                  <a:pt x="496" y="259"/>
                  <a:pt x="455" y="217"/>
                  <a:pt x="403" y="217"/>
                </a:cubicBezTo>
                <a:lnTo>
                  <a:pt x="31" y="217"/>
                </a:lnTo>
                <a:cubicBezTo>
                  <a:pt x="14" y="217"/>
                  <a:pt x="0" y="231"/>
                  <a:pt x="0" y="248"/>
                </a:cubicBezTo>
                <a:cubicBezTo>
                  <a:pt x="0" y="265"/>
                  <a:pt x="14" y="279"/>
                  <a:pt x="31" y="279"/>
                </a:cubicBezTo>
                <a:lnTo>
                  <a:pt x="403" y="279"/>
                </a:lnTo>
                <a:cubicBezTo>
                  <a:pt x="420" y="279"/>
                  <a:pt x="434" y="293"/>
                  <a:pt x="434" y="310"/>
                </a:cubicBezTo>
                <a:cubicBezTo>
                  <a:pt x="434" y="328"/>
                  <a:pt x="420" y="342"/>
                  <a:pt x="403" y="342"/>
                </a:cubicBezTo>
                <a:lnTo>
                  <a:pt x="372" y="342"/>
                </a:lnTo>
                <a:cubicBezTo>
                  <a:pt x="355" y="342"/>
                  <a:pt x="341" y="356"/>
                  <a:pt x="341" y="373"/>
                </a:cubicBezTo>
                <a:moveTo>
                  <a:pt x="124" y="497"/>
                </a:moveTo>
                <a:lnTo>
                  <a:pt x="155" y="497"/>
                </a:lnTo>
                <a:cubicBezTo>
                  <a:pt x="206" y="497"/>
                  <a:pt x="249" y="455"/>
                  <a:pt x="249" y="404"/>
                </a:cubicBezTo>
                <a:cubicBezTo>
                  <a:pt x="249" y="352"/>
                  <a:pt x="206" y="310"/>
                  <a:pt x="155" y="310"/>
                </a:cubicBezTo>
                <a:lnTo>
                  <a:pt x="31" y="310"/>
                </a:lnTo>
                <a:cubicBezTo>
                  <a:pt x="14" y="310"/>
                  <a:pt x="0" y="324"/>
                  <a:pt x="0" y="342"/>
                </a:cubicBezTo>
                <a:cubicBezTo>
                  <a:pt x="0" y="359"/>
                  <a:pt x="14" y="373"/>
                  <a:pt x="31" y="373"/>
                </a:cubicBezTo>
                <a:lnTo>
                  <a:pt x="155" y="373"/>
                </a:lnTo>
                <a:cubicBezTo>
                  <a:pt x="172" y="373"/>
                  <a:pt x="186" y="387"/>
                  <a:pt x="186" y="404"/>
                </a:cubicBezTo>
                <a:cubicBezTo>
                  <a:pt x="186" y="421"/>
                  <a:pt x="172" y="435"/>
                  <a:pt x="155" y="435"/>
                </a:cubicBezTo>
                <a:lnTo>
                  <a:pt x="124" y="435"/>
                </a:lnTo>
                <a:cubicBezTo>
                  <a:pt x="107" y="435"/>
                  <a:pt x="93" y="448"/>
                  <a:pt x="93" y="466"/>
                </a:cubicBezTo>
                <a:cubicBezTo>
                  <a:pt x="93" y="483"/>
                  <a:pt x="107" y="497"/>
                  <a:pt x="124" y="497"/>
                </a:cubicBezTo>
                <a:close/>
              </a:path>
            </a:pathLst>
          </a:custGeom>
          <a:solidFill>
            <a:srgbClr val="3341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763200" y="952200"/>
            <a:ext cx="17874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Two Estates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1144440" y="3611520"/>
            <a:ext cx="17604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6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Wuthering Heights</a:t>
            </a:r>
            <a:endParaRPr b="0" lang="en-US" sz="14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144440" y="3917160"/>
            <a:ext cx="4473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High, stormy, primitive, and lawless. Located on exposed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144440" y="4174200"/>
            <a:ext cx="4002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moors, representing raw passion and nature's wild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428400" y="4943160"/>
            <a:ext cx="5448600" cy="1391040"/>
          </a:xfrm>
          <a:custGeom>
            <a:avLst/>
            <a:gdLst/>
            <a:ahLst/>
            <a:rect l="0" t="0" r="r" b="b"/>
            <a:pathLst>
              <a:path w="15135" h="3864">
                <a:moveTo>
                  <a:pt x="0" y="0"/>
                </a:moveTo>
                <a:lnTo>
                  <a:pt x="15135" y="0"/>
                </a:lnTo>
                <a:lnTo>
                  <a:pt x="15135" y="3864"/>
                </a:lnTo>
                <a:lnTo>
                  <a:pt x="0" y="38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428400" y="4943160"/>
            <a:ext cx="5448600" cy="10080"/>
          </a:xfrm>
          <a:custGeom>
            <a:avLst/>
            <a:gdLst/>
            <a:ahLst/>
            <a:rect l="0" t="0" r="r" b="b"/>
            <a:pathLst>
              <a:path w="15135" h="28">
                <a:moveTo>
                  <a:pt x="0" y="0"/>
                </a:moveTo>
                <a:lnTo>
                  <a:pt x="15135" y="0"/>
                </a:lnTo>
                <a:lnTo>
                  <a:pt x="151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428400" y="6324480"/>
            <a:ext cx="5448600" cy="9720"/>
          </a:xfrm>
          <a:custGeom>
            <a:avLst/>
            <a:gdLst/>
            <a:ahLst/>
            <a:rect l="0" t="0" r="r" b="b"/>
            <a:pathLst>
              <a:path w="15135" h="27">
                <a:moveTo>
                  <a:pt x="0" y="0"/>
                </a:moveTo>
                <a:lnTo>
                  <a:pt x="15135" y="0"/>
                </a:lnTo>
                <a:lnTo>
                  <a:pt x="151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5867280" y="4943160"/>
            <a:ext cx="9720" cy="1391040"/>
          </a:xfrm>
          <a:custGeom>
            <a:avLst/>
            <a:gdLst/>
            <a:ahLst/>
            <a:rect l="0" t="0" r="r" b="b"/>
            <a:pathLst>
              <a:path w="27" h="3864">
                <a:moveTo>
                  <a:pt x="0" y="0"/>
                </a:moveTo>
                <a:lnTo>
                  <a:pt x="27" y="0"/>
                </a:lnTo>
                <a:lnTo>
                  <a:pt x="27" y="3864"/>
                </a:lnTo>
                <a:lnTo>
                  <a:pt x="0" y="3864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428400" y="4943160"/>
            <a:ext cx="28800" cy="1391040"/>
          </a:xfrm>
          <a:custGeom>
            <a:avLst/>
            <a:gdLst/>
            <a:ahLst/>
            <a:rect l="0" t="0" r="r" b="b"/>
            <a:pathLst>
              <a:path w="80" h="3864">
                <a:moveTo>
                  <a:pt x="0" y="0"/>
                </a:moveTo>
                <a:lnTo>
                  <a:pt x="0" y="3864"/>
                </a:lnTo>
                <a:lnTo>
                  <a:pt x="80" y="3838"/>
                </a:lnTo>
                <a:lnTo>
                  <a:pt x="8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614160" y="5100480"/>
            <a:ext cx="381240" cy="381240"/>
          </a:xfrm>
          <a:custGeom>
            <a:avLst/>
            <a:gdLst/>
            <a:ahLst/>
            <a:rect l="0" t="0" r="r" b="b"/>
            <a:pathLst>
              <a:path w="1059" h="1059">
                <a:moveTo>
                  <a:pt x="0" y="866"/>
                </a:moveTo>
                <a:lnTo>
                  <a:pt x="0" y="194"/>
                </a:lnTo>
                <a:cubicBezTo>
                  <a:pt x="0" y="181"/>
                  <a:pt x="1" y="169"/>
                  <a:pt x="4" y="156"/>
                </a:cubicBezTo>
                <a:cubicBezTo>
                  <a:pt x="6" y="144"/>
                  <a:pt x="10" y="132"/>
                  <a:pt x="15" y="120"/>
                </a:cubicBezTo>
                <a:cubicBezTo>
                  <a:pt x="20" y="107"/>
                  <a:pt x="26" y="96"/>
                  <a:pt x="33" y="86"/>
                </a:cubicBezTo>
                <a:cubicBezTo>
                  <a:pt x="40" y="75"/>
                  <a:pt x="48" y="66"/>
                  <a:pt x="57" y="57"/>
                </a:cubicBezTo>
                <a:cubicBezTo>
                  <a:pt x="66" y="48"/>
                  <a:pt x="75" y="40"/>
                  <a:pt x="86" y="33"/>
                </a:cubicBezTo>
                <a:cubicBezTo>
                  <a:pt x="96" y="25"/>
                  <a:pt x="108" y="19"/>
                  <a:pt x="119" y="15"/>
                </a:cubicBezTo>
                <a:cubicBezTo>
                  <a:pt x="131" y="10"/>
                  <a:pt x="143" y="6"/>
                  <a:pt x="156" y="4"/>
                </a:cubicBezTo>
                <a:cubicBezTo>
                  <a:pt x="168" y="1"/>
                  <a:pt x="181" y="0"/>
                  <a:pt x="193" y="0"/>
                </a:cubicBezTo>
                <a:lnTo>
                  <a:pt x="865" y="0"/>
                </a:lnTo>
                <a:cubicBezTo>
                  <a:pt x="878" y="0"/>
                  <a:pt x="890" y="1"/>
                  <a:pt x="903" y="4"/>
                </a:cubicBezTo>
                <a:cubicBezTo>
                  <a:pt x="915" y="6"/>
                  <a:pt x="927" y="10"/>
                  <a:pt x="939" y="15"/>
                </a:cubicBezTo>
                <a:cubicBezTo>
                  <a:pt x="952" y="19"/>
                  <a:pt x="963" y="25"/>
                  <a:pt x="974" y="32"/>
                </a:cubicBezTo>
                <a:cubicBezTo>
                  <a:pt x="984" y="40"/>
                  <a:pt x="994" y="48"/>
                  <a:pt x="1003" y="57"/>
                </a:cubicBezTo>
                <a:cubicBezTo>
                  <a:pt x="1012" y="66"/>
                  <a:pt x="1020" y="75"/>
                  <a:pt x="1027" y="86"/>
                </a:cubicBezTo>
                <a:cubicBezTo>
                  <a:pt x="1034" y="96"/>
                  <a:pt x="1040" y="107"/>
                  <a:pt x="1045" y="120"/>
                </a:cubicBezTo>
                <a:cubicBezTo>
                  <a:pt x="1050" y="132"/>
                  <a:pt x="1053" y="144"/>
                  <a:pt x="1056" y="156"/>
                </a:cubicBezTo>
                <a:cubicBezTo>
                  <a:pt x="1058" y="169"/>
                  <a:pt x="1059" y="181"/>
                  <a:pt x="1059" y="194"/>
                </a:cubicBezTo>
                <a:lnTo>
                  <a:pt x="1059" y="866"/>
                </a:lnTo>
                <a:cubicBezTo>
                  <a:pt x="1059" y="879"/>
                  <a:pt x="1058" y="891"/>
                  <a:pt x="1056" y="904"/>
                </a:cubicBezTo>
                <a:cubicBezTo>
                  <a:pt x="1053" y="916"/>
                  <a:pt x="1050" y="928"/>
                  <a:pt x="1045" y="940"/>
                </a:cubicBezTo>
                <a:cubicBezTo>
                  <a:pt x="1040" y="952"/>
                  <a:pt x="1034" y="963"/>
                  <a:pt x="1027" y="973"/>
                </a:cubicBezTo>
                <a:cubicBezTo>
                  <a:pt x="1020" y="984"/>
                  <a:pt x="1012" y="994"/>
                  <a:pt x="1003" y="1003"/>
                </a:cubicBezTo>
                <a:cubicBezTo>
                  <a:pt x="994" y="1012"/>
                  <a:pt x="984" y="1020"/>
                  <a:pt x="974" y="1027"/>
                </a:cubicBezTo>
                <a:cubicBezTo>
                  <a:pt x="963" y="1034"/>
                  <a:pt x="952" y="1040"/>
                  <a:pt x="939" y="1045"/>
                </a:cubicBezTo>
                <a:cubicBezTo>
                  <a:pt x="927" y="1049"/>
                  <a:pt x="915" y="1053"/>
                  <a:pt x="903" y="1056"/>
                </a:cubicBezTo>
                <a:cubicBezTo>
                  <a:pt x="890" y="1058"/>
                  <a:pt x="878" y="1059"/>
                  <a:pt x="865" y="1059"/>
                </a:cubicBezTo>
                <a:lnTo>
                  <a:pt x="193" y="1059"/>
                </a:lnTo>
                <a:cubicBezTo>
                  <a:pt x="181" y="1059"/>
                  <a:pt x="168" y="1058"/>
                  <a:pt x="156" y="1056"/>
                </a:cubicBezTo>
                <a:cubicBezTo>
                  <a:pt x="143" y="1053"/>
                  <a:pt x="131" y="1049"/>
                  <a:pt x="119" y="1045"/>
                </a:cubicBezTo>
                <a:cubicBezTo>
                  <a:pt x="108" y="1040"/>
                  <a:pt x="96" y="1034"/>
                  <a:pt x="86" y="1027"/>
                </a:cubicBezTo>
                <a:cubicBezTo>
                  <a:pt x="75" y="1020"/>
                  <a:pt x="66" y="1012"/>
                  <a:pt x="57" y="1003"/>
                </a:cubicBezTo>
                <a:cubicBezTo>
                  <a:pt x="48" y="994"/>
                  <a:pt x="40" y="984"/>
                  <a:pt x="33" y="973"/>
                </a:cubicBezTo>
                <a:cubicBezTo>
                  <a:pt x="26" y="963"/>
                  <a:pt x="20" y="952"/>
                  <a:pt x="15" y="940"/>
                </a:cubicBezTo>
                <a:cubicBezTo>
                  <a:pt x="10" y="928"/>
                  <a:pt x="6" y="916"/>
                  <a:pt x="4" y="904"/>
                </a:cubicBezTo>
                <a:cubicBezTo>
                  <a:pt x="1" y="891"/>
                  <a:pt x="0" y="879"/>
                  <a:pt x="0" y="866"/>
                </a:cubicBezTo>
                <a:close/>
              </a:path>
            </a:pathLst>
          </a:custGeom>
          <a:solidFill>
            <a:srgbClr val="fffb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614160" y="5100480"/>
            <a:ext cx="381240" cy="381240"/>
          </a:xfrm>
          <a:custGeom>
            <a:avLst/>
            <a:gdLst/>
            <a:ahLst/>
            <a:rect l="0" t="0" r="r" b="b"/>
            <a:pathLst>
              <a:path fill="none" w="1059" h="1059">
                <a:moveTo>
                  <a:pt x="0" y="866"/>
                </a:moveTo>
                <a:lnTo>
                  <a:pt x="0" y="194"/>
                </a:lnTo>
                <a:cubicBezTo>
                  <a:pt x="0" y="181"/>
                  <a:pt x="1" y="169"/>
                  <a:pt x="4" y="156"/>
                </a:cubicBezTo>
                <a:cubicBezTo>
                  <a:pt x="6" y="144"/>
                  <a:pt x="10" y="132"/>
                  <a:pt x="15" y="120"/>
                </a:cubicBezTo>
                <a:cubicBezTo>
                  <a:pt x="20" y="107"/>
                  <a:pt x="26" y="96"/>
                  <a:pt x="33" y="86"/>
                </a:cubicBezTo>
                <a:cubicBezTo>
                  <a:pt x="40" y="75"/>
                  <a:pt x="48" y="66"/>
                  <a:pt x="57" y="57"/>
                </a:cubicBezTo>
                <a:cubicBezTo>
                  <a:pt x="66" y="48"/>
                  <a:pt x="75" y="40"/>
                  <a:pt x="86" y="33"/>
                </a:cubicBezTo>
                <a:cubicBezTo>
                  <a:pt x="96" y="25"/>
                  <a:pt x="108" y="19"/>
                  <a:pt x="119" y="15"/>
                </a:cubicBezTo>
                <a:cubicBezTo>
                  <a:pt x="131" y="10"/>
                  <a:pt x="143" y="6"/>
                  <a:pt x="156" y="4"/>
                </a:cubicBezTo>
                <a:cubicBezTo>
                  <a:pt x="168" y="1"/>
                  <a:pt x="181" y="0"/>
                  <a:pt x="193" y="0"/>
                </a:cubicBezTo>
                <a:lnTo>
                  <a:pt x="865" y="0"/>
                </a:lnTo>
                <a:cubicBezTo>
                  <a:pt x="878" y="0"/>
                  <a:pt x="890" y="1"/>
                  <a:pt x="903" y="4"/>
                </a:cubicBezTo>
                <a:cubicBezTo>
                  <a:pt x="915" y="6"/>
                  <a:pt x="927" y="10"/>
                  <a:pt x="939" y="15"/>
                </a:cubicBezTo>
                <a:cubicBezTo>
                  <a:pt x="952" y="19"/>
                  <a:pt x="963" y="25"/>
                  <a:pt x="974" y="32"/>
                </a:cubicBezTo>
                <a:cubicBezTo>
                  <a:pt x="984" y="40"/>
                  <a:pt x="994" y="48"/>
                  <a:pt x="1003" y="57"/>
                </a:cubicBezTo>
                <a:cubicBezTo>
                  <a:pt x="1012" y="66"/>
                  <a:pt x="1020" y="75"/>
                  <a:pt x="1027" y="86"/>
                </a:cubicBezTo>
                <a:cubicBezTo>
                  <a:pt x="1034" y="96"/>
                  <a:pt x="1040" y="107"/>
                  <a:pt x="1045" y="120"/>
                </a:cubicBezTo>
                <a:cubicBezTo>
                  <a:pt x="1050" y="132"/>
                  <a:pt x="1053" y="144"/>
                  <a:pt x="1056" y="156"/>
                </a:cubicBezTo>
                <a:cubicBezTo>
                  <a:pt x="1058" y="169"/>
                  <a:pt x="1059" y="181"/>
                  <a:pt x="1059" y="194"/>
                </a:cubicBezTo>
                <a:lnTo>
                  <a:pt x="1059" y="866"/>
                </a:lnTo>
                <a:cubicBezTo>
                  <a:pt x="1059" y="879"/>
                  <a:pt x="1058" y="891"/>
                  <a:pt x="1056" y="904"/>
                </a:cubicBezTo>
                <a:cubicBezTo>
                  <a:pt x="1053" y="916"/>
                  <a:pt x="1050" y="928"/>
                  <a:pt x="1045" y="940"/>
                </a:cubicBezTo>
                <a:cubicBezTo>
                  <a:pt x="1040" y="952"/>
                  <a:pt x="1034" y="963"/>
                  <a:pt x="1027" y="973"/>
                </a:cubicBezTo>
                <a:cubicBezTo>
                  <a:pt x="1020" y="984"/>
                  <a:pt x="1012" y="994"/>
                  <a:pt x="1003" y="1003"/>
                </a:cubicBezTo>
                <a:cubicBezTo>
                  <a:pt x="994" y="1012"/>
                  <a:pt x="984" y="1020"/>
                  <a:pt x="974" y="1027"/>
                </a:cubicBezTo>
                <a:cubicBezTo>
                  <a:pt x="963" y="1034"/>
                  <a:pt x="952" y="1040"/>
                  <a:pt x="939" y="1045"/>
                </a:cubicBezTo>
                <a:cubicBezTo>
                  <a:pt x="927" y="1049"/>
                  <a:pt x="915" y="1053"/>
                  <a:pt x="903" y="1056"/>
                </a:cubicBezTo>
                <a:cubicBezTo>
                  <a:pt x="890" y="1058"/>
                  <a:pt x="878" y="1059"/>
                  <a:pt x="865" y="1059"/>
                </a:cubicBezTo>
                <a:lnTo>
                  <a:pt x="193" y="1059"/>
                </a:lnTo>
                <a:cubicBezTo>
                  <a:pt x="181" y="1059"/>
                  <a:pt x="168" y="1058"/>
                  <a:pt x="156" y="1056"/>
                </a:cubicBezTo>
                <a:cubicBezTo>
                  <a:pt x="143" y="1053"/>
                  <a:pt x="131" y="1049"/>
                  <a:pt x="119" y="1045"/>
                </a:cubicBezTo>
                <a:cubicBezTo>
                  <a:pt x="108" y="1040"/>
                  <a:pt x="96" y="1034"/>
                  <a:pt x="86" y="1027"/>
                </a:cubicBezTo>
                <a:cubicBezTo>
                  <a:pt x="75" y="1020"/>
                  <a:pt x="66" y="1012"/>
                  <a:pt x="57" y="1003"/>
                </a:cubicBezTo>
                <a:cubicBezTo>
                  <a:pt x="48" y="994"/>
                  <a:pt x="40" y="984"/>
                  <a:pt x="33" y="973"/>
                </a:cubicBezTo>
                <a:cubicBezTo>
                  <a:pt x="26" y="963"/>
                  <a:pt x="20" y="952"/>
                  <a:pt x="15" y="940"/>
                </a:cubicBezTo>
                <a:cubicBezTo>
                  <a:pt x="10" y="928"/>
                  <a:pt x="6" y="916"/>
                  <a:pt x="4" y="904"/>
                </a:cubicBezTo>
                <a:cubicBezTo>
                  <a:pt x="1" y="891"/>
                  <a:pt x="0" y="879"/>
                  <a:pt x="0" y="866"/>
                </a:cubicBezTo>
              </a:path>
            </a:pathLst>
          </a:custGeom>
          <a:ln w="9360">
            <a:solidFill>
              <a:srgbClr val="fde68a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704520" y="5200560"/>
            <a:ext cx="200880" cy="178560"/>
          </a:xfrm>
          <a:custGeom>
            <a:avLst/>
            <a:gdLst/>
            <a:ahLst/>
            <a:rect l="0" t="0" r="r" b="b"/>
            <a:pathLst>
              <a:path w="558" h="496">
                <a:moveTo>
                  <a:pt x="558" y="248"/>
                </a:moveTo>
                <a:cubicBezTo>
                  <a:pt x="558" y="265"/>
                  <a:pt x="543" y="279"/>
                  <a:pt x="526" y="279"/>
                </a:cubicBezTo>
                <a:lnTo>
                  <a:pt x="495" y="279"/>
                </a:lnTo>
                <a:lnTo>
                  <a:pt x="496" y="434"/>
                </a:lnTo>
                <a:cubicBezTo>
                  <a:pt x="496" y="436"/>
                  <a:pt x="496" y="439"/>
                  <a:pt x="495" y="442"/>
                </a:cubicBezTo>
                <a:lnTo>
                  <a:pt x="495" y="457"/>
                </a:lnTo>
                <a:cubicBezTo>
                  <a:pt x="495" y="479"/>
                  <a:pt x="478" y="496"/>
                  <a:pt x="457" y="496"/>
                </a:cubicBezTo>
                <a:lnTo>
                  <a:pt x="441" y="496"/>
                </a:lnTo>
                <a:cubicBezTo>
                  <a:pt x="440" y="496"/>
                  <a:pt x="439" y="496"/>
                  <a:pt x="438" y="496"/>
                </a:cubicBezTo>
                <a:cubicBezTo>
                  <a:pt x="437" y="496"/>
                  <a:pt x="435" y="496"/>
                  <a:pt x="434" y="496"/>
                </a:cubicBezTo>
                <a:lnTo>
                  <a:pt x="403" y="496"/>
                </a:lnTo>
                <a:lnTo>
                  <a:pt x="379" y="496"/>
                </a:lnTo>
                <a:cubicBezTo>
                  <a:pt x="358" y="496"/>
                  <a:pt x="341" y="479"/>
                  <a:pt x="341" y="457"/>
                </a:cubicBezTo>
                <a:lnTo>
                  <a:pt x="341" y="434"/>
                </a:lnTo>
                <a:lnTo>
                  <a:pt x="341" y="372"/>
                </a:lnTo>
                <a:cubicBezTo>
                  <a:pt x="341" y="355"/>
                  <a:pt x="327" y="341"/>
                  <a:pt x="310" y="341"/>
                </a:cubicBezTo>
                <a:lnTo>
                  <a:pt x="248" y="341"/>
                </a:lnTo>
                <a:cubicBezTo>
                  <a:pt x="231" y="341"/>
                  <a:pt x="217" y="355"/>
                  <a:pt x="217" y="372"/>
                </a:cubicBezTo>
                <a:lnTo>
                  <a:pt x="217" y="434"/>
                </a:lnTo>
                <a:lnTo>
                  <a:pt x="217" y="457"/>
                </a:lnTo>
                <a:cubicBezTo>
                  <a:pt x="217" y="479"/>
                  <a:pt x="200" y="496"/>
                  <a:pt x="178" y="496"/>
                </a:cubicBezTo>
                <a:lnTo>
                  <a:pt x="155" y="496"/>
                </a:lnTo>
                <a:lnTo>
                  <a:pt x="124" y="496"/>
                </a:lnTo>
                <a:cubicBezTo>
                  <a:pt x="123" y="496"/>
                  <a:pt x="121" y="496"/>
                  <a:pt x="120" y="496"/>
                </a:cubicBezTo>
                <a:cubicBezTo>
                  <a:pt x="119" y="496"/>
                  <a:pt x="118" y="496"/>
                  <a:pt x="116" y="496"/>
                </a:cubicBezTo>
                <a:lnTo>
                  <a:pt x="101" y="496"/>
                </a:lnTo>
                <a:cubicBezTo>
                  <a:pt x="80" y="496"/>
                  <a:pt x="62" y="479"/>
                  <a:pt x="62" y="457"/>
                </a:cubicBezTo>
                <a:lnTo>
                  <a:pt x="62" y="349"/>
                </a:lnTo>
                <a:cubicBezTo>
                  <a:pt x="62" y="348"/>
                  <a:pt x="62" y="347"/>
                  <a:pt x="62" y="346"/>
                </a:cubicBezTo>
                <a:lnTo>
                  <a:pt x="62" y="279"/>
                </a:lnTo>
                <a:lnTo>
                  <a:pt x="31" y="279"/>
                </a:lnTo>
                <a:cubicBezTo>
                  <a:pt x="14" y="279"/>
                  <a:pt x="0" y="265"/>
                  <a:pt x="0" y="248"/>
                </a:cubicBezTo>
                <a:cubicBezTo>
                  <a:pt x="0" y="239"/>
                  <a:pt x="3" y="231"/>
                  <a:pt x="10" y="225"/>
                </a:cubicBezTo>
                <a:lnTo>
                  <a:pt x="258" y="8"/>
                </a:lnTo>
                <a:cubicBezTo>
                  <a:pt x="265" y="1"/>
                  <a:pt x="272" y="0"/>
                  <a:pt x="279" y="0"/>
                </a:cubicBezTo>
                <a:cubicBezTo>
                  <a:pt x="286" y="0"/>
                  <a:pt x="294" y="2"/>
                  <a:pt x="300" y="7"/>
                </a:cubicBezTo>
                <a:lnTo>
                  <a:pt x="547" y="225"/>
                </a:lnTo>
                <a:cubicBezTo>
                  <a:pt x="555" y="231"/>
                  <a:pt x="559" y="239"/>
                  <a:pt x="558" y="248"/>
                </a:cubicBezTo>
                <a:close/>
              </a:path>
            </a:pathLst>
          </a:custGeom>
          <a:solidFill>
            <a:srgbClr val="d977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1144440" y="4440960"/>
            <a:ext cx="5292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forces.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144440" y="5097240"/>
            <a:ext cx="18558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6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Thrushcross Grange</a:t>
            </a:r>
            <a:endParaRPr b="0" lang="en-US" sz="14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144440" y="5412600"/>
            <a:ext cx="37587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Low, calm, elegant, and suffocating. Represents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144440" y="5669640"/>
            <a:ext cx="43779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civilization, social propriety, and material comfort in the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6314760" y="990360"/>
            <a:ext cx="251280" cy="219960"/>
          </a:xfrm>
          <a:custGeom>
            <a:avLst/>
            <a:gdLst/>
            <a:ahLst/>
            <a:rect l="0" t="0" r="r" b="b"/>
            <a:pathLst>
              <a:path w="698" h="611">
                <a:moveTo>
                  <a:pt x="495" y="145"/>
                </a:moveTo>
                <a:cubicBezTo>
                  <a:pt x="495" y="211"/>
                  <a:pt x="406" y="329"/>
                  <a:pt x="368" y="378"/>
                </a:cubicBezTo>
                <a:cubicBezTo>
                  <a:pt x="358" y="389"/>
                  <a:pt x="341" y="389"/>
                  <a:pt x="332" y="378"/>
                </a:cubicBezTo>
                <a:cubicBezTo>
                  <a:pt x="293" y="329"/>
                  <a:pt x="204" y="211"/>
                  <a:pt x="204" y="145"/>
                </a:cubicBezTo>
                <a:cubicBezTo>
                  <a:pt x="204" y="65"/>
                  <a:pt x="269" y="0"/>
                  <a:pt x="350" y="0"/>
                </a:cubicBezTo>
                <a:cubicBezTo>
                  <a:pt x="430" y="0"/>
                  <a:pt x="495" y="65"/>
                  <a:pt x="495" y="145"/>
                </a:cubicBezTo>
                <a:moveTo>
                  <a:pt x="504" y="243"/>
                </a:moveTo>
                <a:cubicBezTo>
                  <a:pt x="509" y="234"/>
                  <a:pt x="513" y="226"/>
                  <a:pt x="516" y="218"/>
                </a:cubicBezTo>
                <a:cubicBezTo>
                  <a:pt x="517" y="216"/>
                  <a:pt x="517" y="215"/>
                  <a:pt x="518" y="213"/>
                </a:cubicBezTo>
                <a:lnTo>
                  <a:pt x="658" y="157"/>
                </a:lnTo>
                <a:cubicBezTo>
                  <a:pt x="677" y="149"/>
                  <a:pt x="698" y="163"/>
                  <a:pt x="698" y="184"/>
                </a:cubicBezTo>
                <a:lnTo>
                  <a:pt x="698" y="512"/>
                </a:lnTo>
                <a:cubicBezTo>
                  <a:pt x="698" y="523"/>
                  <a:pt x="691" y="534"/>
                  <a:pt x="680" y="539"/>
                </a:cubicBezTo>
                <a:lnTo>
                  <a:pt x="504" y="610"/>
                </a:lnTo>
                <a:lnTo>
                  <a:pt x="504" y="243"/>
                </a:lnTo>
                <a:moveTo>
                  <a:pt x="167" y="167"/>
                </a:moveTo>
                <a:cubicBezTo>
                  <a:pt x="170" y="185"/>
                  <a:pt x="175" y="202"/>
                  <a:pt x="182" y="218"/>
                </a:cubicBezTo>
                <a:cubicBezTo>
                  <a:pt x="186" y="226"/>
                  <a:pt x="190" y="234"/>
                  <a:pt x="194" y="243"/>
                </a:cubicBezTo>
                <a:lnTo>
                  <a:pt x="194" y="547"/>
                </a:lnTo>
                <a:lnTo>
                  <a:pt x="40" y="609"/>
                </a:lnTo>
                <a:cubicBezTo>
                  <a:pt x="21" y="617"/>
                  <a:pt x="0" y="602"/>
                  <a:pt x="0" y="581"/>
                </a:cubicBezTo>
                <a:lnTo>
                  <a:pt x="0" y="254"/>
                </a:lnTo>
                <a:cubicBezTo>
                  <a:pt x="0" y="242"/>
                  <a:pt x="8" y="231"/>
                  <a:pt x="19" y="227"/>
                </a:cubicBezTo>
                <a:lnTo>
                  <a:pt x="167" y="167"/>
                </a:lnTo>
                <a:moveTo>
                  <a:pt x="398" y="402"/>
                </a:moveTo>
                <a:cubicBezTo>
                  <a:pt x="415" y="381"/>
                  <a:pt x="441" y="346"/>
                  <a:pt x="466" y="309"/>
                </a:cubicBezTo>
                <a:lnTo>
                  <a:pt x="466" y="611"/>
                </a:lnTo>
                <a:lnTo>
                  <a:pt x="234" y="544"/>
                </a:lnTo>
                <a:lnTo>
                  <a:pt x="234" y="309"/>
                </a:lnTo>
                <a:cubicBezTo>
                  <a:pt x="258" y="346"/>
                  <a:pt x="285" y="381"/>
                  <a:pt x="302" y="402"/>
                </a:cubicBezTo>
                <a:cubicBezTo>
                  <a:pt x="326" y="433"/>
                  <a:pt x="373" y="433"/>
                  <a:pt x="398" y="402"/>
                </a:cubicBezTo>
                <a:moveTo>
                  <a:pt x="350" y="184"/>
                </a:moveTo>
                <a:cubicBezTo>
                  <a:pt x="356" y="184"/>
                  <a:pt x="362" y="183"/>
                  <a:pt x="368" y="180"/>
                </a:cubicBezTo>
                <a:cubicBezTo>
                  <a:pt x="374" y="178"/>
                  <a:pt x="379" y="174"/>
                  <a:pt x="384" y="170"/>
                </a:cubicBezTo>
                <a:cubicBezTo>
                  <a:pt x="388" y="165"/>
                  <a:pt x="392" y="160"/>
                  <a:pt x="394" y="154"/>
                </a:cubicBezTo>
                <a:cubicBezTo>
                  <a:pt x="397" y="148"/>
                  <a:pt x="398" y="142"/>
                  <a:pt x="398" y="136"/>
                </a:cubicBezTo>
                <a:cubicBezTo>
                  <a:pt x="398" y="129"/>
                  <a:pt x="397" y="123"/>
                  <a:pt x="394" y="117"/>
                </a:cubicBezTo>
                <a:cubicBezTo>
                  <a:pt x="392" y="111"/>
                  <a:pt x="388" y="106"/>
                  <a:pt x="384" y="101"/>
                </a:cubicBezTo>
                <a:cubicBezTo>
                  <a:pt x="379" y="97"/>
                  <a:pt x="374" y="93"/>
                  <a:pt x="368" y="91"/>
                </a:cubicBezTo>
                <a:cubicBezTo>
                  <a:pt x="362" y="89"/>
                  <a:pt x="356" y="87"/>
                  <a:pt x="350" y="87"/>
                </a:cubicBezTo>
                <a:cubicBezTo>
                  <a:pt x="343" y="87"/>
                  <a:pt x="337" y="89"/>
                  <a:pt x="331" y="91"/>
                </a:cubicBezTo>
                <a:cubicBezTo>
                  <a:pt x="325" y="93"/>
                  <a:pt x="320" y="97"/>
                  <a:pt x="315" y="101"/>
                </a:cubicBezTo>
                <a:cubicBezTo>
                  <a:pt x="311" y="106"/>
                  <a:pt x="307" y="111"/>
                  <a:pt x="305" y="117"/>
                </a:cubicBezTo>
                <a:cubicBezTo>
                  <a:pt x="303" y="123"/>
                  <a:pt x="301" y="129"/>
                  <a:pt x="301" y="136"/>
                </a:cubicBezTo>
                <a:cubicBezTo>
                  <a:pt x="301" y="142"/>
                  <a:pt x="303" y="148"/>
                  <a:pt x="305" y="154"/>
                </a:cubicBezTo>
                <a:cubicBezTo>
                  <a:pt x="307" y="160"/>
                  <a:pt x="311" y="165"/>
                  <a:pt x="315" y="170"/>
                </a:cubicBezTo>
                <a:cubicBezTo>
                  <a:pt x="320" y="174"/>
                  <a:pt x="325" y="178"/>
                  <a:pt x="331" y="180"/>
                </a:cubicBezTo>
                <a:cubicBezTo>
                  <a:pt x="337" y="183"/>
                  <a:pt x="343" y="184"/>
                  <a:pt x="350" y="184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144440" y="5926680"/>
            <a:ext cx="491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valley.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8072280" y="1404720"/>
            <a:ext cx="1933920" cy="1771920"/>
          </a:xfrm>
          <a:custGeom>
            <a:avLst/>
            <a:gdLst/>
            <a:ahLst/>
            <a:rect l="0" t="0" r="r" b="b"/>
            <a:pathLst>
              <a:path fill="none" w="5372" h="4922">
                <a:moveTo>
                  <a:pt x="0" y="0"/>
                </a:moveTo>
                <a:lnTo>
                  <a:pt x="5372" y="0"/>
                </a:lnTo>
                <a:lnTo>
                  <a:pt x="5372" y="4922"/>
                </a:lnTo>
                <a:lnTo>
                  <a:pt x="0" y="4922"/>
                </a:lnTo>
                <a:lnTo>
                  <a:pt x="0" y="0"/>
                </a:ln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2" name="" descr=""/>
          <p:cNvPicPr/>
          <p:nvPr/>
        </p:nvPicPr>
        <p:blipFill>
          <a:blip r:embed="rId2"/>
          <a:stretch/>
        </p:blipFill>
        <p:spPr>
          <a:xfrm>
            <a:off x="8077320" y="1409760"/>
            <a:ext cx="1923840" cy="176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"/>
          <p:cNvSpPr/>
          <p:nvPr/>
        </p:nvSpPr>
        <p:spPr>
          <a:xfrm>
            <a:off x="6319800" y="3404880"/>
            <a:ext cx="381240" cy="381600"/>
          </a:xfrm>
          <a:custGeom>
            <a:avLst/>
            <a:gdLst/>
            <a:ahLst/>
            <a:rect l="0" t="0" r="r" b="b"/>
            <a:pathLst>
              <a:path w="1059" h="1060">
                <a:moveTo>
                  <a:pt x="0" y="866"/>
                </a:moveTo>
                <a:lnTo>
                  <a:pt x="0" y="194"/>
                </a:lnTo>
                <a:cubicBezTo>
                  <a:pt x="0" y="181"/>
                  <a:pt x="1" y="168"/>
                  <a:pt x="3" y="156"/>
                </a:cubicBezTo>
                <a:cubicBezTo>
                  <a:pt x="6" y="143"/>
                  <a:pt x="9" y="131"/>
                  <a:pt x="14" y="120"/>
                </a:cubicBezTo>
                <a:cubicBezTo>
                  <a:pt x="19" y="108"/>
                  <a:pt x="25" y="97"/>
                  <a:pt x="32" y="86"/>
                </a:cubicBezTo>
                <a:cubicBezTo>
                  <a:pt x="39" y="76"/>
                  <a:pt x="47" y="66"/>
                  <a:pt x="56" y="57"/>
                </a:cubicBezTo>
                <a:cubicBezTo>
                  <a:pt x="65" y="48"/>
                  <a:pt x="75" y="40"/>
                  <a:pt x="85" y="33"/>
                </a:cubicBezTo>
                <a:cubicBezTo>
                  <a:pt x="96" y="26"/>
                  <a:pt x="107" y="20"/>
                  <a:pt x="119" y="15"/>
                </a:cubicBezTo>
                <a:cubicBezTo>
                  <a:pt x="131" y="10"/>
                  <a:pt x="143" y="7"/>
                  <a:pt x="155" y="4"/>
                </a:cubicBezTo>
                <a:cubicBezTo>
                  <a:pt x="168" y="2"/>
                  <a:pt x="180" y="0"/>
                  <a:pt x="193" y="0"/>
                </a:cubicBezTo>
                <a:lnTo>
                  <a:pt x="865" y="0"/>
                </a:lnTo>
                <a:cubicBezTo>
                  <a:pt x="877" y="0"/>
                  <a:pt x="890" y="2"/>
                  <a:pt x="902" y="4"/>
                </a:cubicBezTo>
                <a:cubicBezTo>
                  <a:pt x="915" y="7"/>
                  <a:pt x="927" y="10"/>
                  <a:pt x="939" y="15"/>
                </a:cubicBezTo>
                <a:cubicBezTo>
                  <a:pt x="950" y="20"/>
                  <a:pt x="963" y="26"/>
                  <a:pt x="973" y="33"/>
                </a:cubicBezTo>
                <a:cubicBezTo>
                  <a:pt x="984" y="40"/>
                  <a:pt x="993" y="48"/>
                  <a:pt x="1002" y="57"/>
                </a:cubicBezTo>
                <a:cubicBezTo>
                  <a:pt x="1011" y="66"/>
                  <a:pt x="1019" y="76"/>
                  <a:pt x="1026" y="86"/>
                </a:cubicBezTo>
                <a:cubicBezTo>
                  <a:pt x="1033" y="97"/>
                  <a:pt x="1039" y="108"/>
                  <a:pt x="1044" y="120"/>
                </a:cubicBezTo>
                <a:cubicBezTo>
                  <a:pt x="1049" y="131"/>
                  <a:pt x="1053" y="143"/>
                  <a:pt x="1055" y="156"/>
                </a:cubicBezTo>
                <a:cubicBezTo>
                  <a:pt x="1058" y="168"/>
                  <a:pt x="1059" y="181"/>
                  <a:pt x="1059" y="194"/>
                </a:cubicBezTo>
                <a:lnTo>
                  <a:pt x="1059" y="866"/>
                </a:lnTo>
                <a:cubicBezTo>
                  <a:pt x="1059" y="879"/>
                  <a:pt x="1058" y="892"/>
                  <a:pt x="1055" y="904"/>
                </a:cubicBezTo>
                <a:cubicBezTo>
                  <a:pt x="1053" y="917"/>
                  <a:pt x="1049" y="929"/>
                  <a:pt x="1044" y="940"/>
                </a:cubicBezTo>
                <a:cubicBezTo>
                  <a:pt x="1039" y="952"/>
                  <a:pt x="1033" y="963"/>
                  <a:pt x="1026" y="974"/>
                </a:cubicBezTo>
                <a:cubicBezTo>
                  <a:pt x="1019" y="984"/>
                  <a:pt x="1011" y="994"/>
                  <a:pt x="1002" y="1003"/>
                </a:cubicBezTo>
                <a:cubicBezTo>
                  <a:pt x="993" y="1012"/>
                  <a:pt x="984" y="1020"/>
                  <a:pt x="973" y="1027"/>
                </a:cubicBezTo>
                <a:cubicBezTo>
                  <a:pt x="963" y="1034"/>
                  <a:pt x="950" y="1040"/>
                  <a:pt x="939" y="1045"/>
                </a:cubicBezTo>
                <a:cubicBezTo>
                  <a:pt x="927" y="1050"/>
                  <a:pt x="915" y="1053"/>
                  <a:pt x="902" y="1056"/>
                </a:cubicBezTo>
                <a:cubicBezTo>
                  <a:pt x="890" y="1058"/>
                  <a:pt x="877" y="1060"/>
                  <a:pt x="865" y="1060"/>
                </a:cubicBezTo>
                <a:lnTo>
                  <a:pt x="193" y="1060"/>
                </a:lnTo>
                <a:cubicBezTo>
                  <a:pt x="180" y="1060"/>
                  <a:pt x="168" y="1058"/>
                  <a:pt x="155" y="1056"/>
                </a:cubicBezTo>
                <a:cubicBezTo>
                  <a:pt x="143" y="1053"/>
                  <a:pt x="131" y="1050"/>
                  <a:pt x="119" y="1045"/>
                </a:cubicBezTo>
                <a:cubicBezTo>
                  <a:pt x="107" y="1040"/>
                  <a:pt x="96" y="1034"/>
                  <a:pt x="85" y="1027"/>
                </a:cubicBezTo>
                <a:cubicBezTo>
                  <a:pt x="75" y="1020"/>
                  <a:pt x="65" y="1012"/>
                  <a:pt x="56" y="1003"/>
                </a:cubicBezTo>
                <a:cubicBezTo>
                  <a:pt x="47" y="994"/>
                  <a:pt x="39" y="984"/>
                  <a:pt x="32" y="974"/>
                </a:cubicBezTo>
                <a:cubicBezTo>
                  <a:pt x="25" y="963"/>
                  <a:pt x="19" y="952"/>
                  <a:pt x="14" y="940"/>
                </a:cubicBezTo>
                <a:cubicBezTo>
                  <a:pt x="9" y="929"/>
                  <a:pt x="6" y="917"/>
                  <a:pt x="3" y="904"/>
                </a:cubicBezTo>
                <a:cubicBezTo>
                  <a:pt x="1" y="892"/>
                  <a:pt x="0" y="879"/>
                  <a:pt x="0" y="866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6319800" y="3404880"/>
            <a:ext cx="381240" cy="381600"/>
          </a:xfrm>
          <a:custGeom>
            <a:avLst/>
            <a:gdLst/>
            <a:ahLst/>
            <a:rect l="0" t="0" r="r" b="b"/>
            <a:pathLst>
              <a:path fill="none" w="1059" h="1060">
                <a:moveTo>
                  <a:pt x="0" y="866"/>
                </a:moveTo>
                <a:lnTo>
                  <a:pt x="0" y="194"/>
                </a:lnTo>
                <a:cubicBezTo>
                  <a:pt x="0" y="181"/>
                  <a:pt x="1" y="168"/>
                  <a:pt x="3" y="156"/>
                </a:cubicBezTo>
                <a:cubicBezTo>
                  <a:pt x="6" y="143"/>
                  <a:pt x="9" y="131"/>
                  <a:pt x="14" y="120"/>
                </a:cubicBezTo>
                <a:cubicBezTo>
                  <a:pt x="19" y="108"/>
                  <a:pt x="25" y="97"/>
                  <a:pt x="32" y="86"/>
                </a:cubicBezTo>
                <a:cubicBezTo>
                  <a:pt x="39" y="76"/>
                  <a:pt x="47" y="66"/>
                  <a:pt x="56" y="57"/>
                </a:cubicBezTo>
                <a:cubicBezTo>
                  <a:pt x="65" y="48"/>
                  <a:pt x="75" y="40"/>
                  <a:pt x="85" y="33"/>
                </a:cubicBezTo>
                <a:cubicBezTo>
                  <a:pt x="96" y="26"/>
                  <a:pt x="107" y="20"/>
                  <a:pt x="119" y="15"/>
                </a:cubicBezTo>
                <a:cubicBezTo>
                  <a:pt x="131" y="10"/>
                  <a:pt x="143" y="7"/>
                  <a:pt x="155" y="4"/>
                </a:cubicBezTo>
                <a:cubicBezTo>
                  <a:pt x="168" y="2"/>
                  <a:pt x="180" y="0"/>
                  <a:pt x="193" y="0"/>
                </a:cubicBezTo>
                <a:lnTo>
                  <a:pt x="865" y="0"/>
                </a:lnTo>
                <a:cubicBezTo>
                  <a:pt x="877" y="0"/>
                  <a:pt x="890" y="2"/>
                  <a:pt x="902" y="4"/>
                </a:cubicBezTo>
                <a:cubicBezTo>
                  <a:pt x="915" y="7"/>
                  <a:pt x="927" y="10"/>
                  <a:pt x="939" y="15"/>
                </a:cubicBezTo>
                <a:cubicBezTo>
                  <a:pt x="950" y="20"/>
                  <a:pt x="963" y="26"/>
                  <a:pt x="973" y="33"/>
                </a:cubicBezTo>
                <a:cubicBezTo>
                  <a:pt x="984" y="40"/>
                  <a:pt x="993" y="48"/>
                  <a:pt x="1002" y="57"/>
                </a:cubicBezTo>
                <a:cubicBezTo>
                  <a:pt x="1011" y="66"/>
                  <a:pt x="1019" y="76"/>
                  <a:pt x="1026" y="86"/>
                </a:cubicBezTo>
                <a:cubicBezTo>
                  <a:pt x="1033" y="97"/>
                  <a:pt x="1039" y="108"/>
                  <a:pt x="1044" y="120"/>
                </a:cubicBezTo>
                <a:cubicBezTo>
                  <a:pt x="1049" y="131"/>
                  <a:pt x="1053" y="143"/>
                  <a:pt x="1055" y="156"/>
                </a:cubicBezTo>
                <a:cubicBezTo>
                  <a:pt x="1058" y="168"/>
                  <a:pt x="1059" y="181"/>
                  <a:pt x="1059" y="194"/>
                </a:cubicBezTo>
                <a:lnTo>
                  <a:pt x="1059" y="866"/>
                </a:lnTo>
                <a:cubicBezTo>
                  <a:pt x="1059" y="879"/>
                  <a:pt x="1058" y="892"/>
                  <a:pt x="1055" y="904"/>
                </a:cubicBezTo>
                <a:cubicBezTo>
                  <a:pt x="1053" y="917"/>
                  <a:pt x="1049" y="929"/>
                  <a:pt x="1044" y="940"/>
                </a:cubicBezTo>
                <a:cubicBezTo>
                  <a:pt x="1039" y="952"/>
                  <a:pt x="1033" y="963"/>
                  <a:pt x="1026" y="974"/>
                </a:cubicBezTo>
                <a:cubicBezTo>
                  <a:pt x="1019" y="984"/>
                  <a:pt x="1011" y="994"/>
                  <a:pt x="1002" y="1003"/>
                </a:cubicBezTo>
                <a:cubicBezTo>
                  <a:pt x="993" y="1012"/>
                  <a:pt x="984" y="1020"/>
                  <a:pt x="973" y="1027"/>
                </a:cubicBezTo>
                <a:cubicBezTo>
                  <a:pt x="963" y="1034"/>
                  <a:pt x="950" y="1040"/>
                  <a:pt x="939" y="1045"/>
                </a:cubicBezTo>
                <a:cubicBezTo>
                  <a:pt x="927" y="1050"/>
                  <a:pt x="915" y="1053"/>
                  <a:pt x="902" y="1056"/>
                </a:cubicBezTo>
                <a:cubicBezTo>
                  <a:pt x="890" y="1058"/>
                  <a:pt x="877" y="1060"/>
                  <a:pt x="865" y="1060"/>
                </a:cubicBezTo>
                <a:lnTo>
                  <a:pt x="193" y="1060"/>
                </a:lnTo>
                <a:cubicBezTo>
                  <a:pt x="180" y="1060"/>
                  <a:pt x="168" y="1058"/>
                  <a:pt x="155" y="1056"/>
                </a:cubicBezTo>
                <a:cubicBezTo>
                  <a:pt x="143" y="1053"/>
                  <a:pt x="131" y="1050"/>
                  <a:pt x="119" y="1045"/>
                </a:cubicBezTo>
                <a:cubicBezTo>
                  <a:pt x="107" y="1040"/>
                  <a:pt x="96" y="1034"/>
                  <a:pt x="85" y="1027"/>
                </a:cubicBezTo>
                <a:cubicBezTo>
                  <a:pt x="75" y="1020"/>
                  <a:pt x="65" y="1012"/>
                  <a:pt x="56" y="1003"/>
                </a:cubicBezTo>
                <a:cubicBezTo>
                  <a:pt x="47" y="994"/>
                  <a:pt x="39" y="984"/>
                  <a:pt x="32" y="974"/>
                </a:cubicBezTo>
                <a:cubicBezTo>
                  <a:pt x="25" y="963"/>
                  <a:pt x="19" y="952"/>
                  <a:pt x="14" y="940"/>
                </a:cubicBezTo>
                <a:cubicBezTo>
                  <a:pt x="9" y="929"/>
                  <a:pt x="6" y="917"/>
                  <a:pt x="3" y="904"/>
                </a:cubicBezTo>
                <a:cubicBezTo>
                  <a:pt x="1" y="892"/>
                  <a:pt x="0" y="879"/>
                  <a:pt x="0" y="866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6400440" y="3549600"/>
            <a:ext cx="223200" cy="89640"/>
          </a:xfrm>
          <a:custGeom>
            <a:avLst/>
            <a:gdLst/>
            <a:ahLst/>
            <a:rect l="0" t="0" r="r" b="b"/>
            <a:pathLst>
              <a:path w="620" h="249">
                <a:moveTo>
                  <a:pt x="0" y="202"/>
                </a:moveTo>
                <a:cubicBezTo>
                  <a:pt x="0" y="228"/>
                  <a:pt x="21" y="249"/>
                  <a:pt x="47" y="249"/>
                </a:cubicBezTo>
                <a:lnTo>
                  <a:pt x="574" y="249"/>
                </a:lnTo>
                <a:cubicBezTo>
                  <a:pt x="600" y="249"/>
                  <a:pt x="620" y="228"/>
                  <a:pt x="620" y="202"/>
                </a:cubicBezTo>
                <a:lnTo>
                  <a:pt x="620" y="46"/>
                </a:lnTo>
                <a:cubicBezTo>
                  <a:pt x="620" y="21"/>
                  <a:pt x="600" y="0"/>
                  <a:pt x="574" y="0"/>
                </a:cubicBezTo>
                <a:lnTo>
                  <a:pt x="512" y="0"/>
                </a:lnTo>
                <a:lnTo>
                  <a:pt x="512" y="77"/>
                </a:lnTo>
                <a:cubicBezTo>
                  <a:pt x="512" y="86"/>
                  <a:pt x="505" y="93"/>
                  <a:pt x="497" y="93"/>
                </a:cubicBezTo>
                <a:cubicBezTo>
                  <a:pt x="488" y="93"/>
                  <a:pt x="481" y="86"/>
                  <a:pt x="481" y="77"/>
                </a:cubicBezTo>
                <a:lnTo>
                  <a:pt x="481" y="0"/>
                </a:lnTo>
                <a:lnTo>
                  <a:pt x="418" y="0"/>
                </a:lnTo>
                <a:lnTo>
                  <a:pt x="418" y="77"/>
                </a:lnTo>
                <a:cubicBezTo>
                  <a:pt x="418" y="86"/>
                  <a:pt x="411" y="93"/>
                  <a:pt x="403" y="93"/>
                </a:cubicBezTo>
                <a:cubicBezTo>
                  <a:pt x="394" y="93"/>
                  <a:pt x="387" y="86"/>
                  <a:pt x="387" y="77"/>
                </a:cubicBezTo>
                <a:lnTo>
                  <a:pt x="387" y="0"/>
                </a:lnTo>
                <a:lnTo>
                  <a:pt x="325" y="0"/>
                </a:lnTo>
                <a:lnTo>
                  <a:pt x="325" y="77"/>
                </a:lnTo>
                <a:cubicBezTo>
                  <a:pt x="325" y="86"/>
                  <a:pt x="318" y="93"/>
                  <a:pt x="310" y="93"/>
                </a:cubicBezTo>
                <a:cubicBezTo>
                  <a:pt x="301" y="93"/>
                  <a:pt x="294" y="86"/>
                  <a:pt x="294" y="77"/>
                </a:cubicBezTo>
                <a:lnTo>
                  <a:pt x="294" y="0"/>
                </a:lnTo>
                <a:lnTo>
                  <a:pt x="233" y="0"/>
                </a:lnTo>
                <a:lnTo>
                  <a:pt x="233" y="77"/>
                </a:lnTo>
                <a:cubicBezTo>
                  <a:pt x="233" y="86"/>
                  <a:pt x="226" y="93"/>
                  <a:pt x="217" y="93"/>
                </a:cubicBezTo>
                <a:cubicBezTo>
                  <a:pt x="209" y="93"/>
                  <a:pt x="202" y="86"/>
                  <a:pt x="202" y="77"/>
                </a:cubicBezTo>
                <a:lnTo>
                  <a:pt x="202" y="0"/>
                </a:lnTo>
                <a:lnTo>
                  <a:pt x="140" y="0"/>
                </a:lnTo>
                <a:lnTo>
                  <a:pt x="140" y="77"/>
                </a:lnTo>
                <a:cubicBezTo>
                  <a:pt x="140" y="86"/>
                  <a:pt x="133" y="93"/>
                  <a:pt x="124" y="93"/>
                </a:cubicBezTo>
                <a:cubicBezTo>
                  <a:pt x="116" y="93"/>
                  <a:pt x="109" y="86"/>
                  <a:pt x="109" y="77"/>
                </a:cubicBezTo>
                <a:lnTo>
                  <a:pt x="109" y="0"/>
                </a:lnTo>
                <a:lnTo>
                  <a:pt x="47" y="0"/>
                </a:lnTo>
                <a:cubicBezTo>
                  <a:pt x="21" y="0"/>
                  <a:pt x="0" y="21"/>
                  <a:pt x="0" y="46"/>
                </a:cubicBezTo>
                <a:lnTo>
                  <a:pt x="0" y="202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6681240" y="952200"/>
            <a:ext cx="235872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Symbolism &amp; Tension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6857640" y="3402000"/>
            <a:ext cx="22366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6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Geography as Metaphor</a:t>
            </a:r>
            <a:endParaRPr b="0" lang="en-US" sz="14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6857640" y="3717000"/>
            <a:ext cx="4469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physical distance between the heights and the valley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6857640" y="3974040"/>
            <a:ext cx="42116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mirrors the unbridgeable </a:t>
            </a:r>
            <a:r>
              <a:rPr b="1" lang="en-US" sz="132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social and emotional gaps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6319800" y="4481280"/>
            <a:ext cx="381240" cy="381240"/>
          </a:xfrm>
          <a:custGeom>
            <a:avLst/>
            <a:gdLst/>
            <a:ahLst/>
            <a:rect l="0" t="0" r="r" b="b"/>
            <a:pathLst>
              <a:path w="1059" h="1059">
                <a:moveTo>
                  <a:pt x="0" y="866"/>
                </a:moveTo>
                <a:lnTo>
                  <a:pt x="0" y="193"/>
                </a:lnTo>
                <a:cubicBezTo>
                  <a:pt x="0" y="181"/>
                  <a:pt x="1" y="168"/>
                  <a:pt x="3" y="156"/>
                </a:cubicBezTo>
                <a:cubicBezTo>
                  <a:pt x="6" y="143"/>
                  <a:pt x="9" y="131"/>
                  <a:pt x="14" y="119"/>
                </a:cubicBezTo>
                <a:cubicBezTo>
                  <a:pt x="19" y="108"/>
                  <a:pt x="25" y="97"/>
                  <a:pt x="32" y="86"/>
                </a:cubicBezTo>
                <a:cubicBezTo>
                  <a:pt x="39" y="75"/>
                  <a:pt x="47" y="66"/>
                  <a:pt x="56" y="57"/>
                </a:cubicBezTo>
                <a:cubicBezTo>
                  <a:pt x="65" y="48"/>
                  <a:pt x="75" y="40"/>
                  <a:pt x="85" y="33"/>
                </a:cubicBezTo>
                <a:cubicBezTo>
                  <a:pt x="96" y="26"/>
                  <a:pt x="107" y="20"/>
                  <a:pt x="119" y="15"/>
                </a:cubicBezTo>
                <a:cubicBezTo>
                  <a:pt x="131" y="10"/>
                  <a:pt x="143" y="6"/>
                  <a:pt x="155" y="4"/>
                </a:cubicBezTo>
                <a:cubicBezTo>
                  <a:pt x="168" y="1"/>
                  <a:pt x="180" y="0"/>
                  <a:pt x="193" y="0"/>
                </a:cubicBezTo>
                <a:lnTo>
                  <a:pt x="865" y="0"/>
                </a:lnTo>
                <a:cubicBezTo>
                  <a:pt x="877" y="0"/>
                  <a:pt x="890" y="1"/>
                  <a:pt x="902" y="4"/>
                </a:cubicBezTo>
                <a:cubicBezTo>
                  <a:pt x="915" y="6"/>
                  <a:pt x="927" y="10"/>
                  <a:pt x="939" y="15"/>
                </a:cubicBezTo>
                <a:cubicBezTo>
                  <a:pt x="950" y="20"/>
                  <a:pt x="963" y="26"/>
                  <a:pt x="973" y="33"/>
                </a:cubicBezTo>
                <a:cubicBezTo>
                  <a:pt x="984" y="40"/>
                  <a:pt x="993" y="48"/>
                  <a:pt x="1002" y="57"/>
                </a:cubicBezTo>
                <a:cubicBezTo>
                  <a:pt x="1011" y="66"/>
                  <a:pt x="1019" y="75"/>
                  <a:pt x="1026" y="86"/>
                </a:cubicBezTo>
                <a:cubicBezTo>
                  <a:pt x="1033" y="97"/>
                  <a:pt x="1039" y="108"/>
                  <a:pt x="1044" y="119"/>
                </a:cubicBezTo>
                <a:cubicBezTo>
                  <a:pt x="1049" y="131"/>
                  <a:pt x="1053" y="143"/>
                  <a:pt x="1055" y="156"/>
                </a:cubicBezTo>
                <a:cubicBezTo>
                  <a:pt x="1058" y="168"/>
                  <a:pt x="1059" y="181"/>
                  <a:pt x="1059" y="193"/>
                </a:cubicBezTo>
                <a:lnTo>
                  <a:pt x="1059" y="866"/>
                </a:lnTo>
                <a:cubicBezTo>
                  <a:pt x="1059" y="879"/>
                  <a:pt x="1058" y="891"/>
                  <a:pt x="1055" y="904"/>
                </a:cubicBezTo>
                <a:cubicBezTo>
                  <a:pt x="1053" y="916"/>
                  <a:pt x="1049" y="928"/>
                  <a:pt x="1044" y="940"/>
                </a:cubicBezTo>
                <a:cubicBezTo>
                  <a:pt x="1039" y="952"/>
                  <a:pt x="1033" y="963"/>
                  <a:pt x="1026" y="974"/>
                </a:cubicBezTo>
                <a:cubicBezTo>
                  <a:pt x="1019" y="984"/>
                  <a:pt x="1011" y="994"/>
                  <a:pt x="1002" y="1003"/>
                </a:cubicBezTo>
                <a:cubicBezTo>
                  <a:pt x="993" y="1012"/>
                  <a:pt x="984" y="1020"/>
                  <a:pt x="973" y="1027"/>
                </a:cubicBezTo>
                <a:cubicBezTo>
                  <a:pt x="963" y="1034"/>
                  <a:pt x="950" y="1040"/>
                  <a:pt x="939" y="1045"/>
                </a:cubicBezTo>
                <a:cubicBezTo>
                  <a:pt x="927" y="1050"/>
                  <a:pt x="915" y="1053"/>
                  <a:pt x="902" y="1056"/>
                </a:cubicBezTo>
                <a:cubicBezTo>
                  <a:pt x="890" y="1058"/>
                  <a:pt x="877" y="1059"/>
                  <a:pt x="865" y="1059"/>
                </a:cubicBezTo>
                <a:lnTo>
                  <a:pt x="193" y="1059"/>
                </a:lnTo>
                <a:cubicBezTo>
                  <a:pt x="180" y="1059"/>
                  <a:pt x="168" y="1058"/>
                  <a:pt x="155" y="1056"/>
                </a:cubicBezTo>
                <a:cubicBezTo>
                  <a:pt x="143" y="1053"/>
                  <a:pt x="131" y="1050"/>
                  <a:pt x="119" y="1045"/>
                </a:cubicBezTo>
                <a:cubicBezTo>
                  <a:pt x="107" y="1040"/>
                  <a:pt x="96" y="1034"/>
                  <a:pt x="85" y="1027"/>
                </a:cubicBezTo>
                <a:cubicBezTo>
                  <a:pt x="75" y="1020"/>
                  <a:pt x="65" y="1012"/>
                  <a:pt x="56" y="1003"/>
                </a:cubicBezTo>
                <a:cubicBezTo>
                  <a:pt x="47" y="994"/>
                  <a:pt x="39" y="984"/>
                  <a:pt x="32" y="974"/>
                </a:cubicBezTo>
                <a:cubicBezTo>
                  <a:pt x="25" y="963"/>
                  <a:pt x="19" y="952"/>
                  <a:pt x="14" y="940"/>
                </a:cubicBezTo>
                <a:cubicBezTo>
                  <a:pt x="9" y="928"/>
                  <a:pt x="6" y="916"/>
                  <a:pt x="3" y="904"/>
                </a:cubicBezTo>
                <a:cubicBezTo>
                  <a:pt x="1" y="891"/>
                  <a:pt x="0" y="879"/>
                  <a:pt x="0" y="866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6319800" y="4481280"/>
            <a:ext cx="381240" cy="381240"/>
          </a:xfrm>
          <a:custGeom>
            <a:avLst/>
            <a:gdLst/>
            <a:ahLst/>
            <a:rect l="0" t="0" r="r" b="b"/>
            <a:pathLst>
              <a:path fill="none" w="1059" h="1059">
                <a:moveTo>
                  <a:pt x="0" y="866"/>
                </a:moveTo>
                <a:lnTo>
                  <a:pt x="0" y="193"/>
                </a:lnTo>
                <a:cubicBezTo>
                  <a:pt x="0" y="181"/>
                  <a:pt x="1" y="168"/>
                  <a:pt x="3" y="156"/>
                </a:cubicBezTo>
                <a:cubicBezTo>
                  <a:pt x="6" y="143"/>
                  <a:pt x="9" y="131"/>
                  <a:pt x="14" y="119"/>
                </a:cubicBezTo>
                <a:cubicBezTo>
                  <a:pt x="19" y="108"/>
                  <a:pt x="25" y="97"/>
                  <a:pt x="32" y="86"/>
                </a:cubicBezTo>
                <a:cubicBezTo>
                  <a:pt x="39" y="75"/>
                  <a:pt x="47" y="66"/>
                  <a:pt x="56" y="57"/>
                </a:cubicBezTo>
                <a:cubicBezTo>
                  <a:pt x="65" y="48"/>
                  <a:pt x="75" y="40"/>
                  <a:pt x="85" y="33"/>
                </a:cubicBezTo>
                <a:cubicBezTo>
                  <a:pt x="96" y="26"/>
                  <a:pt x="107" y="20"/>
                  <a:pt x="119" y="15"/>
                </a:cubicBezTo>
                <a:cubicBezTo>
                  <a:pt x="131" y="10"/>
                  <a:pt x="143" y="6"/>
                  <a:pt x="155" y="4"/>
                </a:cubicBezTo>
                <a:cubicBezTo>
                  <a:pt x="168" y="1"/>
                  <a:pt x="180" y="0"/>
                  <a:pt x="193" y="0"/>
                </a:cubicBezTo>
                <a:lnTo>
                  <a:pt x="865" y="0"/>
                </a:lnTo>
                <a:cubicBezTo>
                  <a:pt x="877" y="0"/>
                  <a:pt x="890" y="1"/>
                  <a:pt x="902" y="4"/>
                </a:cubicBezTo>
                <a:cubicBezTo>
                  <a:pt x="915" y="6"/>
                  <a:pt x="927" y="10"/>
                  <a:pt x="939" y="15"/>
                </a:cubicBezTo>
                <a:cubicBezTo>
                  <a:pt x="950" y="20"/>
                  <a:pt x="963" y="26"/>
                  <a:pt x="973" y="33"/>
                </a:cubicBezTo>
                <a:cubicBezTo>
                  <a:pt x="984" y="40"/>
                  <a:pt x="993" y="48"/>
                  <a:pt x="1002" y="57"/>
                </a:cubicBezTo>
                <a:cubicBezTo>
                  <a:pt x="1011" y="66"/>
                  <a:pt x="1019" y="75"/>
                  <a:pt x="1026" y="86"/>
                </a:cubicBezTo>
                <a:cubicBezTo>
                  <a:pt x="1033" y="97"/>
                  <a:pt x="1039" y="108"/>
                  <a:pt x="1044" y="119"/>
                </a:cubicBezTo>
                <a:cubicBezTo>
                  <a:pt x="1049" y="131"/>
                  <a:pt x="1053" y="143"/>
                  <a:pt x="1055" y="156"/>
                </a:cubicBezTo>
                <a:cubicBezTo>
                  <a:pt x="1058" y="168"/>
                  <a:pt x="1059" y="181"/>
                  <a:pt x="1059" y="193"/>
                </a:cubicBezTo>
                <a:lnTo>
                  <a:pt x="1059" y="866"/>
                </a:lnTo>
                <a:cubicBezTo>
                  <a:pt x="1059" y="879"/>
                  <a:pt x="1058" y="891"/>
                  <a:pt x="1055" y="904"/>
                </a:cubicBezTo>
                <a:cubicBezTo>
                  <a:pt x="1053" y="916"/>
                  <a:pt x="1049" y="928"/>
                  <a:pt x="1044" y="940"/>
                </a:cubicBezTo>
                <a:cubicBezTo>
                  <a:pt x="1039" y="952"/>
                  <a:pt x="1033" y="963"/>
                  <a:pt x="1026" y="974"/>
                </a:cubicBezTo>
                <a:cubicBezTo>
                  <a:pt x="1019" y="984"/>
                  <a:pt x="1011" y="994"/>
                  <a:pt x="1002" y="1003"/>
                </a:cubicBezTo>
                <a:cubicBezTo>
                  <a:pt x="993" y="1012"/>
                  <a:pt x="984" y="1020"/>
                  <a:pt x="973" y="1027"/>
                </a:cubicBezTo>
                <a:cubicBezTo>
                  <a:pt x="963" y="1034"/>
                  <a:pt x="950" y="1040"/>
                  <a:pt x="939" y="1045"/>
                </a:cubicBezTo>
                <a:cubicBezTo>
                  <a:pt x="927" y="1050"/>
                  <a:pt x="915" y="1053"/>
                  <a:pt x="902" y="1056"/>
                </a:cubicBezTo>
                <a:cubicBezTo>
                  <a:pt x="890" y="1058"/>
                  <a:pt x="877" y="1059"/>
                  <a:pt x="865" y="1059"/>
                </a:cubicBezTo>
                <a:lnTo>
                  <a:pt x="193" y="1059"/>
                </a:lnTo>
                <a:cubicBezTo>
                  <a:pt x="180" y="1059"/>
                  <a:pt x="168" y="1058"/>
                  <a:pt x="155" y="1056"/>
                </a:cubicBezTo>
                <a:cubicBezTo>
                  <a:pt x="143" y="1053"/>
                  <a:pt x="131" y="1050"/>
                  <a:pt x="119" y="1045"/>
                </a:cubicBezTo>
                <a:cubicBezTo>
                  <a:pt x="107" y="1040"/>
                  <a:pt x="96" y="1034"/>
                  <a:pt x="85" y="1027"/>
                </a:cubicBezTo>
                <a:cubicBezTo>
                  <a:pt x="75" y="1020"/>
                  <a:pt x="65" y="1012"/>
                  <a:pt x="56" y="1003"/>
                </a:cubicBezTo>
                <a:cubicBezTo>
                  <a:pt x="47" y="994"/>
                  <a:pt x="39" y="984"/>
                  <a:pt x="32" y="974"/>
                </a:cubicBezTo>
                <a:cubicBezTo>
                  <a:pt x="25" y="963"/>
                  <a:pt x="19" y="952"/>
                  <a:pt x="14" y="940"/>
                </a:cubicBezTo>
                <a:cubicBezTo>
                  <a:pt x="9" y="928"/>
                  <a:pt x="6" y="916"/>
                  <a:pt x="3" y="904"/>
                </a:cubicBezTo>
                <a:cubicBezTo>
                  <a:pt x="1" y="891"/>
                  <a:pt x="0" y="879"/>
                  <a:pt x="0" y="866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6449760" y="4590720"/>
            <a:ext cx="133920" cy="178560"/>
          </a:xfrm>
          <a:custGeom>
            <a:avLst/>
            <a:gdLst/>
            <a:ahLst/>
            <a:rect l="0" t="0" r="r" b="b"/>
            <a:pathLst>
              <a:path w="372" h="496">
                <a:moveTo>
                  <a:pt x="308" y="43"/>
                </a:moveTo>
                <a:cubicBezTo>
                  <a:pt x="314" y="29"/>
                  <a:pt x="310" y="14"/>
                  <a:pt x="298" y="5"/>
                </a:cubicBezTo>
                <a:cubicBezTo>
                  <a:pt x="286" y="-3"/>
                  <a:pt x="270" y="-2"/>
                  <a:pt x="259" y="7"/>
                </a:cubicBezTo>
                <a:lnTo>
                  <a:pt x="11" y="224"/>
                </a:lnTo>
                <a:cubicBezTo>
                  <a:pt x="1" y="232"/>
                  <a:pt x="-2" y="246"/>
                  <a:pt x="2" y="258"/>
                </a:cubicBezTo>
                <a:cubicBezTo>
                  <a:pt x="7" y="270"/>
                  <a:pt x="18" y="278"/>
                  <a:pt x="31" y="278"/>
                </a:cubicBezTo>
                <a:lnTo>
                  <a:pt x="140" y="278"/>
                </a:lnTo>
                <a:lnTo>
                  <a:pt x="65" y="452"/>
                </a:lnTo>
                <a:cubicBezTo>
                  <a:pt x="59" y="466"/>
                  <a:pt x="63" y="481"/>
                  <a:pt x="75" y="490"/>
                </a:cubicBezTo>
                <a:cubicBezTo>
                  <a:pt x="88" y="498"/>
                  <a:pt x="104" y="497"/>
                  <a:pt x="115" y="488"/>
                </a:cubicBezTo>
                <a:lnTo>
                  <a:pt x="362" y="270"/>
                </a:lnTo>
                <a:cubicBezTo>
                  <a:pt x="372" y="262"/>
                  <a:pt x="375" y="248"/>
                  <a:pt x="371" y="236"/>
                </a:cubicBezTo>
                <a:cubicBezTo>
                  <a:pt x="366" y="224"/>
                  <a:pt x="355" y="216"/>
                  <a:pt x="342" y="216"/>
                </a:cubicBezTo>
                <a:lnTo>
                  <a:pt x="234" y="216"/>
                </a:lnTo>
                <a:lnTo>
                  <a:pt x="308" y="43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6857640" y="4231440"/>
            <a:ext cx="1598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between characters.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6857640" y="4478400"/>
            <a:ext cx="15948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6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Inherent Tension</a:t>
            </a:r>
            <a:endParaRPr b="0" lang="en-US" sz="14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6857640" y="4793400"/>
            <a:ext cx="43848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 collision between the "wildness" of the moors and the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6857640" y="5050440"/>
            <a:ext cx="4680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"civilization" of the valley. The plot is driven by the intrusion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6319800" y="5567040"/>
            <a:ext cx="5438880" cy="819720"/>
          </a:xfrm>
          <a:custGeom>
            <a:avLst/>
            <a:gdLst/>
            <a:ahLst/>
            <a:rect l="0" t="0" r="r" b="b"/>
            <a:pathLst>
              <a:path w="15108" h="2277">
                <a:moveTo>
                  <a:pt x="0" y="2187"/>
                </a:moveTo>
                <a:lnTo>
                  <a:pt x="0" y="90"/>
                </a:lnTo>
                <a:cubicBezTo>
                  <a:pt x="0" y="78"/>
                  <a:pt x="2" y="67"/>
                  <a:pt x="6" y="56"/>
                </a:cubicBezTo>
                <a:cubicBezTo>
                  <a:pt x="11" y="45"/>
                  <a:pt x="18" y="35"/>
                  <a:pt x="26" y="27"/>
                </a:cubicBezTo>
                <a:cubicBezTo>
                  <a:pt x="34" y="18"/>
                  <a:pt x="44" y="12"/>
                  <a:pt x="55" y="7"/>
                </a:cubicBezTo>
                <a:cubicBezTo>
                  <a:pt x="66" y="3"/>
                  <a:pt x="78" y="0"/>
                  <a:pt x="90" y="0"/>
                </a:cubicBezTo>
                <a:lnTo>
                  <a:pt x="15018" y="0"/>
                </a:lnTo>
                <a:cubicBezTo>
                  <a:pt x="15030" y="0"/>
                  <a:pt x="15042" y="3"/>
                  <a:pt x="15053" y="7"/>
                </a:cubicBezTo>
                <a:cubicBezTo>
                  <a:pt x="15064" y="12"/>
                  <a:pt x="15074" y="18"/>
                  <a:pt x="15082" y="27"/>
                </a:cubicBezTo>
                <a:cubicBezTo>
                  <a:pt x="15090" y="35"/>
                  <a:pt x="15097" y="45"/>
                  <a:pt x="15101" y="56"/>
                </a:cubicBezTo>
                <a:cubicBezTo>
                  <a:pt x="15106" y="67"/>
                  <a:pt x="15108" y="78"/>
                  <a:pt x="15108" y="90"/>
                </a:cubicBezTo>
                <a:lnTo>
                  <a:pt x="15108" y="2187"/>
                </a:lnTo>
                <a:cubicBezTo>
                  <a:pt x="15108" y="2199"/>
                  <a:pt x="15106" y="2210"/>
                  <a:pt x="15101" y="2221"/>
                </a:cubicBezTo>
                <a:cubicBezTo>
                  <a:pt x="15097" y="2232"/>
                  <a:pt x="15090" y="2242"/>
                  <a:pt x="15082" y="2250"/>
                </a:cubicBezTo>
                <a:cubicBezTo>
                  <a:pt x="15074" y="2259"/>
                  <a:pt x="15064" y="2265"/>
                  <a:pt x="15053" y="2270"/>
                </a:cubicBezTo>
                <a:cubicBezTo>
                  <a:pt x="15042" y="2275"/>
                  <a:pt x="15030" y="2277"/>
                  <a:pt x="15018" y="2277"/>
                </a:cubicBezTo>
                <a:lnTo>
                  <a:pt x="90" y="2277"/>
                </a:lnTo>
                <a:cubicBezTo>
                  <a:pt x="78" y="2277"/>
                  <a:pt x="66" y="2275"/>
                  <a:pt x="55" y="2270"/>
                </a:cubicBezTo>
                <a:cubicBezTo>
                  <a:pt x="44" y="2265"/>
                  <a:pt x="34" y="2259"/>
                  <a:pt x="26" y="2250"/>
                </a:cubicBezTo>
                <a:cubicBezTo>
                  <a:pt x="18" y="2242"/>
                  <a:pt x="11" y="2232"/>
                  <a:pt x="6" y="2221"/>
                </a:cubicBezTo>
                <a:cubicBezTo>
                  <a:pt x="2" y="2210"/>
                  <a:pt x="0" y="2199"/>
                  <a:pt x="0" y="2187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6319800" y="5567040"/>
            <a:ext cx="5438880" cy="819720"/>
          </a:xfrm>
          <a:custGeom>
            <a:avLst/>
            <a:gdLst/>
            <a:ahLst/>
            <a:rect l="0" t="0" r="r" b="b"/>
            <a:pathLst>
              <a:path fill="none" w="15108" h="2277">
                <a:moveTo>
                  <a:pt x="0" y="2187"/>
                </a:moveTo>
                <a:lnTo>
                  <a:pt x="0" y="90"/>
                </a:lnTo>
                <a:cubicBezTo>
                  <a:pt x="0" y="78"/>
                  <a:pt x="2" y="67"/>
                  <a:pt x="6" y="56"/>
                </a:cubicBezTo>
                <a:cubicBezTo>
                  <a:pt x="11" y="45"/>
                  <a:pt x="18" y="35"/>
                  <a:pt x="26" y="27"/>
                </a:cubicBezTo>
                <a:cubicBezTo>
                  <a:pt x="34" y="18"/>
                  <a:pt x="44" y="12"/>
                  <a:pt x="55" y="7"/>
                </a:cubicBezTo>
                <a:cubicBezTo>
                  <a:pt x="66" y="3"/>
                  <a:pt x="78" y="0"/>
                  <a:pt x="90" y="0"/>
                </a:cubicBezTo>
                <a:lnTo>
                  <a:pt x="15018" y="0"/>
                </a:lnTo>
                <a:cubicBezTo>
                  <a:pt x="15030" y="0"/>
                  <a:pt x="15042" y="3"/>
                  <a:pt x="15053" y="7"/>
                </a:cubicBezTo>
                <a:cubicBezTo>
                  <a:pt x="15064" y="12"/>
                  <a:pt x="15074" y="18"/>
                  <a:pt x="15082" y="27"/>
                </a:cubicBezTo>
                <a:cubicBezTo>
                  <a:pt x="15090" y="35"/>
                  <a:pt x="15097" y="45"/>
                  <a:pt x="15101" y="56"/>
                </a:cubicBezTo>
                <a:cubicBezTo>
                  <a:pt x="15106" y="67"/>
                  <a:pt x="15108" y="78"/>
                  <a:pt x="15108" y="90"/>
                </a:cubicBezTo>
                <a:lnTo>
                  <a:pt x="15108" y="2187"/>
                </a:lnTo>
                <a:cubicBezTo>
                  <a:pt x="15108" y="2199"/>
                  <a:pt x="15106" y="2210"/>
                  <a:pt x="15101" y="2221"/>
                </a:cubicBezTo>
                <a:cubicBezTo>
                  <a:pt x="15097" y="2232"/>
                  <a:pt x="15090" y="2242"/>
                  <a:pt x="15082" y="2250"/>
                </a:cubicBezTo>
                <a:cubicBezTo>
                  <a:pt x="15074" y="2259"/>
                  <a:pt x="15064" y="2265"/>
                  <a:pt x="15053" y="2270"/>
                </a:cubicBezTo>
                <a:cubicBezTo>
                  <a:pt x="15042" y="2275"/>
                  <a:pt x="15030" y="2277"/>
                  <a:pt x="15018" y="2277"/>
                </a:cubicBezTo>
                <a:lnTo>
                  <a:pt x="90" y="2277"/>
                </a:lnTo>
                <a:cubicBezTo>
                  <a:pt x="78" y="2277"/>
                  <a:pt x="66" y="2275"/>
                  <a:pt x="55" y="2270"/>
                </a:cubicBezTo>
                <a:cubicBezTo>
                  <a:pt x="44" y="2265"/>
                  <a:pt x="34" y="2259"/>
                  <a:pt x="26" y="2250"/>
                </a:cubicBezTo>
                <a:cubicBezTo>
                  <a:pt x="18" y="2242"/>
                  <a:pt x="11" y="2232"/>
                  <a:pt x="6" y="2221"/>
                </a:cubicBezTo>
                <a:cubicBezTo>
                  <a:pt x="2" y="2210"/>
                  <a:pt x="0" y="2199"/>
                  <a:pt x="0" y="2187"/>
                </a:cubicBezTo>
              </a:path>
            </a:pathLst>
          </a:custGeom>
          <a:ln w="9360">
            <a:solidFill>
              <a:srgbClr val="bfdb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6857640" y="5307840"/>
            <a:ext cx="2167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of one world into the other.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6482520" y="5726880"/>
            <a:ext cx="50896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2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"The setting is not just a backdrop; it personifies the internal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7993800" y="5993640"/>
            <a:ext cx="2114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2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states of the characters."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1687040" y="6517800"/>
            <a:ext cx="1368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6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438120" y="1076040"/>
            <a:ext cx="381240" cy="381600"/>
          </a:xfrm>
          <a:custGeom>
            <a:avLst/>
            <a:gdLst/>
            <a:ahLst/>
            <a:rect l="0" t="0" r="r" b="b"/>
            <a:pathLst>
              <a:path w="1059" h="1060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4"/>
                </a:cubicBezTo>
                <a:cubicBezTo>
                  <a:pt x="922" y="6"/>
                  <a:pt x="933" y="10"/>
                  <a:pt x="945" y="14"/>
                </a:cubicBezTo>
                <a:cubicBezTo>
                  <a:pt x="956" y="19"/>
                  <a:pt x="966" y="25"/>
                  <a:pt x="977" y="32"/>
                </a:cubicBezTo>
                <a:cubicBezTo>
                  <a:pt x="987" y="38"/>
                  <a:pt x="996" y="46"/>
                  <a:pt x="1005" y="55"/>
                </a:cubicBezTo>
                <a:cubicBezTo>
                  <a:pt x="1013" y="63"/>
                  <a:pt x="1021" y="72"/>
                  <a:pt x="1028" y="83"/>
                </a:cubicBezTo>
                <a:cubicBezTo>
                  <a:pt x="1034" y="93"/>
                  <a:pt x="1040" y="103"/>
                  <a:pt x="1045" y="115"/>
                </a:cubicBezTo>
                <a:cubicBezTo>
                  <a:pt x="1049" y="126"/>
                  <a:pt x="1053" y="137"/>
                  <a:pt x="1055" y="149"/>
                </a:cubicBezTo>
                <a:cubicBezTo>
                  <a:pt x="1058" y="161"/>
                  <a:pt x="1059" y="173"/>
                  <a:pt x="1059" y="185"/>
                </a:cubicBezTo>
                <a:lnTo>
                  <a:pt x="1059" y="874"/>
                </a:lnTo>
                <a:cubicBezTo>
                  <a:pt x="1059" y="887"/>
                  <a:pt x="1058" y="899"/>
                  <a:pt x="1055" y="911"/>
                </a:cubicBezTo>
                <a:cubicBezTo>
                  <a:pt x="1053" y="922"/>
                  <a:pt x="1049" y="934"/>
                  <a:pt x="1045" y="945"/>
                </a:cubicBezTo>
                <a:cubicBezTo>
                  <a:pt x="1040" y="957"/>
                  <a:pt x="1034" y="967"/>
                  <a:pt x="1028" y="977"/>
                </a:cubicBezTo>
                <a:cubicBezTo>
                  <a:pt x="1021" y="987"/>
                  <a:pt x="1013" y="997"/>
                  <a:pt x="1005" y="1005"/>
                </a:cubicBezTo>
                <a:cubicBezTo>
                  <a:pt x="996" y="1014"/>
                  <a:pt x="987" y="1022"/>
                  <a:pt x="977" y="1028"/>
                </a:cubicBezTo>
                <a:cubicBezTo>
                  <a:pt x="966" y="1035"/>
                  <a:pt x="956" y="1041"/>
                  <a:pt x="945" y="1046"/>
                </a:cubicBezTo>
                <a:cubicBezTo>
                  <a:pt x="933" y="1050"/>
                  <a:pt x="922" y="1054"/>
                  <a:pt x="910" y="1056"/>
                </a:cubicBezTo>
                <a:cubicBezTo>
                  <a:pt x="898" y="1058"/>
                  <a:pt x="886" y="1060"/>
                  <a:pt x="874" y="1060"/>
                </a:cubicBezTo>
                <a:lnTo>
                  <a:pt x="185" y="1060"/>
                </a:lnTo>
                <a:cubicBezTo>
                  <a:pt x="173" y="1060"/>
                  <a:pt x="161" y="1058"/>
                  <a:pt x="149" y="1056"/>
                </a:cubicBezTo>
                <a:cubicBezTo>
                  <a:pt x="137" y="1054"/>
                  <a:pt x="125" y="1050"/>
                  <a:pt x="114" y="1046"/>
                </a:cubicBezTo>
                <a:cubicBezTo>
                  <a:pt x="103" y="1041"/>
                  <a:pt x="92" y="1035"/>
                  <a:pt x="82" y="1028"/>
                </a:cubicBezTo>
                <a:cubicBezTo>
                  <a:pt x="72" y="1022"/>
                  <a:pt x="62" y="1014"/>
                  <a:pt x="54" y="1005"/>
                </a:cubicBezTo>
                <a:cubicBezTo>
                  <a:pt x="45" y="997"/>
                  <a:pt x="38" y="987"/>
                  <a:pt x="31" y="977"/>
                </a:cubicBezTo>
                <a:cubicBezTo>
                  <a:pt x="24" y="967"/>
                  <a:pt x="18" y="957"/>
                  <a:pt x="14" y="945"/>
                </a:cubicBezTo>
                <a:cubicBezTo>
                  <a:pt x="9" y="934"/>
                  <a:pt x="6" y="922"/>
                  <a:pt x="3" y="911"/>
                </a:cubicBezTo>
                <a:cubicBezTo>
                  <a:pt x="1" y="899"/>
                  <a:pt x="0" y="887"/>
                  <a:pt x="0" y="87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438120" y="1076040"/>
            <a:ext cx="381240" cy="381600"/>
          </a:xfrm>
          <a:custGeom>
            <a:avLst/>
            <a:gdLst/>
            <a:ahLst/>
            <a:rect l="0" t="0" r="r" b="b"/>
            <a:pathLst>
              <a:path fill="none" w="1059" h="1060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4"/>
                </a:cubicBezTo>
                <a:cubicBezTo>
                  <a:pt x="922" y="6"/>
                  <a:pt x="933" y="10"/>
                  <a:pt x="945" y="14"/>
                </a:cubicBezTo>
                <a:cubicBezTo>
                  <a:pt x="956" y="19"/>
                  <a:pt x="966" y="25"/>
                  <a:pt x="977" y="32"/>
                </a:cubicBezTo>
                <a:cubicBezTo>
                  <a:pt x="987" y="38"/>
                  <a:pt x="996" y="46"/>
                  <a:pt x="1005" y="55"/>
                </a:cubicBezTo>
                <a:cubicBezTo>
                  <a:pt x="1013" y="63"/>
                  <a:pt x="1021" y="72"/>
                  <a:pt x="1028" y="83"/>
                </a:cubicBezTo>
                <a:cubicBezTo>
                  <a:pt x="1034" y="93"/>
                  <a:pt x="1040" y="103"/>
                  <a:pt x="1045" y="115"/>
                </a:cubicBezTo>
                <a:cubicBezTo>
                  <a:pt x="1049" y="126"/>
                  <a:pt x="1053" y="137"/>
                  <a:pt x="1055" y="149"/>
                </a:cubicBezTo>
                <a:cubicBezTo>
                  <a:pt x="1058" y="161"/>
                  <a:pt x="1059" y="173"/>
                  <a:pt x="1059" y="185"/>
                </a:cubicBezTo>
                <a:lnTo>
                  <a:pt x="1059" y="874"/>
                </a:lnTo>
                <a:cubicBezTo>
                  <a:pt x="1059" y="887"/>
                  <a:pt x="1058" y="899"/>
                  <a:pt x="1055" y="911"/>
                </a:cubicBezTo>
                <a:cubicBezTo>
                  <a:pt x="1053" y="922"/>
                  <a:pt x="1049" y="934"/>
                  <a:pt x="1045" y="945"/>
                </a:cubicBezTo>
                <a:cubicBezTo>
                  <a:pt x="1040" y="957"/>
                  <a:pt x="1034" y="967"/>
                  <a:pt x="1028" y="977"/>
                </a:cubicBezTo>
                <a:cubicBezTo>
                  <a:pt x="1021" y="987"/>
                  <a:pt x="1013" y="997"/>
                  <a:pt x="1005" y="1005"/>
                </a:cubicBezTo>
                <a:cubicBezTo>
                  <a:pt x="996" y="1014"/>
                  <a:pt x="987" y="1022"/>
                  <a:pt x="977" y="1028"/>
                </a:cubicBezTo>
                <a:cubicBezTo>
                  <a:pt x="966" y="1035"/>
                  <a:pt x="956" y="1041"/>
                  <a:pt x="945" y="1046"/>
                </a:cubicBezTo>
                <a:cubicBezTo>
                  <a:pt x="933" y="1050"/>
                  <a:pt x="922" y="1054"/>
                  <a:pt x="910" y="1056"/>
                </a:cubicBezTo>
                <a:cubicBezTo>
                  <a:pt x="898" y="1058"/>
                  <a:pt x="886" y="1060"/>
                  <a:pt x="874" y="1060"/>
                </a:cubicBezTo>
                <a:lnTo>
                  <a:pt x="185" y="1060"/>
                </a:lnTo>
                <a:cubicBezTo>
                  <a:pt x="173" y="1060"/>
                  <a:pt x="161" y="1058"/>
                  <a:pt x="149" y="1056"/>
                </a:cubicBezTo>
                <a:cubicBezTo>
                  <a:pt x="137" y="1054"/>
                  <a:pt x="125" y="1050"/>
                  <a:pt x="114" y="1046"/>
                </a:cubicBezTo>
                <a:cubicBezTo>
                  <a:pt x="103" y="1041"/>
                  <a:pt x="92" y="1035"/>
                  <a:pt x="82" y="1028"/>
                </a:cubicBezTo>
                <a:cubicBezTo>
                  <a:pt x="72" y="1022"/>
                  <a:pt x="62" y="1014"/>
                  <a:pt x="54" y="1005"/>
                </a:cubicBezTo>
                <a:cubicBezTo>
                  <a:pt x="45" y="997"/>
                  <a:pt x="38" y="987"/>
                  <a:pt x="31" y="977"/>
                </a:cubicBezTo>
                <a:cubicBezTo>
                  <a:pt x="24" y="967"/>
                  <a:pt x="18" y="957"/>
                  <a:pt x="14" y="945"/>
                </a:cubicBezTo>
                <a:cubicBezTo>
                  <a:pt x="9" y="934"/>
                  <a:pt x="6" y="922"/>
                  <a:pt x="3" y="911"/>
                </a:cubicBezTo>
                <a:cubicBezTo>
                  <a:pt x="1" y="899"/>
                  <a:pt x="0" y="887"/>
                  <a:pt x="0" y="874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533160" y="1182960"/>
            <a:ext cx="183240" cy="160200"/>
          </a:xfrm>
          <a:custGeom>
            <a:avLst/>
            <a:gdLst/>
            <a:ahLst/>
            <a:rect l="0" t="0" r="r" b="b"/>
            <a:pathLst>
              <a:path w="509" h="445">
                <a:moveTo>
                  <a:pt x="270" y="64"/>
                </a:moveTo>
                <a:cubicBezTo>
                  <a:pt x="192" y="64"/>
                  <a:pt x="126" y="115"/>
                  <a:pt x="104" y="186"/>
                </a:cubicBezTo>
                <a:cubicBezTo>
                  <a:pt x="137" y="169"/>
                  <a:pt x="174" y="159"/>
                  <a:pt x="214" y="159"/>
                </a:cubicBezTo>
                <a:lnTo>
                  <a:pt x="303" y="159"/>
                </a:lnTo>
                <a:cubicBezTo>
                  <a:pt x="311" y="159"/>
                  <a:pt x="318" y="166"/>
                  <a:pt x="318" y="175"/>
                </a:cubicBezTo>
                <a:cubicBezTo>
                  <a:pt x="318" y="184"/>
                  <a:pt x="311" y="191"/>
                  <a:pt x="303" y="191"/>
                </a:cubicBezTo>
                <a:lnTo>
                  <a:pt x="286" y="191"/>
                </a:lnTo>
                <a:lnTo>
                  <a:pt x="214" y="191"/>
                </a:lnTo>
                <a:cubicBezTo>
                  <a:pt x="198" y="191"/>
                  <a:pt x="182" y="193"/>
                  <a:pt x="167" y="196"/>
                </a:cubicBezTo>
                <a:cubicBezTo>
                  <a:pt x="141" y="202"/>
                  <a:pt x="117" y="213"/>
                  <a:pt x="96" y="227"/>
                </a:cubicBezTo>
                <a:cubicBezTo>
                  <a:pt x="38" y="265"/>
                  <a:pt x="0" y="331"/>
                  <a:pt x="0" y="405"/>
                </a:cubicBezTo>
                <a:lnTo>
                  <a:pt x="0" y="421"/>
                </a:lnTo>
                <a:cubicBezTo>
                  <a:pt x="0" y="434"/>
                  <a:pt x="11" y="445"/>
                  <a:pt x="24" y="445"/>
                </a:cubicBezTo>
                <a:cubicBezTo>
                  <a:pt x="37" y="445"/>
                  <a:pt x="48" y="434"/>
                  <a:pt x="48" y="421"/>
                </a:cubicBezTo>
                <a:lnTo>
                  <a:pt x="48" y="405"/>
                </a:lnTo>
                <a:cubicBezTo>
                  <a:pt x="48" y="357"/>
                  <a:pt x="68" y="313"/>
                  <a:pt x="101" y="283"/>
                </a:cubicBezTo>
                <a:cubicBezTo>
                  <a:pt x="121" y="358"/>
                  <a:pt x="189" y="413"/>
                  <a:pt x="270" y="413"/>
                </a:cubicBezTo>
                <a:lnTo>
                  <a:pt x="271" y="413"/>
                </a:lnTo>
                <a:cubicBezTo>
                  <a:pt x="403" y="412"/>
                  <a:pt x="509" y="283"/>
                  <a:pt x="509" y="124"/>
                </a:cubicBezTo>
                <a:cubicBezTo>
                  <a:pt x="509" y="82"/>
                  <a:pt x="501" y="41"/>
                  <a:pt x="488" y="5"/>
                </a:cubicBezTo>
                <a:cubicBezTo>
                  <a:pt x="485" y="-2"/>
                  <a:pt x="475" y="-2"/>
                  <a:pt x="472" y="4"/>
                </a:cubicBezTo>
                <a:cubicBezTo>
                  <a:pt x="453" y="39"/>
                  <a:pt x="416" y="64"/>
                  <a:pt x="374" y="64"/>
                </a:cubicBezTo>
                <a:lnTo>
                  <a:pt x="270" y="64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428760" y="251280"/>
            <a:ext cx="563616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The Moors: The Silent Protagonist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019160" y="1072800"/>
            <a:ext cx="25797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Space of Absolute Freedom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019160" y="1426320"/>
            <a:ext cx="42577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Unlike cultivated gardens or farmland, the moors are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019160" y="1702800"/>
            <a:ext cx="46828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neither tamed nor productive. They represent a </a:t>
            </a:r>
            <a:r>
              <a:rPr b="1" lang="en-US" sz="135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primitive,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1019160" y="1978920"/>
            <a:ext cx="38728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lawless landscape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that defies the constraints of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2166840" y="2823840"/>
            <a:ext cx="1972080" cy="1972080"/>
          </a:xfrm>
          <a:custGeom>
            <a:avLst/>
            <a:gdLst/>
            <a:ahLst/>
            <a:rect l="0" t="0" r="r" b="b"/>
            <a:pathLst>
              <a:path fill="none" w="5478" h="5478">
                <a:moveTo>
                  <a:pt x="0" y="5386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5385" y="0"/>
                </a:lnTo>
                <a:cubicBezTo>
                  <a:pt x="5397" y="0"/>
                  <a:pt x="5409" y="3"/>
                  <a:pt x="5420" y="7"/>
                </a:cubicBezTo>
                <a:cubicBezTo>
                  <a:pt x="5432" y="12"/>
                  <a:pt x="5442" y="19"/>
                  <a:pt x="5451" y="28"/>
                </a:cubicBezTo>
                <a:cubicBezTo>
                  <a:pt x="5459" y="36"/>
                  <a:pt x="5466" y="46"/>
                  <a:pt x="5471" y="58"/>
                </a:cubicBezTo>
                <a:cubicBezTo>
                  <a:pt x="5475" y="69"/>
                  <a:pt x="5478" y="81"/>
                  <a:pt x="5478" y="93"/>
                </a:cubicBezTo>
                <a:lnTo>
                  <a:pt x="5478" y="5386"/>
                </a:lnTo>
                <a:cubicBezTo>
                  <a:pt x="5478" y="5398"/>
                  <a:pt x="5475" y="5410"/>
                  <a:pt x="5471" y="5421"/>
                </a:cubicBezTo>
                <a:cubicBezTo>
                  <a:pt x="5466" y="5432"/>
                  <a:pt x="5459" y="5442"/>
                  <a:pt x="5451" y="5451"/>
                </a:cubicBezTo>
                <a:cubicBezTo>
                  <a:pt x="5442" y="5460"/>
                  <a:pt x="5432" y="5467"/>
                  <a:pt x="5420" y="5471"/>
                </a:cubicBezTo>
                <a:cubicBezTo>
                  <a:pt x="5409" y="5476"/>
                  <a:pt x="5397" y="5478"/>
                  <a:pt x="5385" y="5478"/>
                </a:cubicBezTo>
                <a:lnTo>
                  <a:pt x="92" y="5478"/>
                </a:lnTo>
                <a:cubicBezTo>
                  <a:pt x="80" y="5478"/>
                  <a:pt x="68" y="5476"/>
                  <a:pt x="57" y="5471"/>
                </a:cubicBezTo>
                <a:cubicBezTo>
                  <a:pt x="46" y="5467"/>
                  <a:pt x="36" y="5460"/>
                  <a:pt x="27" y="5451"/>
                </a:cubicBezTo>
                <a:cubicBezTo>
                  <a:pt x="18" y="5442"/>
                  <a:pt x="12" y="5432"/>
                  <a:pt x="7" y="5421"/>
                </a:cubicBezTo>
                <a:cubicBezTo>
                  <a:pt x="2" y="5410"/>
                  <a:pt x="0" y="5398"/>
                  <a:pt x="0" y="5386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6" name="" descr=""/>
          <p:cNvPicPr/>
          <p:nvPr/>
        </p:nvPicPr>
        <p:blipFill>
          <a:blip r:embed="rId1"/>
          <a:stretch/>
        </p:blipFill>
        <p:spPr>
          <a:xfrm>
            <a:off x="2171520" y="2828880"/>
            <a:ext cx="1961640" cy="19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"/>
          <p:cNvSpPr/>
          <p:nvPr/>
        </p:nvSpPr>
        <p:spPr>
          <a:xfrm>
            <a:off x="438120" y="5105160"/>
            <a:ext cx="381240" cy="381240"/>
          </a:xfrm>
          <a:custGeom>
            <a:avLst/>
            <a:gdLst/>
            <a:ahLst/>
            <a:rect l="0" t="0" r="r" b="b"/>
            <a:pathLst>
              <a:path w="1059" h="1059">
                <a:moveTo>
                  <a:pt x="0" y="874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7"/>
                  <a:pt x="14" y="115"/>
                </a:cubicBezTo>
                <a:cubicBezTo>
                  <a:pt x="18" y="104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4"/>
                </a:cubicBezTo>
                <a:cubicBezTo>
                  <a:pt x="922" y="6"/>
                  <a:pt x="933" y="10"/>
                  <a:pt x="945" y="14"/>
                </a:cubicBezTo>
                <a:cubicBezTo>
                  <a:pt x="956" y="19"/>
                  <a:pt x="966" y="25"/>
                  <a:pt x="977" y="31"/>
                </a:cubicBezTo>
                <a:cubicBezTo>
                  <a:pt x="987" y="38"/>
                  <a:pt x="996" y="46"/>
                  <a:pt x="1005" y="54"/>
                </a:cubicBezTo>
                <a:cubicBezTo>
                  <a:pt x="1013" y="63"/>
                  <a:pt x="1021" y="72"/>
                  <a:pt x="1028" y="82"/>
                </a:cubicBezTo>
                <a:cubicBezTo>
                  <a:pt x="1034" y="93"/>
                  <a:pt x="1040" y="104"/>
                  <a:pt x="1045" y="115"/>
                </a:cubicBezTo>
                <a:cubicBezTo>
                  <a:pt x="1049" y="127"/>
                  <a:pt x="1053" y="138"/>
                  <a:pt x="1055" y="150"/>
                </a:cubicBezTo>
                <a:cubicBezTo>
                  <a:pt x="1058" y="162"/>
                  <a:pt x="1059" y="174"/>
                  <a:pt x="1059" y="186"/>
                </a:cubicBezTo>
                <a:lnTo>
                  <a:pt x="1059" y="874"/>
                </a:lnTo>
                <a:cubicBezTo>
                  <a:pt x="1059" y="886"/>
                  <a:pt x="1058" y="898"/>
                  <a:pt x="1055" y="910"/>
                </a:cubicBezTo>
                <a:cubicBezTo>
                  <a:pt x="1053" y="922"/>
                  <a:pt x="1049" y="934"/>
                  <a:pt x="1045" y="945"/>
                </a:cubicBezTo>
                <a:cubicBezTo>
                  <a:pt x="1040" y="956"/>
                  <a:pt x="1034" y="967"/>
                  <a:pt x="1028" y="977"/>
                </a:cubicBezTo>
                <a:cubicBezTo>
                  <a:pt x="1021" y="987"/>
                  <a:pt x="1013" y="997"/>
                  <a:pt x="1005" y="1005"/>
                </a:cubicBezTo>
                <a:cubicBezTo>
                  <a:pt x="996" y="1014"/>
                  <a:pt x="987" y="1022"/>
                  <a:pt x="977" y="1028"/>
                </a:cubicBezTo>
                <a:cubicBezTo>
                  <a:pt x="966" y="1035"/>
                  <a:pt x="956" y="1041"/>
                  <a:pt x="945" y="1045"/>
                </a:cubicBezTo>
                <a:cubicBezTo>
                  <a:pt x="933" y="1050"/>
                  <a:pt x="922" y="1054"/>
                  <a:pt x="910" y="1056"/>
                </a:cubicBezTo>
                <a:cubicBezTo>
                  <a:pt x="898" y="1058"/>
                  <a:pt x="886" y="1059"/>
                  <a:pt x="874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4"/>
                  <a:pt x="125" y="1050"/>
                  <a:pt x="114" y="1045"/>
                </a:cubicBezTo>
                <a:cubicBezTo>
                  <a:pt x="103" y="1041"/>
                  <a:pt x="92" y="1035"/>
                  <a:pt x="82" y="1028"/>
                </a:cubicBezTo>
                <a:cubicBezTo>
                  <a:pt x="72" y="1022"/>
                  <a:pt x="62" y="1014"/>
                  <a:pt x="54" y="1005"/>
                </a:cubicBezTo>
                <a:cubicBezTo>
                  <a:pt x="45" y="997"/>
                  <a:pt x="38" y="987"/>
                  <a:pt x="31" y="977"/>
                </a:cubicBezTo>
                <a:cubicBezTo>
                  <a:pt x="24" y="967"/>
                  <a:pt x="18" y="956"/>
                  <a:pt x="14" y="945"/>
                </a:cubicBezTo>
                <a:cubicBezTo>
                  <a:pt x="9" y="934"/>
                  <a:pt x="6" y="922"/>
                  <a:pt x="3" y="910"/>
                </a:cubicBezTo>
                <a:cubicBezTo>
                  <a:pt x="1" y="898"/>
                  <a:pt x="0" y="886"/>
                  <a:pt x="0" y="87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438120" y="5105160"/>
            <a:ext cx="381240" cy="381240"/>
          </a:xfrm>
          <a:custGeom>
            <a:avLst/>
            <a:gdLst/>
            <a:ahLst/>
            <a:rect l="0" t="0" r="r" b="b"/>
            <a:pathLst>
              <a:path fill="none" w="1059" h="1059">
                <a:moveTo>
                  <a:pt x="0" y="874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7"/>
                  <a:pt x="14" y="115"/>
                </a:cubicBezTo>
                <a:cubicBezTo>
                  <a:pt x="18" y="104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4"/>
                </a:cubicBezTo>
                <a:cubicBezTo>
                  <a:pt x="922" y="6"/>
                  <a:pt x="933" y="10"/>
                  <a:pt x="945" y="14"/>
                </a:cubicBezTo>
                <a:cubicBezTo>
                  <a:pt x="956" y="19"/>
                  <a:pt x="966" y="25"/>
                  <a:pt x="977" y="31"/>
                </a:cubicBezTo>
                <a:cubicBezTo>
                  <a:pt x="987" y="38"/>
                  <a:pt x="996" y="46"/>
                  <a:pt x="1005" y="54"/>
                </a:cubicBezTo>
                <a:cubicBezTo>
                  <a:pt x="1013" y="63"/>
                  <a:pt x="1021" y="72"/>
                  <a:pt x="1028" y="82"/>
                </a:cubicBezTo>
                <a:cubicBezTo>
                  <a:pt x="1034" y="93"/>
                  <a:pt x="1040" y="104"/>
                  <a:pt x="1045" y="115"/>
                </a:cubicBezTo>
                <a:cubicBezTo>
                  <a:pt x="1049" y="127"/>
                  <a:pt x="1053" y="138"/>
                  <a:pt x="1055" y="150"/>
                </a:cubicBezTo>
                <a:cubicBezTo>
                  <a:pt x="1058" y="162"/>
                  <a:pt x="1059" y="174"/>
                  <a:pt x="1059" y="186"/>
                </a:cubicBezTo>
                <a:lnTo>
                  <a:pt x="1059" y="874"/>
                </a:lnTo>
                <a:cubicBezTo>
                  <a:pt x="1059" y="886"/>
                  <a:pt x="1058" y="898"/>
                  <a:pt x="1055" y="910"/>
                </a:cubicBezTo>
                <a:cubicBezTo>
                  <a:pt x="1053" y="922"/>
                  <a:pt x="1049" y="934"/>
                  <a:pt x="1045" y="945"/>
                </a:cubicBezTo>
                <a:cubicBezTo>
                  <a:pt x="1040" y="956"/>
                  <a:pt x="1034" y="967"/>
                  <a:pt x="1028" y="977"/>
                </a:cubicBezTo>
                <a:cubicBezTo>
                  <a:pt x="1021" y="987"/>
                  <a:pt x="1013" y="997"/>
                  <a:pt x="1005" y="1005"/>
                </a:cubicBezTo>
                <a:cubicBezTo>
                  <a:pt x="996" y="1014"/>
                  <a:pt x="987" y="1022"/>
                  <a:pt x="977" y="1028"/>
                </a:cubicBezTo>
                <a:cubicBezTo>
                  <a:pt x="966" y="1035"/>
                  <a:pt x="956" y="1041"/>
                  <a:pt x="945" y="1045"/>
                </a:cubicBezTo>
                <a:cubicBezTo>
                  <a:pt x="933" y="1050"/>
                  <a:pt x="922" y="1054"/>
                  <a:pt x="910" y="1056"/>
                </a:cubicBezTo>
                <a:cubicBezTo>
                  <a:pt x="898" y="1058"/>
                  <a:pt x="886" y="1059"/>
                  <a:pt x="874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4"/>
                  <a:pt x="125" y="1050"/>
                  <a:pt x="114" y="1045"/>
                </a:cubicBezTo>
                <a:cubicBezTo>
                  <a:pt x="103" y="1041"/>
                  <a:pt x="92" y="1035"/>
                  <a:pt x="82" y="1028"/>
                </a:cubicBezTo>
                <a:cubicBezTo>
                  <a:pt x="72" y="1022"/>
                  <a:pt x="62" y="1014"/>
                  <a:pt x="54" y="1005"/>
                </a:cubicBezTo>
                <a:cubicBezTo>
                  <a:pt x="45" y="997"/>
                  <a:pt x="38" y="987"/>
                  <a:pt x="31" y="977"/>
                </a:cubicBezTo>
                <a:cubicBezTo>
                  <a:pt x="24" y="967"/>
                  <a:pt x="18" y="956"/>
                  <a:pt x="14" y="945"/>
                </a:cubicBezTo>
                <a:cubicBezTo>
                  <a:pt x="9" y="934"/>
                  <a:pt x="6" y="922"/>
                  <a:pt x="3" y="910"/>
                </a:cubicBezTo>
                <a:cubicBezTo>
                  <a:pt x="1" y="898"/>
                  <a:pt x="0" y="886"/>
                  <a:pt x="0" y="874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567360" y="5200560"/>
            <a:ext cx="126000" cy="182880"/>
          </a:xfrm>
          <a:custGeom>
            <a:avLst/>
            <a:gdLst/>
            <a:ahLst/>
            <a:rect l="0" t="0" r="r" b="b"/>
            <a:pathLst>
              <a:path w="350" h="508">
                <a:moveTo>
                  <a:pt x="238" y="64"/>
                </a:moveTo>
                <a:cubicBezTo>
                  <a:pt x="238" y="56"/>
                  <a:pt x="237" y="48"/>
                  <a:pt x="234" y="40"/>
                </a:cubicBezTo>
                <a:cubicBezTo>
                  <a:pt x="230" y="32"/>
                  <a:pt x="226" y="25"/>
                  <a:pt x="220" y="19"/>
                </a:cubicBezTo>
                <a:cubicBezTo>
                  <a:pt x="214" y="13"/>
                  <a:pt x="207" y="9"/>
                  <a:pt x="199" y="6"/>
                </a:cubicBezTo>
                <a:cubicBezTo>
                  <a:pt x="191" y="1"/>
                  <a:pt x="183" y="0"/>
                  <a:pt x="175" y="0"/>
                </a:cubicBezTo>
                <a:cubicBezTo>
                  <a:pt x="167" y="0"/>
                  <a:pt x="158" y="1"/>
                  <a:pt x="151" y="6"/>
                </a:cubicBezTo>
                <a:cubicBezTo>
                  <a:pt x="143" y="9"/>
                  <a:pt x="136" y="13"/>
                  <a:pt x="130" y="19"/>
                </a:cubicBezTo>
                <a:cubicBezTo>
                  <a:pt x="124" y="25"/>
                  <a:pt x="120" y="32"/>
                  <a:pt x="116" y="40"/>
                </a:cubicBezTo>
                <a:cubicBezTo>
                  <a:pt x="113" y="48"/>
                  <a:pt x="111" y="56"/>
                  <a:pt x="111" y="64"/>
                </a:cubicBezTo>
                <a:cubicBezTo>
                  <a:pt x="111" y="73"/>
                  <a:pt x="113" y="81"/>
                  <a:pt x="116" y="88"/>
                </a:cubicBezTo>
                <a:cubicBezTo>
                  <a:pt x="120" y="96"/>
                  <a:pt x="124" y="103"/>
                  <a:pt x="130" y="109"/>
                </a:cubicBezTo>
                <a:cubicBezTo>
                  <a:pt x="136" y="115"/>
                  <a:pt x="143" y="120"/>
                  <a:pt x="151" y="123"/>
                </a:cubicBezTo>
                <a:cubicBezTo>
                  <a:pt x="158" y="126"/>
                  <a:pt x="167" y="128"/>
                  <a:pt x="175" y="128"/>
                </a:cubicBezTo>
                <a:cubicBezTo>
                  <a:pt x="183" y="128"/>
                  <a:pt x="191" y="126"/>
                  <a:pt x="199" y="123"/>
                </a:cubicBezTo>
                <a:cubicBezTo>
                  <a:pt x="207" y="120"/>
                  <a:pt x="214" y="115"/>
                  <a:pt x="220" y="109"/>
                </a:cubicBezTo>
                <a:cubicBezTo>
                  <a:pt x="226" y="103"/>
                  <a:pt x="230" y="96"/>
                  <a:pt x="234" y="88"/>
                </a:cubicBezTo>
                <a:cubicBezTo>
                  <a:pt x="237" y="81"/>
                  <a:pt x="238" y="73"/>
                  <a:pt x="238" y="64"/>
                </a:cubicBezTo>
                <a:moveTo>
                  <a:pt x="136" y="169"/>
                </a:moveTo>
                <a:cubicBezTo>
                  <a:pt x="113" y="160"/>
                  <a:pt x="92" y="145"/>
                  <a:pt x="78" y="123"/>
                </a:cubicBezTo>
                <a:lnTo>
                  <a:pt x="59" y="94"/>
                </a:lnTo>
                <a:cubicBezTo>
                  <a:pt x="49" y="80"/>
                  <a:pt x="29" y="76"/>
                  <a:pt x="14" y="85"/>
                </a:cubicBezTo>
                <a:cubicBezTo>
                  <a:pt x="0" y="95"/>
                  <a:pt x="-4" y="115"/>
                  <a:pt x="6" y="129"/>
                </a:cubicBezTo>
                <a:lnTo>
                  <a:pt x="25" y="158"/>
                </a:lnTo>
                <a:cubicBezTo>
                  <a:pt x="43" y="185"/>
                  <a:pt x="68" y="206"/>
                  <a:pt x="96" y="220"/>
                </a:cubicBezTo>
                <a:lnTo>
                  <a:pt x="96" y="477"/>
                </a:lnTo>
                <a:cubicBezTo>
                  <a:pt x="96" y="494"/>
                  <a:pt x="110" y="508"/>
                  <a:pt x="127" y="508"/>
                </a:cubicBezTo>
                <a:cubicBezTo>
                  <a:pt x="145" y="508"/>
                  <a:pt x="159" y="494"/>
                  <a:pt x="159" y="477"/>
                </a:cubicBezTo>
                <a:lnTo>
                  <a:pt x="159" y="382"/>
                </a:lnTo>
                <a:lnTo>
                  <a:pt x="191" y="382"/>
                </a:lnTo>
                <a:lnTo>
                  <a:pt x="191" y="477"/>
                </a:lnTo>
                <a:cubicBezTo>
                  <a:pt x="191" y="494"/>
                  <a:pt x="205" y="508"/>
                  <a:pt x="223" y="508"/>
                </a:cubicBezTo>
                <a:cubicBezTo>
                  <a:pt x="240" y="508"/>
                  <a:pt x="254" y="494"/>
                  <a:pt x="254" y="477"/>
                </a:cubicBezTo>
                <a:lnTo>
                  <a:pt x="254" y="220"/>
                </a:lnTo>
                <a:cubicBezTo>
                  <a:pt x="283" y="206"/>
                  <a:pt x="308" y="185"/>
                  <a:pt x="326" y="157"/>
                </a:cubicBezTo>
                <a:lnTo>
                  <a:pt x="345" y="129"/>
                </a:lnTo>
                <a:cubicBezTo>
                  <a:pt x="355" y="114"/>
                  <a:pt x="351" y="95"/>
                  <a:pt x="335" y="85"/>
                </a:cubicBezTo>
                <a:cubicBezTo>
                  <a:pt x="320" y="76"/>
                  <a:pt x="301" y="80"/>
                  <a:pt x="291" y="95"/>
                </a:cubicBezTo>
                <a:lnTo>
                  <a:pt x="273" y="122"/>
                </a:lnTo>
                <a:cubicBezTo>
                  <a:pt x="251" y="155"/>
                  <a:pt x="215" y="175"/>
                  <a:pt x="175" y="175"/>
                </a:cubicBezTo>
                <a:cubicBezTo>
                  <a:pt x="163" y="175"/>
                  <a:pt x="150" y="173"/>
                  <a:pt x="139" y="170"/>
                </a:cubicBezTo>
                <a:cubicBezTo>
                  <a:pt x="138" y="169"/>
                  <a:pt x="137" y="169"/>
                  <a:pt x="136" y="169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1019160" y="2255040"/>
            <a:ext cx="8816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civilization.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1019160" y="5101920"/>
            <a:ext cx="21034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Childhood Playground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1019160" y="5455440"/>
            <a:ext cx="44665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This desolate expanse served as the shared territory for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1019160" y="5731920"/>
            <a:ext cx="45158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Catherine and Heathcliff. It was here, away from society,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7567560" y="1185840"/>
            <a:ext cx="2953080" cy="1971720"/>
          </a:xfrm>
          <a:custGeom>
            <a:avLst/>
            <a:gdLst/>
            <a:ahLst/>
            <a:rect l="0" t="0" r="r" b="b"/>
            <a:pathLst>
              <a:path fill="none" w="8203" h="5477">
                <a:moveTo>
                  <a:pt x="0" y="5385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5" y="18"/>
                  <a:pt x="45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8110" y="0"/>
                </a:lnTo>
                <a:cubicBezTo>
                  <a:pt x="8122" y="0"/>
                  <a:pt x="8134" y="2"/>
                  <a:pt x="8146" y="7"/>
                </a:cubicBezTo>
                <a:cubicBezTo>
                  <a:pt x="8157" y="11"/>
                  <a:pt x="8167" y="18"/>
                  <a:pt x="8176" y="27"/>
                </a:cubicBezTo>
                <a:cubicBezTo>
                  <a:pt x="8184" y="35"/>
                  <a:pt x="8191" y="45"/>
                  <a:pt x="8196" y="57"/>
                </a:cubicBezTo>
                <a:cubicBezTo>
                  <a:pt x="8200" y="68"/>
                  <a:pt x="8203" y="80"/>
                  <a:pt x="8203" y="92"/>
                </a:cubicBezTo>
                <a:lnTo>
                  <a:pt x="8203" y="5385"/>
                </a:lnTo>
                <a:cubicBezTo>
                  <a:pt x="8203" y="5397"/>
                  <a:pt x="8200" y="5409"/>
                  <a:pt x="8196" y="5420"/>
                </a:cubicBezTo>
                <a:cubicBezTo>
                  <a:pt x="8191" y="5432"/>
                  <a:pt x="8184" y="5442"/>
                  <a:pt x="8176" y="5450"/>
                </a:cubicBezTo>
                <a:cubicBezTo>
                  <a:pt x="8167" y="5459"/>
                  <a:pt x="8157" y="5466"/>
                  <a:pt x="8146" y="5470"/>
                </a:cubicBezTo>
                <a:cubicBezTo>
                  <a:pt x="8134" y="5475"/>
                  <a:pt x="8122" y="5477"/>
                  <a:pt x="8110" y="5477"/>
                </a:cubicBezTo>
                <a:lnTo>
                  <a:pt x="92" y="5477"/>
                </a:lnTo>
                <a:cubicBezTo>
                  <a:pt x="80" y="5477"/>
                  <a:pt x="68" y="5475"/>
                  <a:pt x="57" y="5470"/>
                </a:cubicBezTo>
                <a:cubicBezTo>
                  <a:pt x="45" y="5466"/>
                  <a:pt x="35" y="5459"/>
                  <a:pt x="27" y="5450"/>
                </a:cubicBezTo>
                <a:cubicBezTo>
                  <a:pt x="18" y="5442"/>
                  <a:pt x="11" y="5432"/>
                  <a:pt x="7" y="5420"/>
                </a:cubicBezTo>
                <a:cubicBezTo>
                  <a:pt x="2" y="5409"/>
                  <a:pt x="0" y="5397"/>
                  <a:pt x="0" y="5385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5" name="" descr=""/>
          <p:cNvPicPr/>
          <p:nvPr/>
        </p:nvPicPr>
        <p:blipFill>
          <a:blip r:embed="rId2"/>
          <a:stretch/>
        </p:blipFill>
        <p:spPr>
          <a:xfrm>
            <a:off x="7572240" y="1190520"/>
            <a:ext cx="2943000" cy="19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"/>
          <p:cNvSpPr/>
          <p:nvPr/>
        </p:nvSpPr>
        <p:spPr>
          <a:xfrm>
            <a:off x="6333840" y="3562200"/>
            <a:ext cx="381600" cy="381240"/>
          </a:xfrm>
          <a:custGeom>
            <a:avLst/>
            <a:gdLst/>
            <a:ahLst/>
            <a:rect l="0" t="0" r="r" b="b"/>
            <a:pathLst>
              <a:path w="1060" h="1059">
                <a:moveTo>
                  <a:pt x="0" y="874"/>
                </a:moveTo>
                <a:lnTo>
                  <a:pt x="0" y="186"/>
                </a:lnTo>
                <a:cubicBezTo>
                  <a:pt x="0" y="174"/>
                  <a:pt x="1" y="162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3" y="0"/>
                </a:lnTo>
                <a:cubicBezTo>
                  <a:pt x="886" y="0"/>
                  <a:pt x="898" y="1"/>
                  <a:pt x="910" y="3"/>
                </a:cubicBezTo>
                <a:cubicBezTo>
                  <a:pt x="921" y="6"/>
                  <a:pt x="934" y="9"/>
                  <a:pt x="945" y="14"/>
                </a:cubicBezTo>
                <a:cubicBezTo>
                  <a:pt x="957" y="19"/>
                  <a:pt x="967" y="24"/>
                  <a:pt x="977" y="31"/>
                </a:cubicBezTo>
                <a:cubicBezTo>
                  <a:pt x="987" y="38"/>
                  <a:pt x="997" y="46"/>
                  <a:pt x="1005" y="54"/>
                </a:cubicBezTo>
                <a:cubicBezTo>
                  <a:pt x="1014" y="63"/>
                  <a:pt x="1022" y="72"/>
                  <a:pt x="1028" y="82"/>
                </a:cubicBezTo>
                <a:cubicBezTo>
                  <a:pt x="1035" y="92"/>
                  <a:pt x="1041" y="103"/>
                  <a:pt x="1046" y="114"/>
                </a:cubicBezTo>
                <a:cubicBezTo>
                  <a:pt x="1050" y="125"/>
                  <a:pt x="1054" y="137"/>
                  <a:pt x="1056" y="149"/>
                </a:cubicBezTo>
                <a:cubicBezTo>
                  <a:pt x="1058" y="162"/>
                  <a:pt x="1060" y="174"/>
                  <a:pt x="1060" y="186"/>
                </a:cubicBezTo>
                <a:lnTo>
                  <a:pt x="1060" y="874"/>
                </a:lnTo>
                <a:cubicBezTo>
                  <a:pt x="1060" y="886"/>
                  <a:pt x="1058" y="898"/>
                  <a:pt x="1056" y="910"/>
                </a:cubicBezTo>
                <a:cubicBezTo>
                  <a:pt x="1054" y="922"/>
                  <a:pt x="1050" y="934"/>
                  <a:pt x="1046" y="945"/>
                </a:cubicBezTo>
                <a:cubicBezTo>
                  <a:pt x="1041" y="956"/>
                  <a:pt x="1035" y="967"/>
                  <a:pt x="1028" y="977"/>
                </a:cubicBezTo>
                <a:cubicBezTo>
                  <a:pt x="1022" y="987"/>
                  <a:pt x="1014" y="996"/>
                  <a:pt x="1005" y="1005"/>
                </a:cubicBezTo>
                <a:cubicBezTo>
                  <a:pt x="997" y="1014"/>
                  <a:pt x="987" y="1021"/>
                  <a:pt x="977" y="1028"/>
                </a:cubicBezTo>
                <a:cubicBezTo>
                  <a:pt x="967" y="1035"/>
                  <a:pt x="957" y="1040"/>
                  <a:pt x="945" y="1045"/>
                </a:cubicBezTo>
                <a:cubicBezTo>
                  <a:pt x="934" y="1050"/>
                  <a:pt x="921" y="1053"/>
                  <a:pt x="910" y="1056"/>
                </a:cubicBezTo>
                <a:cubicBezTo>
                  <a:pt x="898" y="1058"/>
                  <a:pt x="886" y="1059"/>
                  <a:pt x="873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3"/>
                  <a:pt x="126" y="1050"/>
                  <a:pt x="115" y="1045"/>
                </a:cubicBezTo>
                <a:cubicBezTo>
                  <a:pt x="103" y="1040"/>
                  <a:pt x="93" y="1035"/>
                  <a:pt x="83" y="1028"/>
                </a:cubicBezTo>
                <a:cubicBezTo>
                  <a:pt x="72" y="1021"/>
                  <a:pt x="63" y="1014"/>
                  <a:pt x="55" y="1005"/>
                </a:cubicBezTo>
                <a:cubicBezTo>
                  <a:pt x="46" y="996"/>
                  <a:pt x="38" y="987"/>
                  <a:pt x="32" y="977"/>
                </a:cubicBezTo>
                <a:cubicBezTo>
                  <a:pt x="25" y="967"/>
                  <a:pt x="19" y="956"/>
                  <a:pt x="14" y="945"/>
                </a:cubicBezTo>
                <a:cubicBezTo>
                  <a:pt x="10" y="934"/>
                  <a:pt x="6" y="922"/>
                  <a:pt x="4" y="910"/>
                </a:cubicBezTo>
                <a:cubicBezTo>
                  <a:pt x="1" y="898"/>
                  <a:pt x="0" y="886"/>
                  <a:pt x="0" y="87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6333840" y="3562200"/>
            <a:ext cx="381600" cy="381240"/>
          </a:xfrm>
          <a:custGeom>
            <a:avLst/>
            <a:gdLst/>
            <a:ahLst/>
            <a:rect l="0" t="0" r="r" b="b"/>
            <a:pathLst>
              <a:path fill="none" w="1060" h="1059">
                <a:moveTo>
                  <a:pt x="0" y="874"/>
                </a:moveTo>
                <a:lnTo>
                  <a:pt x="0" y="186"/>
                </a:lnTo>
                <a:cubicBezTo>
                  <a:pt x="0" y="174"/>
                  <a:pt x="1" y="162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3" y="0"/>
                </a:lnTo>
                <a:cubicBezTo>
                  <a:pt x="886" y="0"/>
                  <a:pt x="898" y="1"/>
                  <a:pt x="910" y="3"/>
                </a:cubicBezTo>
                <a:cubicBezTo>
                  <a:pt x="921" y="6"/>
                  <a:pt x="934" y="9"/>
                  <a:pt x="945" y="14"/>
                </a:cubicBezTo>
                <a:cubicBezTo>
                  <a:pt x="957" y="19"/>
                  <a:pt x="967" y="24"/>
                  <a:pt x="977" y="31"/>
                </a:cubicBezTo>
                <a:cubicBezTo>
                  <a:pt x="987" y="38"/>
                  <a:pt x="997" y="46"/>
                  <a:pt x="1005" y="54"/>
                </a:cubicBezTo>
                <a:cubicBezTo>
                  <a:pt x="1014" y="63"/>
                  <a:pt x="1022" y="72"/>
                  <a:pt x="1028" y="82"/>
                </a:cubicBezTo>
                <a:cubicBezTo>
                  <a:pt x="1035" y="92"/>
                  <a:pt x="1041" y="103"/>
                  <a:pt x="1046" y="114"/>
                </a:cubicBezTo>
                <a:cubicBezTo>
                  <a:pt x="1050" y="125"/>
                  <a:pt x="1054" y="137"/>
                  <a:pt x="1056" y="149"/>
                </a:cubicBezTo>
                <a:cubicBezTo>
                  <a:pt x="1058" y="162"/>
                  <a:pt x="1060" y="174"/>
                  <a:pt x="1060" y="186"/>
                </a:cubicBezTo>
                <a:lnTo>
                  <a:pt x="1060" y="874"/>
                </a:lnTo>
                <a:cubicBezTo>
                  <a:pt x="1060" y="886"/>
                  <a:pt x="1058" y="898"/>
                  <a:pt x="1056" y="910"/>
                </a:cubicBezTo>
                <a:cubicBezTo>
                  <a:pt x="1054" y="922"/>
                  <a:pt x="1050" y="934"/>
                  <a:pt x="1046" y="945"/>
                </a:cubicBezTo>
                <a:cubicBezTo>
                  <a:pt x="1041" y="956"/>
                  <a:pt x="1035" y="967"/>
                  <a:pt x="1028" y="977"/>
                </a:cubicBezTo>
                <a:cubicBezTo>
                  <a:pt x="1022" y="987"/>
                  <a:pt x="1014" y="996"/>
                  <a:pt x="1005" y="1005"/>
                </a:cubicBezTo>
                <a:cubicBezTo>
                  <a:pt x="997" y="1014"/>
                  <a:pt x="987" y="1021"/>
                  <a:pt x="977" y="1028"/>
                </a:cubicBezTo>
                <a:cubicBezTo>
                  <a:pt x="967" y="1035"/>
                  <a:pt x="957" y="1040"/>
                  <a:pt x="945" y="1045"/>
                </a:cubicBezTo>
                <a:cubicBezTo>
                  <a:pt x="934" y="1050"/>
                  <a:pt x="921" y="1053"/>
                  <a:pt x="910" y="1056"/>
                </a:cubicBezTo>
                <a:cubicBezTo>
                  <a:pt x="898" y="1058"/>
                  <a:pt x="886" y="1059"/>
                  <a:pt x="873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3"/>
                  <a:pt x="126" y="1050"/>
                  <a:pt x="115" y="1045"/>
                </a:cubicBezTo>
                <a:cubicBezTo>
                  <a:pt x="103" y="1040"/>
                  <a:pt x="93" y="1035"/>
                  <a:pt x="83" y="1028"/>
                </a:cubicBezTo>
                <a:cubicBezTo>
                  <a:pt x="72" y="1021"/>
                  <a:pt x="63" y="1014"/>
                  <a:pt x="55" y="1005"/>
                </a:cubicBezTo>
                <a:cubicBezTo>
                  <a:pt x="46" y="996"/>
                  <a:pt x="38" y="987"/>
                  <a:pt x="32" y="977"/>
                </a:cubicBezTo>
                <a:cubicBezTo>
                  <a:pt x="25" y="967"/>
                  <a:pt x="19" y="956"/>
                  <a:pt x="14" y="945"/>
                </a:cubicBezTo>
                <a:cubicBezTo>
                  <a:pt x="10" y="934"/>
                  <a:pt x="6" y="922"/>
                  <a:pt x="4" y="910"/>
                </a:cubicBezTo>
                <a:cubicBezTo>
                  <a:pt x="1" y="898"/>
                  <a:pt x="0" y="886"/>
                  <a:pt x="0" y="874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6459480" y="3666960"/>
            <a:ext cx="137520" cy="182880"/>
          </a:xfrm>
          <a:custGeom>
            <a:avLst/>
            <a:gdLst/>
            <a:ahLst/>
            <a:rect l="0" t="0" r="r" b="b"/>
            <a:pathLst>
              <a:path w="382" h="508">
                <a:moveTo>
                  <a:pt x="316" y="44"/>
                </a:moveTo>
                <a:cubicBezTo>
                  <a:pt x="322" y="31"/>
                  <a:pt x="318" y="15"/>
                  <a:pt x="306" y="6"/>
                </a:cubicBezTo>
                <a:cubicBezTo>
                  <a:pt x="294" y="-3"/>
                  <a:pt x="277" y="-2"/>
                  <a:pt x="266" y="8"/>
                </a:cubicBezTo>
                <a:lnTo>
                  <a:pt x="11" y="231"/>
                </a:lnTo>
                <a:cubicBezTo>
                  <a:pt x="1" y="240"/>
                  <a:pt x="-2" y="254"/>
                  <a:pt x="2" y="266"/>
                </a:cubicBezTo>
                <a:cubicBezTo>
                  <a:pt x="7" y="278"/>
                  <a:pt x="19" y="287"/>
                  <a:pt x="32" y="287"/>
                </a:cubicBezTo>
                <a:lnTo>
                  <a:pt x="144" y="287"/>
                </a:lnTo>
                <a:lnTo>
                  <a:pt x="67" y="464"/>
                </a:lnTo>
                <a:cubicBezTo>
                  <a:pt x="61" y="478"/>
                  <a:pt x="65" y="494"/>
                  <a:pt x="77" y="502"/>
                </a:cubicBezTo>
                <a:cubicBezTo>
                  <a:pt x="89" y="511"/>
                  <a:pt x="105" y="510"/>
                  <a:pt x="118" y="501"/>
                </a:cubicBezTo>
                <a:lnTo>
                  <a:pt x="371" y="279"/>
                </a:lnTo>
                <a:cubicBezTo>
                  <a:pt x="381" y="270"/>
                  <a:pt x="385" y="256"/>
                  <a:pt x="380" y="244"/>
                </a:cubicBezTo>
                <a:cubicBezTo>
                  <a:pt x="375" y="231"/>
                  <a:pt x="364" y="223"/>
                  <a:pt x="350" y="223"/>
                </a:cubicBezTo>
                <a:lnTo>
                  <a:pt x="240" y="223"/>
                </a:lnTo>
                <a:lnTo>
                  <a:pt x="316" y="44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1019160" y="6008040"/>
            <a:ext cx="36835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that their souls forged an </a:t>
            </a:r>
            <a:r>
              <a:rPr b="1" lang="en-US" sz="135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unbreakable bond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6915240" y="3558600"/>
            <a:ext cx="20854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Symbol of Wild Threat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6915240" y="3912480"/>
            <a:ext cx="42505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landscape is not merely a backdrop but an active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6915240" y="4188600"/>
            <a:ext cx="42469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force. It mirrors the internal storms, destruction, and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6333840" y="5057640"/>
            <a:ext cx="381600" cy="381240"/>
          </a:xfrm>
          <a:custGeom>
            <a:avLst/>
            <a:gdLst/>
            <a:ahLst/>
            <a:rect l="0" t="0" r="r" b="b"/>
            <a:pathLst>
              <a:path w="1060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3" y="0"/>
                </a:lnTo>
                <a:cubicBezTo>
                  <a:pt x="886" y="0"/>
                  <a:pt x="898" y="1"/>
                  <a:pt x="910" y="3"/>
                </a:cubicBezTo>
                <a:cubicBezTo>
                  <a:pt x="921" y="6"/>
                  <a:pt x="934" y="9"/>
                  <a:pt x="945" y="14"/>
                </a:cubicBezTo>
                <a:cubicBezTo>
                  <a:pt x="957" y="19"/>
                  <a:pt x="967" y="24"/>
                  <a:pt x="977" y="31"/>
                </a:cubicBezTo>
                <a:cubicBezTo>
                  <a:pt x="987" y="38"/>
                  <a:pt x="997" y="46"/>
                  <a:pt x="1005" y="54"/>
                </a:cubicBezTo>
                <a:cubicBezTo>
                  <a:pt x="1014" y="63"/>
                  <a:pt x="1022" y="72"/>
                  <a:pt x="1028" y="82"/>
                </a:cubicBezTo>
                <a:cubicBezTo>
                  <a:pt x="1035" y="92"/>
                  <a:pt x="1041" y="103"/>
                  <a:pt x="1046" y="114"/>
                </a:cubicBezTo>
                <a:cubicBezTo>
                  <a:pt x="1050" y="125"/>
                  <a:pt x="1054" y="137"/>
                  <a:pt x="1056" y="149"/>
                </a:cubicBezTo>
                <a:cubicBezTo>
                  <a:pt x="1058" y="161"/>
                  <a:pt x="1060" y="173"/>
                  <a:pt x="1060" y="185"/>
                </a:cubicBezTo>
                <a:lnTo>
                  <a:pt x="1060" y="874"/>
                </a:lnTo>
                <a:cubicBezTo>
                  <a:pt x="1060" y="886"/>
                  <a:pt x="1058" y="898"/>
                  <a:pt x="1056" y="910"/>
                </a:cubicBezTo>
                <a:cubicBezTo>
                  <a:pt x="1054" y="922"/>
                  <a:pt x="1050" y="934"/>
                  <a:pt x="1046" y="945"/>
                </a:cubicBezTo>
                <a:cubicBezTo>
                  <a:pt x="1041" y="956"/>
                  <a:pt x="1035" y="967"/>
                  <a:pt x="1028" y="977"/>
                </a:cubicBezTo>
                <a:cubicBezTo>
                  <a:pt x="1022" y="987"/>
                  <a:pt x="1014" y="996"/>
                  <a:pt x="1005" y="1005"/>
                </a:cubicBezTo>
                <a:cubicBezTo>
                  <a:pt x="997" y="1014"/>
                  <a:pt x="987" y="1021"/>
                  <a:pt x="977" y="1028"/>
                </a:cubicBezTo>
                <a:cubicBezTo>
                  <a:pt x="967" y="1035"/>
                  <a:pt x="957" y="1040"/>
                  <a:pt x="945" y="1045"/>
                </a:cubicBezTo>
                <a:cubicBezTo>
                  <a:pt x="934" y="1050"/>
                  <a:pt x="921" y="1053"/>
                  <a:pt x="910" y="1056"/>
                </a:cubicBezTo>
                <a:cubicBezTo>
                  <a:pt x="898" y="1058"/>
                  <a:pt x="886" y="1059"/>
                  <a:pt x="873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3"/>
                  <a:pt x="126" y="1050"/>
                  <a:pt x="115" y="1045"/>
                </a:cubicBezTo>
                <a:cubicBezTo>
                  <a:pt x="103" y="1040"/>
                  <a:pt x="93" y="1035"/>
                  <a:pt x="83" y="1028"/>
                </a:cubicBezTo>
                <a:cubicBezTo>
                  <a:pt x="72" y="1021"/>
                  <a:pt x="63" y="1014"/>
                  <a:pt x="55" y="1005"/>
                </a:cubicBezTo>
                <a:cubicBezTo>
                  <a:pt x="46" y="996"/>
                  <a:pt x="38" y="987"/>
                  <a:pt x="32" y="977"/>
                </a:cubicBezTo>
                <a:cubicBezTo>
                  <a:pt x="25" y="967"/>
                  <a:pt x="19" y="956"/>
                  <a:pt x="14" y="945"/>
                </a:cubicBezTo>
                <a:cubicBezTo>
                  <a:pt x="10" y="934"/>
                  <a:pt x="6" y="922"/>
                  <a:pt x="4" y="910"/>
                </a:cubicBezTo>
                <a:cubicBezTo>
                  <a:pt x="1" y="898"/>
                  <a:pt x="0" y="886"/>
                  <a:pt x="0" y="87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6333840" y="5057640"/>
            <a:ext cx="381600" cy="381240"/>
          </a:xfrm>
          <a:custGeom>
            <a:avLst/>
            <a:gdLst/>
            <a:ahLst/>
            <a:rect l="0" t="0" r="r" b="b"/>
            <a:pathLst>
              <a:path fill="none" w="1060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3" y="0"/>
                </a:lnTo>
                <a:cubicBezTo>
                  <a:pt x="886" y="0"/>
                  <a:pt x="898" y="1"/>
                  <a:pt x="910" y="3"/>
                </a:cubicBezTo>
                <a:cubicBezTo>
                  <a:pt x="921" y="6"/>
                  <a:pt x="934" y="9"/>
                  <a:pt x="945" y="14"/>
                </a:cubicBezTo>
                <a:cubicBezTo>
                  <a:pt x="957" y="19"/>
                  <a:pt x="967" y="24"/>
                  <a:pt x="977" y="31"/>
                </a:cubicBezTo>
                <a:cubicBezTo>
                  <a:pt x="987" y="38"/>
                  <a:pt x="997" y="46"/>
                  <a:pt x="1005" y="54"/>
                </a:cubicBezTo>
                <a:cubicBezTo>
                  <a:pt x="1014" y="63"/>
                  <a:pt x="1022" y="72"/>
                  <a:pt x="1028" y="82"/>
                </a:cubicBezTo>
                <a:cubicBezTo>
                  <a:pt x="1035" y="92"/>
                  <a:pt x="1041" y="103"/>
                  <a:pt x="1046" y="114"/>
                </a:cubicBezTo>
                <a:cubicBezTo>
                  <a:pt x="1050" y="125"/>
                  <a:pt x="1054" y="137"/>
                  <a:pt x="1056" y="149"/>
                </a:cubicBezTo>
                <a:cubicBezTo>
                  <a:pt x="1058" y="161"/>
                  <a:pt x="1060" y="173"/>
                  <a:pt x="1060" y="185"/>
                </a:cubicBezTo>
                <a:lnTo>
                  <a:pt x="1060" y="874"/>
                </a:lnTo>
                <a:cubicBezTo>
                  <a:pt x="1060" y="886"/>
                  <a:pt x="1058" y="898"/>
                  <a:pt x="1056" y="910"/>
                </a:cubicBezTo>
                <a:cubicBezTo>
                  <a:pt x="1054" y="922"/>
                  <a:pt x="1050" y="934"/>
                  <a:pt x="1046" y="945"/>
                </a:cubicBezTo>
                <a:cubicBezTo>
                  <a:pt x="1041" y="956"/>
                  <a:pt x="1035" y="967"/>
                  <a:pt x="1028" y="977"/>
                </a:cubicBezTo>
                <a:cubicBezTo>
                  <a:pt x="1022" y="987"/>
                  <a:pt x="1014" y="996"/>
                  <a:pt x="1005" y="1005"/>
                </a:cubicBezTo>
                <a:cubicBezTo>
                  <a:pt x="997" y="1014"/>
                  <a:pt x="987" y="1021"/>
                  <a:pt x="977" y="1028"/>
                </a:cubicBezTo>
                <a:cubicBezTo>
                  <a:pt x="967" y="1035"/>
                  <a:pt x="957" y="1040"/>
                  <a:pt x="945" y="1045"/>
                </a:cubicBezTo>
                <a:cubicBezTo>
                  <a:pt x="934" y="1050"/>
                  <a:pt x="921" y="1053"/>
                  <a:pt x="910" y="1056"/>
                </a:cubicBezTo>
                <a:cubicBezTo>
                  <a:pt x="898" y="1058"/>
                  <a:pt x="886" y="1059"/>
                  <a:pt x="873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3"/>
                  <a:pt x="126" y="1050"/>
                  <a:pt x="115" y="1045"/>
                </a:cubicBezTo>
                <a:cubicBezTo>
                  <a:pt x="103" y="1040"/>
                  <a:pt x="93" y="1035"/>
                  <a:pt x="83" y="1028"/>
                </a:cubicBezTo>
                <a:cubicBezTo>
                  <a:pt x="72" y="1021"/>
                  <a:pt x="63" y="1014"/>
                  <a:pt x="55" y="1005"/>
                </a:cubicBezTo>
                <a:cubicBezTo>
                  <a:pt x="46" y="996"/>
                  <a:pt x="38" y="987"/>
                  <a:pt x="32" y="977"/>
                </a:cubicBezTo>
                <a:cubicBezTo>
                  <a:pt x="25" y="967"/>
                  <a:pt x="19" y="956"/>
                  <a:pt x="14" y="945"/>
                </a:cubicBezTo>
                <a:cubicBezTo>
                  <a:pt x="10" y="934"/>
                  <a:pt x="6" y="922"/>
                  <a:pt x="4" y="910"/>
                </a:cubicBezTo>
                <a:cubicBezTo>
                  <a:pt x="1" y="898"/>
                  <a:pt x="0" y="886"/>
                  <a:pt x="0" y="874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6448320" y="5153040"/>
            <a:ext cx="160200" cy="182880"/>
          </a:xfrm>
          <a:custGeom>
            <a:avLst/>
            <a:gdLst/>
            <a:ahLst/>
            <a:rect l="0" t="0" r="r" b="b"/>
            <a:pathLst>
              <a:path w="445" h="508">
                <a:moveTo>
                  <a:pt x="144" y="143"/>
                </a:moveTo>
                <a:lnTo>
                  <a:pt x="144" y="191"/>
                </a:lnTo>
                <a:lnTo>
                  <a:pt x="302" y="191"/>
                </a:lnTo>
                <a:lnTo>
                  <a:pt x="302" y="143"/>
                </a:lnTo>
                <a:cubicBezTo>
                  <a:pt x="302" y="98"/>
                  <a:pt x="267" y="63"/>
                  <a:pt x="223" y="63"/>
                </a:cubicBezTo>
                <a:cubicBezTo>
                  <a:pt x="179" y="63"/>
                  <a:pt x="144" y="98"/>
                  <a:pt x="144" y="143"/>
                </a:cubicBezTo>
                <a:moveTo>
                  <a:pt x="80" y="191"/>
                </a:moveTo>
                <a:lnTo>
                  <a:pt x="80" y="143"/>
                </a:lnTo>
                <a:cubicBezTo>
                  <a:pt x="80" y="64"/>
                  <a:pt x="144" y="0"/>
                  <a:pt x="223" y="0"/>
                </a:cubicBezTo>
                <a:cubicBezTo>
                  <a:pt x="302" y="0"/>
                  <a:pt x="366" y="64"/>
                  <a:pt x="366" y="143"/>
                </a:cubicBezTo>
                <a:lnTo>
                  <a:pt x="366" y="191"/>
                </a:lnTo>
                <a:lnTo>
                  <a:pt x="381" y="191"/>
                </a:lnTo>
                <a:cubicBezTo>
                  <a:pt x="416" y="191"/>
                  <a:pt x="445" y="219"/>
                  <a:pt x="445" y="254"/>
                </a:cubicBezTo>
                <a:lnTo>
                  <a:pt x="445" y="445"/>
                </a:lnTo>
                <a:cubicBezTo>
                  <a:pt x="445" y="480"/>
                  <a:pt x="416" y="508"/>
                  <a:pt x="381" y="508"/>
                </a:cubicBezTo>
                <a:lnTo>
                  <a:pt x="63" y="508"/>
                </a:lnTo>
                <a:cubicBezTo>
                  <a:pt x="28" y="508"/>
                  <a:pt x="0" y="480"/>
                  <a:pt x="0" y="445"/>
                </a:cubicBezTo>
                <a:lnTo>
                  <a:pt x="0" y="254"/>
                </a:lnTo>
                <a:cubicBezTo>
                  <a:pt x="0" y="219"/>
                  <a:pt x="28" y="191"/>
                  <a:pt x="63" y="191"/>
                </a:cubicBezTo>
                <a:lnTo>
                  <a:pt x="80" y="191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6915240" y="4474440"/>
            <a:ext cx="36320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primal instincts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found within the characters.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6915240" y="5054040"/>
            <a:ext cx="20127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Sanctuary and Prison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6915240" y="5407920"/>
            <a:ext cx="44514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moors function dually: a sanctuary for raw emotion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6915240" y="5684040"/>
            <a:ext cx="45957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where characters can be themselves, yet also an isolating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6915240" y="5960520"/>
            <a:ext cx="38498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prison from which they can </a:t>
            </a:r>
            <a:r>
              <a:rPr b="1" lang="en-US" sz="135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never truly escape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11687040" y="6517800"/>
            <a:ext cx="1368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7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428400" y="990360"/>
            <a:ext cx="281160" cy="225000"/>
          </a:xfrm>
          <a:custGeom>
            <a:avLst/>
            <a:gdLst/>
            <a:ahLst/>
            <a:rect l="0" t="0" r="r" b="b"/>
            <a:pathLst>
              <a:path w="781" h="625">
                <a:moveTo>
                  <a:pt x="117" y="157"/>
                </a:moveTo>
                <a:cubicBezTo>
                  <a:pt x="117" y="147"/>
                  <a:pt x="118" y="137"/>
                  <a:pt x="120" y="127"/>
                </a:cubicBezTo>
                <a:cubicBezTo>
                  <a:pt x="122" y="117"/>
                  <a:pt x="125" y="107"/>
                  <a:pt x="129" y="98"/>
                </a:cubicBezTo>
                <a:cubicBezTo>
                  <a:pt x="133" y="88"/>
                  <a:pt x="138" y="79"/>
                  <a:pt x="143" y="71"/>
                </a:cubicBezTo>
                <a:cubicBezTo>
                  <a:pt x="149" y="62"/>
                  <a:pt x="156" y="53"/>
                  <a:pt x="163" y="46"/>
                </a:cubicBezTo>
                <a:cubicBezTo>
                  <a:pt x="170" y="39"/>
                  <a:pt x="178" y="32"/>
                  <a:pt x="186" y="27"/>
                </a:cubicBezTo>
                <a:cubicBezTo>
                  <a:pt x="195" y="21"/>
                  <a:pt x="204" y="16"/>
                  <a:pt x="213" y="12"/>
                </a:cubicBezTo>
                <a:cubicBezTo>
                  <a:pt x="223" y="8"/>
                  <a:pt x="233" y="5"/>
                  <a:pt x="243" y="3"/>
                </a:cubicBezTo>
                <a:cubicBezTo>
                  <a:pt x="253" y="1"/>
                  <a:pt x="263" y="0"/>
                  <a:pt x="273" y="0"/>
                </a:cubicBezTo>
                <a:cubicBezTo>
                  <a:pt x="283" y="0"/>
                  <a:pt x="294" y="1"/>
                  <a:pt x="304" y="3"/>
                </a:cubicBezTo>
                <a:cubicBezTo>
                  <a:pt x="314" y="5"/>
                  <a:pt x="323" y="8"/>
                  <a:pt x="333" y="12"/>
                </a:cubicBezTo>
                <a:cubicBezTo>
                  <a:pt x="342" y="16"/>
                  <a:pt x="351" y="21"/>
                  <a:pt x="360" y="27"/>
                </a:cubicBezTo>
                <a:cubicBezTo>
                  <a:pt x="368" y="32"/>
                  <a:pt x="376" y="39"/>
                  <a:pt x="383" y="46"/>
                </a:cubicBezTo>
                <a:cubicBezTo>
                  <a:pt x="391" y="53"/>
                  <a:pt x="397" y="62"/>
                  <a:pt x="403" y="71"/>
                </a:cubicBezTo>
                <a:cubicBezTo>
                  <a:pt x="409" y="79"/>
                  <a:pt x="413" y="88"/>
                  <a:pt x="417" y="98"/>
                </a:cubicBezTo>
                <a:cubicBezTo>
                  <a:pt x="421" y="107"/>
                  <a:pt x="424" y="117"/>
                  <a:pt x="426" y="127"/>
                </a:cubicBezTo>
                <a:cubicBezTo>
                  <a:pt x="428" y="137"/>
                  <a:pt x="429" y="147"/>
                  <a:pt x="429" y="157"/>
                </a:cubicBezTo>
                <a:cubicBezTo>
                  <a:pt x="429" y="168"/>
                  <a:pt x="428" y="178"/>
                  <a:pt x="426" y="188"/>
                </a:cubicBezTo>
                <a:cubicBezTo>
                  <a:pt x="424" y="198"/>
                  <a:pt x="421" y="208"/>
                  <a:pt x="417" y="217"/>
                </a:cubicBezTo>
                <a:cubicBezTo>
                  <a:pt x="413" y="226"/>
                  <a:pt x="409" y="235"/>
                  <a:pt x="403" y="244"/>
                </a:cubicBezTo>
                <a:cubicBezTo>
                  <a:pt x="397" y="252"/>
                  <a:pt x="391" y="260"/>
                  <a:pt x="383" y="268"/>
                </a:cubicBezTo>
                <a:cubicBezTo>
                  <a:pt x="376" y="275"/>
                  <a:pt x="368" y="281"/>
                  <a:pt x="360" y="287"/>
                </a:cubicBezTo>
                <a:cubicBezTo>
                  <a:pt x="351" y="293"/>
                  <a:pt x="342" y="297"/>
                  <a:pt x="333" y="301"/>
                </a:cubicBezTo>
                <a:cubicBezTo>
                  <a:pt x="323" y="305"/>
                  <a:pt x="314" y="308"/>
                  <a:pt x="304" y="310"/>
                </a:cubicBezTo>
                <a:cubicBezTo>
                  <a:pt x="294" y="312"/>
                  <a:pt x="283" y="313"/>
                  <a:pt x="273" y="313"/>
                </a:cubicBezTo>
                <a:cubicBezTo>
                  <a:pt x="263" y="313"/>
                  <a:pt x="253" y="312"/>
                  <a:pt x="243" y="310"/>
                </a:cubicBezTo>
                <a:cubicBezTo>
                  <a:pt x="233" y="308"/>
                  <a:pt x="223" y="305"/>
                  <a:pt x="213" y="301"/>
                </a:cubicBezTo>
                <a:cubicBezTo>
                  <a:pt x="204" y="297"/>
                  <a:pt x="195" y="293"/>
                  <a:pt x="186" y="287"/>
                </a:cubicBezTo>
                <a:cubicBezTo>
                  <a:pt x="178" y="281"/>
                  <a:pt x="170" y="275"/>
                  <a:pt x="163" y="268"/>
                </a:cubicBezTo>
                <a:cubicBezTo>
                  <a:pt x="156" y="260"/>
                  <a:pt x="149" y="252"/>
                  <a:pt x="143" y="244"/>
                </a:cubicBezTo>
                <a:cubicBezTo>
                  <a:pt x="138" y="235"/>
                  <a:pt x="133" y="226"/>
                  <a:pt x="129" y="217"/>
                </a:cubicBezTo>
                <a:cubicBezTo>
                  <a:pt x="125" y="208"/>
                  <a:pt x="122" y="198"/>
                  <a:pt x="120" y="188"/>
                </a:cubicBezTo>
                <a:cubicBezTo>
                  <a:pt x="118" y="178"/>
                  <a:pt x="117" y="168"/>
                  <a:pt x="117" y="157"/>
                </a:cubicBezTo>
                <a:moveTo>
                  <a:pt x="0" y="589"/>
                </a:moveTo>
                <a:cubicBezTo>
                  <a:pt x="0" y="469"/>
                  <a:pt x="97" y="372"/>
                  <a:pt x="217" y="372"/>
                </a:cubicBezTo>
                <a:lnTo>
                  <a:pt x="329" y="372"/>
                </a:lnTo>
                <a:cubicBezTo>
                  <a:pt x="449" y="372"/>
                  <a:pt x="546" y="469"/>
                  <a:pt x="546" y="589"/>
                </a:cubicBezTo>
                <a:cubicBezTo>
                  <a:pt x="546" y="609"/>
                  <a:pt x="530" y="625"/>
                  <a:pt x="510" y="625"/>
                </a:cubicBezTo>
                <a:lnTo>
                  <a:pt x="36" y="625"/>
                </a:lnTo>
                <a:cubicBezTo>
                  <a:pt x="16" y="625"/>
                  <a:pt x="0" y="609"/>
                  <a:pt x="0" y="589"/>
                </a:cubicBezTo>
                <a:moveTo>
                  <a:pt x="743" y="625"/>
                </a:moveTo>
                <a:lnTo>
                  <a:pt x="575" y="625"/>
                </a:lnTo>
                <a:cubicBezTo>
                  <a:pt x="581" y="614"/>
                  <a:pt x="585" y="601"/>
                  <a:pt x="585" y="586"/>
                </a:cubicBezTo>
                <a:lnTo>
                  <a:pt x="585" y="577"/>
                </a:lnTo>
                <a:cubicBezTo>
                  <a:pt x="585" y="503"/>
                  <a:pt x="552" y="436"/>
                  <a:pt x="500" y="392"/>
                </a:cubicBezTo>
                <a:cubicBezTo>
                  <a:pt x="503" y="391"/>
                  <a:pt x="506" y="391"/>
                  <a:pt x="509" y="391"/>
                </a:cubicBezTo>
                <a:lnTo>
                  <a:pt x="584" y="391"/>
                </a:lnTo>
                <a:cubicBezTo>
                  <a:pt x="692" y="391"/>
                  <a:pt x="781" y="479"/>
                  <a:pt x="781" y="588"/>
                </a:cubicBezTo>
                <a:cubicBezTo>
                  <a:pt x="781" y="609"/>
                  <a:pt x="764" y="625"/>
                  <a:pt x="743" y="625"/>
                </a:cubicBezTo>
                <a:moveTo>
                  <a:pt x="527" y="313"/>
                </a:moveTo>
                <a:cubicBezTo>
                  <a:pt x="489" y="313"/>
                  <a:pt x="455" y="298"/>
                  <a:pt x="430" y="273"/>
                </a:cubicBezTo>
                <a:cubicBezTo>
                  <a:pt x="454" y="241"/>
                  <a:pt x="468" y="201"/>
                  <a:pt x="468" y="157"/>
                </a:cubicBezTo>
                <a:cubicBezTo>
                  <a:pt x="468" y="125"/>
                  <a:pt x="460" y="94"/>
                  <a:pt x="446" y="67"/>
                </a:cubicBezTo>
                <a:cubicBezTo>
                  <a:pt x="469" y="49"/>
                  <a:pt x="496" y="39"/>
                  <a:pt x="527" y="39"/>
                </a:cubicBezTo>
                <a:cubicBezTo>
                  <a:pt x="602" y="39"/>
                  <a:pt x="663" y="101"/>
                  <a:pt x="663" y="177"/>
                </a:cubicBezTo>
                <a:cubicBezTo>
                  <a:pt x="663" y="252"/>
                  <a:pt x="602" y="313"/>
                  <a:pt x="527" y="313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428760" y="251280"/>
            <a:ext cx="598176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Narrative Mastery: The Frame Story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447480" y="1604880"/>
            <a:ext cx="5453280" cy="1581480"/>
          </a:xfrm>
          <a:custGeom>
            <a:avLst/>
            <a:gdLst/>
            <a:ahLst/>
            <a:rect l="0" t="0" r="r" b="b"/>
            <a:pathLst>
              <a:path w="15148" h="4393">
                <a:moveTo>
                  <a:pt x="0" y="4302"/>
                </a:moveTo>
                <a:lnTo>
                  <a:pt x="0" y="91"/>
                </a:lnTo>
                <a:cubicBezTo>
                  <a:pt x="0" y="79"/>
                  <a:pt x="1" y="67"/>
                  <a:pt x="4" y="56"/>
                </a:cubicBezTo>
                <a:cubicBezTo>
                  <a:pt x="7" y="45"/>
                  <a:pt x="10" y="35"/>
                  <a:pt x="15" y="26"/>
                </a:cubicBezTo>
                <a:cubicBezTo>
                  <a:pt x="20" y="18"/>
                  <a:pt x="25" y="11"/>
                  <a:pt x="32" y="7"/>
                </a:cubicBezTo>
                <a:cubicBezTo>
                  <a:pt x="38" y="2"/>
                  <a:pt x="44" y="0"/>
                  <a:pt x="51" y="0"/>
                </a:cubicBezTo>
                <a:lnTo>
                  <a:pt x="15058" y="0"/>
                </a:lnTo>
                <a:cubicBezTo>
                  <a:pt x="15070" y="0"/>
                  <a:pt x="15081" y="2"/>
                  <a:pt x="15092" y="7"/>
                </a:cubicBezTo>
                <a:cubicBezTo>
                  <a:pt x="15103" y="11"/>
                  <a:pt x="15113" y="18"/>
                  <a:pt x="15122" y="26"/>
                </a:cubicBezTo>
                <a:cubicBezTo>
                  <a:pt x="15130" y="35"/>
                  <a:pt x="15137" y="45"/>
                  <a:pt x="15142" y="56"/>
                </a:cubicBezTo>
                <a:cubicBezTo>
                  <a:pt x="15146" y="67"/>
                  <a:pt x="15148" y="79"/>
                  <a:pt x="15148" y="91"/>
                </a:cubicBezTo>
                <a:lnTo>
                  <a:pt x="15148" y="4302"/>
                </a:lnTo>
                <a:cubicBezTo>
                  <a:pt x="15148" y="4314"/>
                  <a:pt x="15146" y="4326"/>
                  <a:pt x="15142" y="4337"/>
                </a:cubicBezTo>
                <a:cubicBezTo>
                  <a:pt x="15137" y="4348"/>
                  <a:pt x="15130" y="4358"/>
                  <a:pt x="15122" y="4366"/>
                </a:cubicBezTo>
                <a:cubicBezTo>
                  <a:pt x="15113" y="4375"/>
                  <a:pt x="15103" y="4381"/>
                  <a:pt x="15092" y="4386"/>
                </a:cubicBezTo>
                <a:cubicBezTo>
                  <a:pt x="15081" y="4391"/>
                  <a:pt x="15070" y="4393"/>
                  <a:pt x="15058" y="4393"/>
                </a:cubicBezTo>
                <a:lnTo>
                  <a:pt x="51" y="4393"/>
                </a:lnTo>
                <a:cubicBezTo>
                  <a:pt x="44" y="4393"/>
                  <a:pt x="38" y="4391"/>
                  <a:pt x="32" y="4386"/>
                </a:cubicBezTo>
                <a:cubicBezTo>
                  <a:pt x="25" y="4381"/>
                  <a:pt x="20" y="4375"/>
                  <a:pt x="15" y="4366"/>
                </a:cubicBezTo>
                <a:cubicBezTo>
                  <a:pt x="10" y="4358"/>
                  <a:pt x="7" y="4348"/>
                  <a:pt x="4" y="4337"/>
                </a:cubicBezTo>
                <a:cubicBezTo>
                  <a:pt x="1" y="4326"/>
                  <a:pt x="0" y="4314"/>
                  <a:pt x="0" y="43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466560" y="1609560"/>
            <a:ext cx="5421960" cy="14400"/>
          </a:xfrm>
          <a:custGeom>
            <a:avLst/>
            <a:gdLst/>
            <a:ahLst/>
            <a:rect l="0" t="0" r="r" b="b"/>
            <a:pathLst>
              <a:path w="15061" h="40">
                <a:moveTo>
                  <a:pt x="15046" y="40"/>
                </a:moveTo>
                <a:lnTo>
                  <a:pt x="153" y="40"/>
                </a:lnTo>
                <a:lnTo>
                  <a:pt x="0" y="1"/>
                </a:lnTo>
                <a:lnTo>
                  <a:pt x="0" y="0"/>
                </a:lnTo>
                <a:lnTo>
                  <a:pt x="15005" y="0"/>
                </a:lnTo>
                <a:cubicBezTo>
                  <a:pt x="15026" y="0"/>
                  <a:pt x="15044" y="8"/>
                  <a:pt x="15059" y="23"/>
                </a:cubicBezTo>
                <a:cubicBezTo>
                  <a:pt x="15060" y="23"/>
                  <a:pt x="15060" y="24"/>
                  <a:pt x="15061" y="24"/>
                </a:cubicBezTo>
                <a:lnTo>
                  <a:pt x="15046" y="4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466560" y="3167280"/>
            <a:ext cx="5421960" cy="14400"/>
          </a:xfrm>
          <a:custGeom>
            <a:avLst/>
            <a:gdLst/>
            <a:ahLst/>
            <a:rect l="0" t="0" r="r" b="b"/>
            <a:pathLst>
              <a:path w="15061" h="40">
                <a:moveTo>
                  <a:pt x="153" y="0"/>
                </a:moveTo>
                <a:lnTo>
                  <a:pt x="15046" y="0"/>
                </a:lnTo>
                <a:lnTo>
                  <a:pt x="15061" y="15"/>
                </a:lnTo>
                <a:cubicBezTo>
                  <a:pt x="15060" y="15"/>
                  <a:pt x="15060" y="15"/>
                  <a:pt x="15059" y="16"/>
                </a:cubicBezTo>
                <a:cubicBezTo>
                  <a:pt x="15044" y="31"/>
                  <a:pt x="15026" y="40"/>
                  <a:pt x="15005" y="40"/>
                </a:cubicBezTo>
                <a:lnTo>
                  <a:pt x="0" y="40"/>
                </a:lnTo>
                <a:lnTo>
                  <a:pt x="0" y="39"/>
                </a:lnTo>
                <a:lnTo>
                  <a:pt x="153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5881680" y="1617840"/>
            <a:ext cx="14400" cy="1555560"/>
          </a:xfrm>
          <a:custGeom>
            <a:avLst/>
            <a:gdLst/>
            <a:ahLst/>
            <a:rect l="0" t="0" r="r" b="b"/>
            <a:pathLst>
              <a:path w="40" h="4321">
                <a:moveTo>
                  <a:pt x="0" y="4305"/>
                </a:moveTo>
                <a:lnTo>
                  <a:pt x="0" y="16"/>
                </a:lnTo>
                <a:lnTo>
                  <a:pt x="16" y="0"/>
                </a:lnTo>
                <a:cubicBezTo>
                  <a:pt x="33" y="15"/>
                  <a:pt x="40" y="33"/>
                  <a:pt x="40" y="55"/>
                </a:cubicBezTo>
                <a:lnTo>
                  <a:pt x="40" y="4266"/>
                </a:lnTo>
                <a:cubicBezTo>
                  <a:pt x="40" y="4287"/>
                  <a:pt x="33" y="4306"/>
                  <a:pt x="16" y="4321"/>
                </a:cubicBezTo>
                <a:lnTo>
                  <a:pt x="0" y="4305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428400" y="1599840"/>
            <a:ext cx="5477400" cy="1591200"/>
          </a:xfrm>
          <a:custGeom>
            <a:avLst/>
            <a:gdLst/>
            <a:ahLst/>
            <a:rect l="0" t="0" r="r" b="b"/>
            <a:pathLst>
              <a:path w="15215" h="4420">
                <a:moveTo>
                  <a:pt x="0" y="0"/>
                </a:moveTo>
                <a:lnTo>
                  <a:pt x="15215" y="0"/>
                </a:lnTo>
                <a:lnTo>
                  <a:pt x="15215" y="4420"/>
                </a:lnTo>
                <a:lnTo>
                  <a:pt x="0" y="4420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657000" y="1809720"/>
            <a:ext cx="196920" cy="225000"/>
          </a:xfrm>
          <a:custGeom>
            <a:avLst/>
            <a:gdLst/>
            <a:ahLst/>
            <a:rect l="0" t="0" r="r" b="b"/>
            <a:pathLst>
              <a:path w="547" h="625">
                <a:moveTo>
                  <a:pt x="274" y="313"/>
                </a:moveTo>
                <a:cubicBezTo>
                  <a:pt x="264" y="313"/>
                  <a:pt x="254" y="312"/>
                  <a:pt x="244" y="310"/>
                </a:cubicBezTo>
                <a:cubicBezTo>
                  <a:pt x="234" y="308"/>
                  <a:pt x="224" y="305"/>
                  <a:pt x="214" y="301"/>
                </a:cubicBezTo>
                <a:cubicBezTo>
                  <a:pt x="205" y="297"/>
                  <a:pt x="196" y="292"/>
                  <a:pt x="187" y="286"/>
                </a:cubicBezTo>
                <a:cubicBezTo>
                  <a:pt x="179" y="281"/>
                  <a:pt x="171" y="273"/>
                  <a:pt x="164" y="266"/>
                </a:cubicBezTo>
                <a:cubicBezTo>
                  <a:pt x="157" y="259"/>
                  <a:pt x="150" y="251"/>
                  <a:pt x="144" y="242"/>
                </a:cubicBezTo>
                <a:cubicBezTo>
                  <a:pt x="139" y="234"/>
                  <a:pt x="134" y="225"/>
                  <a:pt x="130" y="215"/>
                </a:cubicBezTo>
                <a:cubicBezTo>
                  <a:pt x="126" y="206"/>
                  <a:pt x="123" y="196"/>
                  <a:pt x="121" y="186"/>
                </a:cubicBezTo>
                <a:cubicBezTo>
                  <a:pt x="119" y="176"/>
                  <a:pt x="118" y="166"/>
                  <a:pt x="118" y="156"/>
                </a:cubicBezTo>
                <a:cubicBezTo>
                  <a:pt x="118" y="145"/>
                  <a:pt x="119" y="135"/>
                  <a:pt x="121" y="125"/>
                </a:cubicBezTo>
                <a:cubicBezTo>
                  <a:pt x="123" y="115"/>
                  <a:pt x="126" y="105"/>
                  <a:pt x="130" y="96"/>
                </a:cubicBezTo>
                <a:cubicBezTo>
                  <a:pt x="134" y="86"/>
                  <a:pt x="139" y="78"/>
                  <a:pt x="144" y="69"/>
                </a:cubicBezTo>
                <a:cubicBezTo>
                  <a:pt x="150" y="60"/>
                  <a:pt x="157" y="53"/>
                  <a:pt x="164" y="45"/>
                </a:cubicBezTo>
                <a:cubicBezTo>
                  <a:pt x="171" y="38"/>
                  <a:pt x="179" y="32"/>
                  <a:pt x="187" y="26"/>
                </a:cubicBezTo>
                <a:cubicBezTo>
                  <a:pt x="196" y="20"/>
                  <a:pt x="205" y="15"/>
                  <a:pt x="214" y="12"/>
                </a:cubicBezTo>
                <a:cubicBezTo>
                  <a:pt x="224" y="8"/>
                  <a:pt x="234" y="5"/>
                  <a:pt x="244" y="3"/>
                </a:cubicBezTo>
                <a:cubicBezTo>
                  <a:pt x="254" y="1"/>
                  <a:pt x="264" y="0"/>
                  <a:pt x="274" y="0"/>
                </a:cubicBezTo>
                <a:cubicBezTo>
                  <a:pt x="284" y="0"/>
                  <a:pt x="295" y="1"/>
                  <a:pt x="305" y="3"/>
                </a:cubicBezTo>
                <a:cubicBezTo>
                  <a:pt x="315" y="5"/>
                  <a:pt x="324" y="8"/>
                  <a:pt x="334" y="12"/>
                </a:cubicBezTo>
                <a:cubicBezTo>
                  <a:pt x="343" y="15"/>
                  <a:pt x="352" y="20"/>
                  <a:pt x="361" y="26"/>
                </a:cubicBezTo>
                <a:cubicBezTo>
                  <a:pt x="369" y="32"/>
                  <a:pt x="377" y="38"/>
                  <a:pt x="385" y="45"/>
                </a:cubicBezTo>
                <a:cubicBezTo>
                  <a:pt x="392" y="53"/>
                  <a:pt x="398" y="60"/>
                  <a:pt x="404" y="69"/>
                </a:cubicBezTo>
                <a:cubicBezTo>
                  <a:pt x="410" y="78"/>
                  <a:pt x="414" y="86"/>
                  <a:pt x="418" y="96"/>
                </a:cubicBezTo>
                <a:cubicBezTo>
                  <a:pt x="422" y="105"/>
                  <a:pt x="425" y="115"/>
                  <a:pt x="427" y="125"/>
                </a:cubicBezTo>
                <a:cubicBezTo>
                  <a:pt x="429" y="135"/>
                  <a:pt x="430" y="145"/>
                  <a:pt x="430" y="156"/>
                </a:cubicBezTo>
                <a:cubicBezTo>
                  <a:pt x="430" y="166"/>
                  <a:pt x="429" y="176"/>
                  <a:pt x="427" y="186"/>
                </a:cubicBezTo>
                <a:cubicBezTo>
                  <a:pt x="425" y="196"/>
                  <a:pt x="422" y="206"/>
                  <a:pt x="418" y="215"/>
                </a:cubicBezTo>
                <a:cubicBezTo>
                  <a:pt x="414" y="225"/>
                  <a:pt x="410" y="234"/>
                  <a:pt x="404" y="242"/>
                </a:cubicBezTo>
                <a:cubicBezTo>
                  <a:pt x="398" y="251"/>
                  <a:pt x="392" y="259"/>
                  <a:pt x="385" y="266"/>
                </a:cubicBezTo>
                <a:cubicBezTo>
                  <a:pt x="377" y="273"/>
                  <a:pt x="369" y="281"/>
                  <a:pt x="361" y="286"/>
                </a:cubicBezTo>
                <a:cubicBezTo>
                  <a:pt x="352" y="292"/>
                  <a:pt x="343" y="297"/>
                  <a:pt x="334" y="301"/>
                </a:cubicBezTo>
                <a:cubicBezTo>
                  <a:pt x="324" y="305"/>
                  <a:pt x="315" y="308"/>
                  <a:pt x="305" y="310"/>
                </a:cubicBezTo>
                <a:cubicBezTo>
                  <a:pt x="295" y="312"/>
                  <a:pt x="284" y="313"/>
                  <a:pt x="274" y="313"/>
                </a:cubicBezTo>
                <a:moveTo>
                  <a:pt x="256" y="439"/>
                </a:moveTo>
                <a:lnTo>
                  <a:pt x="233" y="401"/>
                </a:lnTo>
                <a:cubicBezTo>
                  <a:pt x="226" y="388"/>
                  <a:pt x="235" y="371"/>
                  <a:pt x="250" y="371"/>
                </a:cubicBezTo>
                <a:lnTo>
                  <a:pt x="274" y="371"/>
                </a:lnTo>
                <a:lnTo>
                  <a:pt x="298" y="371"/>
                </a:lnTo>
                <a:cubicBezTo>
                  <a:pt x="313" y="371"/>
                  <a:pt x="323" y="388"/>
                  <a:pt x="315" y="401"/>
                </a:cubicBezTo>
                <a:lnTo>
                  <a:pt x="292" y="439"/>
                </a:lnTo>
                <a:lnTo>
                  <a:pt x="333" y="590"/>
                </a:lnTo>
                <a:lnTo>
                  <a:pt x="377" y="410"/>
                </a:lnTo>
                <a:cubicBezTo>
                  <a:pt x="379" y="401"/>
                  <a:pt x="389" y="394"/>
                  <a:pt x="399" y="397"/>
                </a:cubicBezTo>
                <a:cubicBezTo>
                  <a:pt x="484" y="418"/>
                  <a:pt x="547" y="495"/>
                  <a:pt x="547" y="587"/>
                </a:cubicBezTo>
                <a:cubicBezTo>
                  <a:pt x="547" y="608"/>
                  <a:pt x="530" y="625"/>
                  <a:pt x="510" y="625"/>
                </a:cubicBezTo>
                <a:lnTo>
                  <a:pt x="349" y="625"/>
                </a:lnTo>
                <a:cubicBezTo>
                  <a:pt x="347" y="625"/>
                  <a:pt x="344" y="624"/>
                  <a:pt x="342" y="623"/>
                </a:cubicBezTo>
                <a:lnTo>
                  <a:pt x="342" y="625"/>
                </a:lnTo>
                <a:lnTo>
                  <a:pt x="206" y="625"/>
                </a:lnTo>
                <a:lnTo>
                  <a:pt x="206" y="623"/>
                </a:lnTo>
                <a:cubicBezTo>
                  <a:pt x="204" y="624"/>
                  <a:pt x="202" y="625"/>
                  <a:pt x="199" y="625"/>
                </a:cubicBezTo>
                <a:lnTo>
                  <a:pt x="38" y="625"/>
                </a:lnTo>
                <a:cubicBezTo>
                  <a:pt x="17" y="625"/>
                  <a:pt x="0" y="608"/>
                  <a:pt x="0" y="587"/>
                </a:cubicBezTo>
                <a:cubicBezTo>
                  <a:pt x="0" y="495"/>
                  <a:pt x="63" y="418"/>
                  <a:pt x="150" y="397"/>
                </a:cubicBezTo>
                <a:cubicBezTo>
                  <a:pt x="160" y="394"/>
                  <a:pt x="169" y="401"/>
                  <a:pt x="172" y="410"/>
                </a:cubicBezTo>
                <a:lnTo>
                  <a:pt x="215" y="590"/>
                </a:lnTo>
                <a:lnTo>
                  <a:pt x="256" y="439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821880" y="950400"/>
            <a:ext cx="213696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7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Dual Narrators</a:t>
            </a:r>
            <a:endParaRPr b="0" lang="en-US" sz="1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963000" y="1800000"/>
            <a:ext cx="22568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70" strike="noStrike" u="none">
                <a:solidFill>
                  <a:srgbClr val="1f2937"/>
                </a:solidFill>
                <a:effectLst/>
                <a:uFillTx/>
                <a:latin typeface="Microsoft YaHei"/>
                <a:ea typeface="MicrosoftYaHei"/>
              </a:rPr>
              <a:t>Lockwood: The Outsider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654120" y="2191320"/>
            <a:ext cx="398196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Arriving in </a:t>
            </a:r>
            <a:r>
              <a:rPr b="1" lang="en-US" sz="133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1801</a:t>
            </a:r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, he mirrors the "civilized" reader's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654120" y="2467800"/>
            <a:ext cx="488088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perspective. His confusion and subsequent diary entries form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447480" y="3433680"/>
            <a:ext cx="5453280" cy="1581480"/>
          </a:xfrm>
          <a:custGeom>
            <a:avLst/>
            <a:gdLst/>
            <a:ahLst/>
            <a:rect l="0" t="0" r="r" b="b"/>
            <a:pathLst>
              <a:path w="15148" h="4393">
                <a:moveTo>
                  <a:pt x="0" y="4302"/>
                </a:moveTo>
                <a:lnTo>
                  <a:pt x="0" y="91"/>
                </a:lnTo>
                <a:cubicBezTo>
                  <a:pt x="0" y="79"/>
                  <a:pt x="1" y="67"/>
                  <a:pt x="4" y="56"/>
                </a:cubicBezTo>
                <a:cubicBezTo>
                  <a:pt x="7" y="45"/>
                  <a:pt x="10" y="35"/>
                  <a:pt x="15" y="26"/>
                </a:cubicBezTo>
                <a:cubicBezTo>
                  <a:pt x="20" y="18"/>
                  <a:pt x="25" y="11"/>
                  <a:pt x="32" y="7"/>
                </a:cubicBezTo>
                <a:cubicBezTo>
                  <a:pt x="38" y="2"/>
                  <a:pt x="44" y="0"/>
                  <a:pt x="51" y="0"/>
                </a:cubicBezTo>
                <a:lnTo>
                  <a:pt x="15058" y="0"/>
                </a:lnTo>
                <a:cubicBezTo>
                  <a:pt x="15070" y="0"/>
                  <a:pt x="15081" y="2"/>
                  <a:pt x="15092" y="7"/>
                </a:cubicBezTo>
                <a:cubicBezTo>
                  <a:pt x="15103" y="11"/>
                  <a:pt x="15113" y="18"/>
                  <a:pt x="15122" y="26"/>
                </a:cubicBezTo>
                <a:cubicBezTo>
                  <a:pt x="15130" y="35"/>
                  <a:pt x="15137" y="45"/>
                  <a:pt x="15142" y="56"/>
                </a:cubicBezTo>
                <a:cubicBezTo>
                  <a:pt x="15146" y="67"/>
                  <a:pt x="15148" y="79"/>
                  <a:pt x="15148" y="91"/>
                </a:cubicBezTo>
                <a:lnTo>
                  <a:pt x="15148" y="4302"/>
                </a:lnTo>
                <a:cubicBezTo>
                  <a:pt x="15148" y="4314"/>
                  <a:pt x="15146" y="4326"/>
                  <a:pt x="15142" y="4337"/>
                </a:cubicBezTo>
                <a:cubicBezTo>
                  <a:pt x="15137" y="4348"/>
                  <a:pt x="15130" y="4358"/>
                  <a:pt x="15122" y="4366"/>
                </a:cubicBezTo>
                <a:cubicBezTo>
                  <a:pt x="15113" y="4375"/>
                  <a:pt x="15103" y="4381"/>
                  <a:pt x="15092" y="4386"/>
                </a:cubicBezTo>
                <a:cubicBezTo>
                  <a:pt x="15081" y="4391"/>
                  <a:pt x="15070" y="4393"/>
                  <a:pt x="15058" y="4393"/>
                </a:cubicBezTo>
                <a:lnTo>
                  <a:pt x="51" y="4393"/>
                </a:lnTo>
                <a:cubicBezTo>
                  <a:pt x="44" y="4393"/>
                  <a:pt x="38" y="4391"/>
                  <a:pt x="32" y="4386"/>
                </a:cubicBezTo>
                <a:cubicBezTo>
                  <a:pt x="25" y="4381"/>
                  <a:pt x="20" y="4375"/>
                  <a:pt x="15" y="4366"/>
                </a:cubicBezTo>
                <a:cubicBezTo>
                  <a:pt x="10" y="4358"/>
                  <a:pt x="7" y="4348"/>
                  <a:pt x="4" y="4337"/>
                </a:cubicBezTo>
                <a:cubicBezTo>
                  <a:pt x="1" y="4326"/>
                  <a:pt x="0" y="4314"/>
                  <a:pt x="0" y="43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466560" y="3438360"/>
            <a:ext cx="5421960" cy="14400"/>
          </a:xfrm>
          <a:custGeom>
            <a:avLst/>
            <a:gdLst/>
            <a:ahLst/>
            <a:rect l="0" t="0" r="r" b="b"/>
            <a:pathLst>
              <a:path w="15061" h="40">
                <a:moveTo>
                  <a:pt x="15046" y="40"/>
                </a:moveTo>
                <a:lnTo>
                  <a:pt x="153" y="40"/>
                </a:lnTo>
                <a:lnTo>
                  <a:pt x="0" y="1"/>
                </a:lnTo>
                <a:lnTo>
                  <a:pt x="0" y="0"/>
                </a:lnTo>
                <a:lnTo>
                  <a:pt x="15005" y="0"/>
                </a:lnTo>
                <a:cubicBezTo>
                  <a:pt x="15026" y="0"/>
                  <a:pt x="15044" y="9"/>
                  <a:pt x="15059" y="24"/>
                </a:cubicBezTo>
                <a:cubicBezTo>
                  <a:pt x="15060" y="24"/>
                  <a:pt x="15060" y="25"/>
                  <a:pt x="15061" y="25"/>
                </a:cubicBezTo>
                <a:lnTo>
                  <a:pt x="15046" y="4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466560" y="4996080"/>
            <a:ext cx="5421960" cy="14400"/>
          </a:xfrm>
          <a:custGeom>
            <a:avLst/>
            <a:gdLst/>
            <a:ahLst/>
            <a:rect l="0" t="0" r="r" b="b"/>
            <a:pathLst>
              <a:path w="15061" h="40">
                <a:moveTo>
                  <a:pt x="153" y="0"/>
                </a:moveTo>
                <a:lnTo>
                  <a:pt x="15046" y="0"/>
                </a:lnTo>
                <a:lnTo>
                  <a:pt x="15061" y="16"/>
                </a:lnTo>
                <a:cubicBezTo>
                  <a:pt x="15060" y="16"/>
                  <a:pt x="15060" y="16"/>
                  <a:pt x="15059" y="17"/>
                </a:cubicBezTo>
                <a:cubicBezTo>
                  <a:pt x="15044" y="32"/>
                  <a:pt x="15026" y="40"/>
                  <a:pt x="15005" y="40"/>
                </a:cubicBezTo>
                <a:lnTo>
                  <a:pt x="0" y="40"/>
                </a:lnTo>
                <a:lnTo>
                  <a:pt x="0" y="39"/>
                </a:lnTo>
                <a:lnTo>
                  <a:pt x="153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5881680" y="3446640"/>
            <a:ext cx="14400" cy="1555560"/>
          </a:xfrm>
          <a:custGeom>
            <a:avLst/>
            <a:gdLst/>
            <a:ahLst/>
            <a:rect l="0" t="0" r="r" b="b"/>
            <a:pathLst>
              <a:path w="40" h="4321">
                <a:moveTo>
                  <a:pt x="0" y="4305"/>
                </a:moveTo>
                <a:lnTo>
                  <a:pt x="0" y="16"/>
                </a:lnTo>
                <a:lnTo>
                  <a:pt x="16" y="0"/>
                </a:lnTo>
                <a:cubicBezTo>
                  <a:pt x="33" y="15"/>
                  <a:pt x="40" y="33"/>
                  <a:pt x="40" y="55"/>
                </a:cubicBezTo>
                <a:lnTo>
                  <a:pt x="40" y="4266"/>
                </a:lnTo>
                <a:cubicBezTo>
                  <a:pt x="40" y="4287"/>
                  <a:pt x="33" y="4306"/>
                  <a:pt x="16" y="4321"/>
                </a:cubicBezTo>
                <a:lnTo>
                  <a:pt x="0" y="4305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428400" y="3428640"/>
            <a:ext cx="5477400" cy="1591200"/>
          </a:xfrm>
          <a:custGeom>
            <a:avLst/>
            <a:gdLst/>
            <a:ahLst/>
            <a:rect l="0" t="0" r="r" b="b"/>
            <a:pathLst>
              <a:path w="15215" h="4420">
                <a:moveTo>
                  <a:pt x="0" y="0"/>
                </a:moveTo>
                <a:lnTo>
                  <a:pt x="15215" y="0"/>
                </a:lnTo>
                <a:lnTo>
                  <a:pt x="15215" y="4420"/>
                </a:lnTo>
                <a:lnTo>
                  <a:pt x="0" y="4420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657000" y="3661920"/>
            <a:ext cx="225000" cy="196920"/>
          </a:xfrm>
          <a:custGeom>
            <a:avLst/>
            <a:gdLst/>
            <a:ahLst/>
            <a:rect l="0" t="0" r="r" b="b"/>
            <a:pathLst>
              <a:path w="625" h="547">
                <a:moveTo>
                  <a:pt x="312" y="508"/>
                </a:moveTo>
                <a:cubicBezTo>
                  <a:pt x="486" y="508"/>
                  <a:pt x="625" y="394"/>
                  <a:pt x="625" y="254"/>
                </a:cubicBezTo>
                <a:cubicBezTo>
                  <a:pt x="625" y="114"/>
                  <a:pt x="486" y="0"/>
                  <a:pt x="312" y="0"/>
                </a:cubicBezTo>
                <a:cubicBezTo>
                  <a:pt x="140" y="0"/>
                  <a:pt x="0" y="114"/>
                  <a:pt x="0" y="254"/>
                </a:cubicBezTo>
                <a:cubicBezTo>
                  <a:pt x="0" y="309"/>
                  <a:pt x="22" y="359"/>
                  <a:pt x="58" y="401"/>
                </a:cubicBezTo>
                <a:cubicBezTo>
                  <a:pt x="56" y="431"/>
                  <a:pt x="44" y="458"/>
                  <a:pt x="32" y="479"/>
                </a:cubicBezTo>
                <a:cubicBezTo>
                  <a:pt x="25" y="490"/>
                  <a:pt x="19" y="499"/>
                  <a:pt x="14" y="505"/>
                </a:cubicBezTo>
                <a:cubicBezTo>
                  <a:pt x="11" y="508"/>
                  <a:pt x="9" y="510"/>
                  <a:pt x="8" y="512"/>
                </a:cubicBezTo>
                <a:cubicBezTo>
                  <a:pt x="7" y="513"/>
                  <a:pt x="6" y="513"/>
                  <a:pt x="6" y="514"/>
                </a:cubicBezTo>
                <a:cubicBezTo>
                  <a:pt x="0" y="520"/>
                  <a:pt x="-1" y="528"/>
                  <a:pt x="2" y="535"/>
                </a:cubicBezTo>
                <a:cubicBezTo>
                  <a:pt x="5" y="543"/>
                  <a:pt x="12" y="547"/>
                  <a:pt x="20" y="547"/>
                </a:cubicBezTo>
                <a:cubicBezTo>
                  <a:pt x="55" y="547"/>
                  <a:pt x="90" y="537"/>
                  <a:pt x="119" y="524"/>
                </a:cubicBezTo>
                <a:cubicBezTo>
                  <a:pt x="147" y="512"/>
                  <a:pt x="171" y="497"/>
                  <a:pt x="185" y="487"/>
                </a:cubicBezTo>
                <a:cubicBezTo>
                  <a:pt x="224" y="501"/>
                  <a:pt x="267" y="508"/>
                  <a:pt x="312" y="508"/>
                </a:cubicBezTo>
                <a:moveTo>
                  <a:pt x="156" y="215"/>
                </a:moveTo>
                <a:cubicBezTo>
                  <a:pt x="161" y="215"/>
                  <a:pt x="166" y="216"/>
                  <a:pt x="171" y="218"/>
                </a:cubicBezTo>
                <a:cubicBezTo>
                  <a:pt x="176" y="220"/>
                  <a:pt x="180" y="222"/>
                  <a:pt x="184" y="226"/>
                </a:cubicBezTo>
                <a:cubicBezTo>
                  <a:pt x="187" y="230"/>
                  <a:pt x="190" y="234"/>
                  <a:pt x="192" y="239"/>
                </a:cubicBezTo>
                <a:cubicBezTo>
                  <a:pt x="194" y="244"/>
                  <a:pt x="195" y="248"/>
                  <a:pt x="195" y="254"/>
                </a:cubicBezTo>
                <a:cubicBezTo>
                  <a:pt x="195" y="259"/>
                  <a:pt x="194" y="264"/>
                  <a:pt x="192" y="269"/>
                </a:cubicBezTo>
                <a:cubicBezTo>
                  <a:pt x="190" y="273"/>
                  <a:pt x="187" y="278"/>
                  <a:pt x="184" y="281"/>
                </a:cubicBezTo>
                <a:cubicBezTo>
                  <a:pt x="180" y="285"/>
                  <a:pt x="176" y="288"/>
                  <a:pt x="171" y="290"/>
                </a:cubicBezTo>
                <a:cubicBezTo>
                  <a:pt x="166" y="292"/>
                  <a:pt x="161" y="293"/>
                  <a:pt x="156" y="293"/>
                </a:cubicBezTo>
                <a:cubicBezTo>
                  <a:pt x="151" y="293"/>
                  <a:pt x="146" y="292"/>
                  <a:pt x="141" y="290"/>
                </a:cubicBezTo>
                <a:cubicBezTo>
                  <a:pt x="136" y="288"/>
                  <a:pt x="132" y="285"/>
                  <a:pt x="129" y="281"/>
                </a:cubicBezTo>
                <a:cubicBezTo>
                  <a:pt x="125" y="278"/>
                  <a:pt x="122" y="273"/>
                  <a:pt x="120" y="269"/>
                </a:cubicBezTo>
                <a:cubicBezTo>
                  <a:pt x="118" y="264"/>
                  <a:pt x="117" y="259"/>
                  <a:pt x="117" y="254"/>
                </a:cubicBezTo>
                <a:cubicBezTo>
                  <a:pt x="117" y="248"/>
                  <a:pt x="118" y="244"/>
                  <a:pt x="120" y="239"/>
                </a:cubicBezTo>
                <a:cubicBezTo>
                  <a:pt x="122" y="234"/>
                  <a:pt x="125" y="230"/>
                  <a:pt x="129" y="226"/>
                </a:cubicBezTo>
                <a:cubicBezTo>
                  <a:pt x="132" y="222"/>
                  <a:pt x="136" y="220"/>
                  <a:pt x="141" y="218"/>
                </a:cubicBezTo>
                <a:cubicBezTo>
                  <a:pt x="146" y="216"/>
                  <a:pt x="151" y="215"/>
                  <a:pt x="156" y="215"/>
                </a:cubicBezTo>
                <a:moveTo>
                  <a:pt x="312" y="215"/>
                </a:moveTo>
                <a:cubicBezTo>
                  <a:pt x="317" y="215"/>
                  <a:pt x="322" y="216"/>
                  <a:pt x="327" y="218"/>
                </a:cubicBezTo>
                <a:cubicBezTo>
                  <a:pt x="332" y="220"/>
                  <a:pt x="336" y="222"/>
                  <a:pt x="340" y="226"/>
                </a:cubicBezTo>
                <a:cubicBezTo>
                  <a:pt x="343" y="230"/>
                  <a:pt x="346" y="234"/>
                  <a:pt x="348" y="239"/>
                </a:cubicBezTo>
                <a:cubicBezTo>
                  <a:pt x="350" y="244"/>
                  <a:pt x="351" y="248"/>
                  <a:pt x="351" y="254"/>
                </a:cubicBezTo>
                <a:cubicBezTo>
                  <a:pt x="351" y="259"/>
                  <a:pt x="350" y="264"/>
                  <a:pt x="348" y="269"/>
                </a:cubicBezTo>
                <a:cubicBezTo>
                  <a:pt x="346" y="273"/>
                  <a:pt x="343" y="278"/>
                  <a:pt x="340" y="281"/>
                </a:cubicBezTo>
                <a:cubicBezTo>
                  <a:pt x="336" y="285"/>
                  <a:pt x="332" y="288"/>
                  <a:pt x="327" y="290"/>
                </a:cubicBezTo>
                <a:cubicBezTo>
                  <a:pt x="322" y="292"/>
                  <a:pt x="317" y="293"/>
                  <a:pt x="312" y="293"/>
                </a:cubicBezTo>
                <a:cubicBezTo>
                  <a:pt x="307" y="293"/>
                  <a:pt x="302" y="292"/>
                  <a:pt x="297" y="290"/>
                </a:cubicBezTo>
                <a:cubicBezTo>
                  <a:pt x="293" y="288"/>
                  <a:pt x="288" y="285"/>
                  <a:pt x="285" y="281"/>
                </a:cubicBezTo>
                <a:cubicBezTo>
                  <a:pt x="281" y="278"/>
                  <a:pt x="278" y="273"/>
                  <a:pt x="276" y="269"/>
                </a:cubicBezTo>
                <a:cubicBezTo>
                  <a:pt x="274" y="264"/>
                  <a:pt x="273" y="259"/>
                  <a:pt x="273" y="254"/>
                </a:cubicBezTo>
                <a:cubicBezTo>
                  <a:pt x="273" y="248"/>
                  <a:pt x="274" y="244"/>
                  <a:pt x="276" y="239"/>
                </a:cubicBezTo>
                <a:cubicBezTo>
                  <a:pt x="278" y="234"/>
                  <a:pt x="281" y="230"/>
                  <a:pt x="285" y="226"/>
                </a:cubicBezTo>
                <a:cubicBezTo>
                  <a:pt x="288" y="222"/>
                  <a:pt x="293" y="220"/>
                  <a:pt x="297" y="218"/>
                </a:cubicBezTo>
                <a:cubicBezTo>
                  <a:pt x="302" y="216"/>
                  <a:pt x="307" y="215"/>
                  <a:pt x="312" y="215"/>
                </a:cubicBezTo>
                <a:moveTo>
                  <a:pt x="430" y="254"/>
                </a:moveTo>
                <a:cubicBezTo>
                  <a:pt x="430" y="248"/>
                  <a:pt x="431" y="244"/>
                  <a:pt x="433" y="239"/>
                </a:cubicBezTo>
                <a:cubicBezTo>
                  <a:pt x="435" y="234"/>
                  <a:pt x="438" y="230"/>
                  <a:pt x="442" y="226"/>
                </a:cubicBezTo>
                <a:cubicBezTo>
                  <a:pt x="445" y="222"/>
                  <a:pt x="450" y="220"/>
                  <a:pt x="454" y="218"/>
                </a:cubicBezTo>
                <a:cubicBezTo>
                  <a:pt x="459" y="216"/>
                  <a:pt x="464" y="215"/>
                  <a:pt x="469" y="215"/>
                </a:cubicBezTo>
                <a:cubicBezTo>
                  <a:pt x="474" y="215"/>
                  <a:pt x="479" y="216"/>
                  <a:pt x="484" y="218"/>
                </a:cubicBezTo>
                <a:cubicBezTo>
                  <a:pt x="489" y="220"/>
                  <a:pt x="493" y="222"/>
                  <a:pt x="497" y="226"/>
                </a:cubicBezTo>
                <a:cubicBezTo>
                  <a:pt x="501" y="230"/>
                  <a:pt x="503" y="234"/>
                  <a:pt x="505" y="239"/>
                </a:cubicBezTo>
                <a:cubicBezTo>
                  <a:pt x="507" y="244"/>
                  <a:pt x="508" y="248"/>
                  <a:pt x="508" y="254"/>
                </a:cubicBezTo>
                <a:cubicBezTo>
                  <a:pt x="508" y="259"/>
                  <a:pt x="507" y="264"/>
                  <a:pt x="505" y="269"/>
                </a:cubicBezTo>
                <a:cubicBezTo>
                  <a:pt x="503" y="273"/>
                  <a:pt x="501" y="278"/>
                  <a:pt x="497" y="281"/>
                </a:cubicBezTo>
                <a:cubicBezTo>
                  <a:pt x="493" y="285"/>
                  <a:pt x="489" y="288"/>
                  <a:pt x="484" y="290"/>
                </a:cubicBezTo>
                <a:cubicBezTo>
                  <a:pt x="479" y="292"/>
                  <a:pt x="474" y="293"/>
                  <a:pt x="469" y="293"/>
                </a:cubicBezTo>
                <a:cubicBezTo>
                  <a:pt x="464" y="293"/>
                  <a:pt x="459" y="292"/>
                  <a:pt x="454" y="290"/>
                </a:cubicBezTo>
                <a:cubicBezTo>
                  <a:pt x="450" y="288"/>
                  <a:pt x="445" y="285"/>
                  <a:pt x="442" y="281"/>
                </a:cubicBezTo>
                <a:cubicBezTo>
                  <a:pt x="438" y="278"/>
                  <a:pt x="435" y="273"/>
                  <a:pt x="433" y="269"/>
                </a:cubicBezTo>
                <a:cubicBezTo>
                  <a:pt x="431" y="264"/>
                  <a:pt x="430" y="259"/>
                  <a:pt x="430" y="254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654120" y="2734560"/>
            <a:ext cx="424116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</a:t>
            </a:r>
            <a:r>
              <a:rPr b="1" lang="en-US" sz="133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outer frame</a:t>
            </a:r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, justifying why the story is recorded.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991080" y="3628800"/>
            <a:ext cx="2166840" cy="25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70" strike="noStrike" u="none">
                <a:solidFill>
                  <a:srgbClr val="1f2937"/>
                </a:solidFill>
                <a:effectLst/>
                <a:uFillTx/>
                <a:latin typeface="Microsoft YaHei"/>
                <a:ea typeface="MicrosoftYaHei"/>
              </a:rPr>
              <a:t>Nelly Dean: The Insider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654120" y="4020120"/>
            <a:ext cx="504792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housekeeper and </a:t>
            </a:r>
            <a:r>
              <a:rPr b="1" lang="en-US" sz="133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oral historian</a:t>
            </a:r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. Unlike a neutral observer,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654120" y="4296600"/>
            <a:ext cx="461304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she is an active participant. Her "gossip" provides the core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433080" y="5271840"/>
            <a:ext cx="5467680" cy="981360"/>
          </a:xfrm>
          <a:custGeom>
            <a:avLst/>
            <a:gdLst/>
            <a:ahLst/>
            <a:rect l="0" t="0" r="r" b="b"/>
            <a:pathLst>
              <a:path w="15188" h="2726">
                <a:moveTo>
                  <a:pt x="0" y="2636"/>
                </a:moveTo>
                <a:lnTo>
                  <a:pt x="0" y="91"/>
                </a:lnTo>
                <a:cubicBezTo>
                  <a:pt x="0" y="79"/>
                  <a:pt x="3" y="67"/>
                  <a:pt x="7" y="56"/>
                </a:cubicBezTo>
                <a:cubicBezTo>
                  <a:pt x="12" y="45"/>
                  <a:pt x="18" y="35"/>
                  <a:pt x="27" y="27"/>
                </a:cubicBezTo>
                <a:cubicBezTo>
                  <a:pt x="35" y="18"/>
                  <a:pt x="45" y="12"/>
                  <a:pt x="56" y="7"/>
                </a:cubicBezTo>
                <a:cubicBezTo>
                  <a:pt x="68" y="2"/>
                  <a:pt x="79" y="0"/>
                  <a:pt x="91" y="0"/>
                </a:cubicBezTo>
                <a:lnTo>
                  <a:pt x="15098" y="0"/>
                </a:lnTo>
                <a:cubicBezTo>
                  <a:pt x="15110" y="0"/>
                  <a:pt x="15121" y="2"/>
                  <a:pt x="15132" y="7"/>
                </a:cubicBezTo>
                <a:cubicBezTo>
                  <a:pt x="15143" y="12"/>
                  <a:pt x="15153" y="18"/>
                  <a:pt x="15162" y="27"/>
                </a:cubicBezTo>
                <a:cubicBezTo>
                  <a:pt x="15170" y="35"/>
                  <a:pt x="15177" y="45"/>
                  <a:pt x="15182" y="56"/>
                </a:cubicBezTo>
                <a:cubicBezTo>
                  <a:pt x="15186" y="67"/>
                  <a:pt x="15188" y="79"/>
                  <a:pt x="15188" y="91"/>
                </a:cubicBezTo>
                <a:lnTo>
                  <a:pt x="15188" y="2636"/>
                </a:lnTo>
                <a:cubicBezTo>
                  <a:pt x="15188" y="2648"/>
                  <a:pt x="15186" y="2659"/>
                  <a:pt x="15182" y="2670"/>
                </a:cubicBezTo>
                <a:cubicBezTo>
                  <a:pt x="15177" y="2681"/>
                  <a:pt x="15170" y="2691"/>
                  <a:pt x="15162" y="2700"/>
                </a:cubicBezTo>
                <a:cubicBezTo>
                  <a:pt x="15153" y="2708"/>
                  <a:pt x="15143" y="2715"/>
                  <a:pt x="15132" y="2719"/>
                </a:cubicBezTo>
                <a:cubicBezTo>
                  <a:pt x="15121" y="2724"/>
                  <a:pt x="15110" y="2726"/>
                  <a:pt x="15098" y="2726"/>
                </a:cubicBezTo>
                <a:lnTo>
                  <a:pt x="91" y="2726"/>
                </a:lnTo>
                <a:cubicBezTo>
                  <a:pt x="79" y="2726"/>
                  <a:pt x="68" y="2724"/>
                  <a:pt x="56" y="2719"/>
                </a:cubicBezTo>
                <a:cubicBezTo>
                  <a:pt x="45" y="2715"/>
                  <a:pt x="35" y="2708"/>
                  <a:pt x="27" y="2700"/>
                </a:cubicBezTo>
                <a:cubicBezTo>
                  <a:pt x="18" y="2691"/>
                  <a:pt x="12" y="2681"/>
                  <a:pt x="7" y="2670"/>
                </a:cubicBezTo>
                <a:cubicBezTo>
                  <a:pt x="3" y="2659"/>
                  <a:pt x="0" y="2648"/>
                  <a:pt x="0" y="2636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433080" y="5271840"/>
            <a:ext cx="5467680" cy="981360"/>
          </a:xfrm>
          <a:custGeom>
            <a:avLst/>
            <a:gdLst/>
            <a:ahLst/>
            <a:rect l="0" t="0" r="r" b="b"/>
            <a:pathLst>
              <a:path fill="none" w="15188" h="2726">
                <a:moveTo>
                  <a:pt x="0" y="2636"/>
                </a:moveTo>
                <a:lnTo>
                  <a:pt x="0" y="91"/>
                </a:lnTo>
                <a:cubicBezTo>
                  <a:pt x="0" y="79"/>
                  <a:pt x="3" y="67"/>
                  <a:pt x="7" y="56"/>
                </a:cubicBezTo>
                <a:cubicBezTo>
                  <a:pt x="12" y="45"/>
                  <a:pt x="18" y="35"/>
                  <a:pt x="27" y="27"/>
                </a:cubicBezTo>
                <a:cubicBezTo>
                  <a:pt x="35" y="18"/>
                  <a:pt x="45" y="12"/>
                  <a:pt x="56" y="7"/>
                </a:cubicBezTo>
                <a:cubicBezTo>
                  <a:pt x="68" y="2"/>
                  <a:pt x="79" y="0"/>
                  <a:pt x="91" y="0"/>
                </a:cubicBezTo>
                <a:lnTo>
                  <a:pt x="15098" y="0"/>
                </a:lnTo>
                <a:cubicBezTo>
                  <a:pt x="15110" y="0"/>
                  <a:pt x="15121" y="2"/>
                  <a:pt x="15132" y="7"/>
                </a:cubicBezTo>
                <a:cubicBezTo>
                  <a:pt x="15143" y="12"/>
                  <a:pt x="15153" y="18"/>
                  <a:pt x="15162" y="27"/>
                </a:cubicBezTo>
                <a:cubicBezTo>
                  <a:pt x="15170" y="35"/>
                  <a:pt x="15177" y="45"/>
                  <a:pt x="15182" y="56"/>
                </a:cubicBezTo>
                <a:cubicBezTo>
                  <a:pt x="15186" y="67"/>
                  <a:pt x="15188" y="79"/>
                  <a:pt x="15188" y="91"/>
                </a:cubicBezTo>
                <a:lnTo>
                  <a:pt x="15188" y="2636"/>
                </a:lnTo>
                <a:cubicBezTo>
                  <a:pt x="15188" y="2648"/>
                  <a:pt x="15186" y="2659"/>
                  <a:pt x="15182" y="2670"/>
                </a:cubicBezTo>
                <a:cubicBezTo>
                  <a:pt x="15177" y="2681"/>
                  <a:pt x="15170" y="2691"/>
                  <a:pt x="15162" y="2700"/>
                </a:cubicBezTo>
                <a:cubicBezTo>
                  <a:pt x="15153" y="2708"/>
                  <a:pt x="15143" y="2715"/>
                  <a:pt x="15132" y="2719"/>
                </a:cubicBezTo>
                <a:cubicBezTo>
                  <a:pt x="15121" y="2724"/>
                  <a:pt x="15110" y="2726"/>
                  <a:pt x="15098" y="2726"/>
                </a:cubicBezTo>
                <a:lnTo>
                  <a:pt x="91" y="2726"/>
                </a:lnTo>
                <a:cubicBezTo>
                  <a:pt x="79" y="2726"/>
                  <a:pt x="68" y="2724"/>
                  <a:pt x="56" y="2719"/>
                </a:cubicBezTo>
                <a:cubicBezTo>
                  <a:pt x="45" y="2715"/>
                  <a:pt x="35" y="2708"/>
                  <a:pt x="27" y="2700"/>
                </a:cubicBezTo>
                <a:cubicBezTo>
                  <a:pt x="18" y="2691"/>
                  <a:pt x="12" y="2681"/>
                  <a:pt x="7" y="2670"/>
                </a:cubicBezTo>
                <a:cubicBezTo>
                  <a:pt x="3" y="2659"/>
                  <a:pt x="0" y="2648"/>
                  <a:pt x="0" y="2636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590400" y="5467320"/>
            <a:ext cx="150120" cy="150120"/>
          </a:xfrm>
          <a:custGeom>
            <a:avLst/>
            <a:gdLst/>
            <a:ahLst/>
            <a:rect l="0" t="0" r="r" b="b"/>
            <a:pathLst>
              <a:path w="417" h="417">
                <a:moveTo>
                  <a:pt x="208" y="417"/>
                </a:moveTo>
                <a:cubicBezTo>
                  <a:pt x="222" y="417"/>
                  <a:pt x="236" y="416"/>
                  <a:pt x="250" y="412"/>
                </a:cubicBezTo>
                <a:cubicBezTo>
                  <a:pt x="263" y="409"/>
                  <a:pt x="276" y="405"/>
                  <a:pt x="289" y="400"/>
                </a:cubicBezTo>
                <a:cubicBezTo>
                  <a:pt x="301" y="395"/>
                  <a:pt x="313" y="388"/>
                  <a:pt x="325" y="381"/>
                </a:cubicBezTo>
                <a:cubicBezTo>
                  <a:pt x="336" y="373"/>
                  <a:pt x="347" y="365"/>
                  <a:pt x="356" y="355"/>
                </a:cubicBezTo>
                <a:cubicBezTo>
                  <a:pt x="366" y="345"/>
                  <a:pt x="375" y="335"/>
                  <a:pt x="382" y="323"/>
                </a:cubicBezTo>
                <a:cubicBezTo>
                  <a:pt x="390" y="312"/>
                  <a:pt x="396" y="300"/>
                  <a:pt x="401" y="287"/>
                </a:cubicBezTo>
                <a:cubicBezTo>
                  <a:pt x="407" y="275"/>
                  <a:pt x="411" y="262"/>
                  <a:pt x="413" y="248"/>
                </a:cubicBezTo>
                <a:cubicBezTo>
                  <a:pt x="416" y="235"/>
                  <a:pt x="417" y="221"/>
                  <a:pt x="417" y="208"/>
                </a:cubicBezTo>
                <a:cubicBezTo>
                  <a:pt x="417" y="194"/>
                  <a:pt x="416" y="181"/>
                  <a:pt x="413" y="167"/>
                </a:cubicBezTo>
                <a:cubicBezTo>
                  <a:pt x="411" y="154"/>
                  <a:pt x="407" y="141"/>
                  <a:pt x="401" y="128"/>
                </a:cubicBezTo>
                <a:cubicBezTo>
                  <a:pt x="396" y="115"/>
                  <a:pt x="390" y="103"/>
                  <a:pt x="382" y="92"/>
                </a:cubicBezTo>
                <a:cubicBezTo>
                  <a:pt x="375" y="81"/>
                  <a:pt x="366" y="70"/>
                  <a:pt x="356" y="61"/>
                </a:cubicBezTo>
                <a:cubicBezTo>
                  <a:pt x="347" y="51"/>
                  <a:pt x="336" y="42"/>
                  <a:pt x="325" y="35"/>
                </a:cubicBezTo>
                <a:cubicBezTo>
                  <a:pt x="313" y="27"/>
                  <a:pt x="301" y="21"/>
                  <a:pt x="289" y="15"/>
                </a:cubicBezTo>
                <a:cubicBezTo>
                  <a:pt x="276" y="10"/>
                  <a:pt x="263" y="6"/>
                  <a:pt x="250" y="4"/>
                </a:cubicBezTo>
                <a:cubicBezTo>
                  <a:pt x="236" y="1"/>
                  <a:pt x="222" y="0"/>
                  <a:pt x="208" y="0"/>
                </a:cubicBezTo>
                <a:cubicBezTo>
                  <a:pt x="194" y="0"/>
                  <a:pt x="181" y="1"/>
                  <a:pt x="167" y="4"/>
                </a:cubicBezTo>
                <a:cubicBezTo>
                  <a:pt x="154" y="6"/>
                  <a:pt x="141" y="10"/>
                  <a:pt x="128" y="15"/>
                </a:cubicBezTo>
                <a:cubicBezTo>
                  <a:pt x="116" y="21"/>
                  <a:pt x="104" y="27"/>
                  <a:pt x="92" y="35"/>
                </a:cubicBezTo>
                <a:cubicBezTo>
                  <a:pt x="81" y="42"/>
                  <a:pt x="71" y="51"/>
                  <a:pt x="61" y="61"/>
                </a:cubicBezTo>
                <a:cubicBezTo>
                  <a:pt x="51" y="70"/>
                  <a:pt x="43" y="81"/>
                  <a:pt x="35" y="92"/>
                </a:cubicBezTo>
                <a:cubicBezTo>
                  <a:pt x="27" y="103"/>
                  <a:pt x="21" y="115"/>
                  <a:pt x="16" y="128"/>
                </a:cubicBezTo>
                <a:cubicBezTo>
                  <a:pt x="11" y="141"/>
                  <a:pt x="7" y="154"/>
                  <a:pt x="4" y="167"/>
                </a:cubicBezTo>
                <a:cubicBezTo>
                  <a:pt x="1" y="181"/>
                  <a:pt x="0" y="194"/>
                  <a:pt x="0" y="208"/>
                </a:cubicBezTo>
                <a:cubicBezTo>
                  <a:pt x="0" y="221"/>
                  <a:pt x="1" y="235"/>
                  <a:pt x="4" y="248"/>
                </a:cubicBezTo>
                <a:cubicBezTo>
                  <a:pt x="7" y="262"/>
                  <a:pt x="11" y="275"/>
                  <a:pt x="16" y="287"/>
                </a:cubicBezTo>
                <a:cubicBezTo>
                  <a:pt x="21" y="300"/>
                  <a:pt x="27" y="312"/>
                  <a:pt x="35" y="323"/>
                </a:cubicBezTo>
                <a:cubicBezTo>
                  <a:pt x="43" y="335"/>
                  <a:pt x="51" y="345"/>
                  <a:pt x="61" y="355"/>
                </a:cubicBezTo>
                <a:cubicBezTo>
                  <a:pt x="71" y="365"/>
                  <a:pt x="81" y="373"/>
                  <a:pt x="92" y="381"/>
                </a:cubicBezTo>
                <a:cubicBezTo>
                  <a:pt x="104" y="388"/>
                  <a:pt x="116" y="395"/>
                  <a:pt x="128" y="400"/>
                </a:cubicBezTo>
                <a:cubicBezTo>
                  <a:pt x="141" y="405"/>
                  <a:pt x="154" y="409"/>
                  <a:pt x="167" y="412"/>
                </a:cubicBezTo>
                <a:cubicBezTo>
                  <a:pt x="181" y="416"/>
                  <a:pt x="194" y="417"/>
                  <a:pt x="208" y="417"/>
                </a:cubicBezTo>
                <a:moveTo>
                  <a:pt x="176" y="273"/>
                </a:moveTo>
                <a:lnTo>
                  <a:pt x="195" y="273"/>
                </a:lnTo>
                <a:lnTo>
                  <a:pt x="195" y="221"/>
                </a:lnTo>
                <a:lnTo>
                  <a:pt x="176" y="221"/>
                </a:lnTo>
                <a:cubicBezTo>
                  <a:pt x="165" y="221"/>
                  <a:pt x="156" y="212"/>
                  <a:pt x="156" y="201"/>
                </a:cubicBezTo>
                <a:cubicBezTo>
                  <a:pt x="156" y="190"/>
                  <a:pt x="165" y="182"/>
                  <a:pt x="176" y="182"/>
                </a:cubicBezTo>
                <a:lnTo>
                  <a:pt x="215" y="182"/>
                </a:lnTo>
                <a:cubicBezTo>
                  <a:pt x="225" y="182"/>
                  <a:pt x="235" y="190"/>
                  <a:pt x="235" y="201"/>
                </a:cubicBezTo>
                <a:lnTo>
                  <a:pt x="235" y="273"/>
                </a:lnTo>
                <a:lnTo>
                  <a:pt x="242" y="273"/>
                </a:lnTo>
                <a:cubicBezTo>
                  <a:pt x="252" y="273"/>
                  <a:pt x="261" y="281"/>
                  <a:pt x="261" y="292"/>
                </a:cubicBezTo>
                <a:cubicBezTo>
                  <a:pt x="261" y="303"/>
                  <a:pt x="252" y="312"/>
                  <a:pt x="242" y="312"/>
                </a:cubicBezTo>
                <a:lnTo>
                  <a:pt x="176" y="312"/>
                </a:lnTo>
                <a:cubicBezTo>
                  <a:pt x="165" y="312"/>
                  <a:pt x="156" y="303"/>
                  <a:pt x="156" y="292"/>
                </a:cubicBezTo>
                <a:cubicBezTo>
                  <a:pt x="156" y="281"/>
                  <a:pt x="165" y="273"/>
                  <a:pt x="176" y="273"/>
                </a:cubicBezTo>
                <a:moveTo>
                  <a:pt x="208" y="104"/>
                </a:moveTo>
                <a:cubicBezTo>
                  <a:pt x="215" y="104"/>
                  <a:pt x="221" y="106"/>
                  <a:pt x="226" y="111"/>
                </a:cubicBezTo>
                <a:cubicBezTo>
                  <a:pt x="233" y="116"/>
                  <a:pt x="235" y="122"/>
                  <a:pt x="235" y="130"/>
                </a:cubicBezTo>
                <a:cubicBezTo>
                  <a:pt x="235" y="137"/>
                  <a:pt x="233" y="143"/>
                  <a:pt x="226" y="148"/>
                </a:cubicBezTo>
                <a:cubicBezTo>
                  <a:pt x="221" y="153"/>
                  <a:pt x="215" y="156"/>
                  <a:pt x="208" y="156"/>
                </a:cubicBezTo>
                <a:cubicBezTo>
                  <a:pt x="201" y="156"/>
                  <a:pt x="195" y="153"/>
                  <a:pt x="190" y="148"/>
                </a:cubicBezTo>
                <a:cubicBezTo>
                  <a:pt x="185" y="143"/>
                  <a:pt x="182" y="137"/>
                  <a:pt x="182" y="130"/>
                </a:cubicBezTo>
                <a:cubicBezTo>
                  <a:pt x="182" y="122"/>
                  <a:pt x="185" y="116"/>
                  <a:pt x="190" y="111"/>
                </a:cubicBezTo>
                <a:cubicBezTo>
                  <a:pt x="195" y="106"/>
                  <a:pt x="201" y="104"/>
                  <a:pt x="208" y="104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654120" y="4572720"/>
            <a:ext cx="463572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narrative, yet it is biased by her own morality and feelings.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850320" y="5440680"/>
            <a:ext cx="451512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8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Reliability Gap: </a:t>
            </a:r>
            <a:r>
              <a:rPr b="0" lang="en-US" sz="118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truth is filtered through multiple minds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850320" y="5659560"/>
            <a:ext cx="482652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before reaching the reader, creating ambiguity about the characters'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6300360" y="990360"/>
            <a:ext cx="225000" cy="225000"/>
          </a:xfrm>
          <a:custGeom>
            <a:avLst/>
            <a:gdLst/>
            <a:ahLst/>
            <a:rect l="0" t="0" r="r" b="b"/>
            <a:pathLst>
              <a:path w="625" h="625">
                <a:moveTo>
                  <a:pt x="284" y="7"/>
                </a:moveTo>
                <a:cubicBezTo>
                  <a:pt x="303" y="-2"/>
                  <a:pt x="323" y="-2"/>
                  <a:pt x="342" y="7"/>
                </a:cubicBezTo>
                <a:lnTo>
                  <a:pt x="608" y="131"/>
                </a:lnTo>
                <a:cubicBezTo>
                  <a:pt x="618" y="135"/>
                  <a:pt x="625" y="146"/>
                  <a:pt x="625" y="157"/>
                </a:cubicBezTo>
                <a:cubicBezTo>
                  <a:pt x="625" y="169"/>
                  <a:pt x="618" y="179"/>
                  <a:pt x="608" y="184"/>
                </a:cubicBezTo>
                <a:lnTo>
                  <a:pt x="342" y="307"/>
                </a:lnTo>
                <a:cubicBezTo>
                  <a:pt x="323" y="315"/>
                  <a:pt x="303" y="315"/>
                  <a:pt x="284" y="307"/>
                </a:cubicBezTo>
                <a:lnTo>
                  <a:pt x="17" y="184"/>
                </a:lnTo>
                <a:cubicBezTo>
                  <a:pt x="7" y="179"/>
                  <a:pt x="0" y="169"/>
                  <a:pt x="0" y="157"/>
                </a:cubicBezTo>
                <a:cubicBezTo>
                  <a:pt x="0" y="146"/>
                  <a:pt x="7" y="135"/>
                  <a:pt x="17" y="131"/>
                </a:cubicBezTo>
                <a:lnTo>
                  <a:pt x="284" y="7"/>
                </a:lnTo>
                <a:moveTo>
                  <a:pt x="543" y="257"/>
                </a:moveTo>
                <a:lnTo>
                  <a:pt x="608" y="287"/>
                </a:lnTo>
                <a:cubicBezTo>
                  <a:pt x="618" y="291"/>
                  <a:pt x="625" y="302"/>
                  <a:pt x="625" y="313"/>
                </a:cubicBezTo>
                <a:cubicBezTo>
                  <a:pt x="625" y="325"/>
                  <a:pt x="618" y="335"/>
                  <a:pt x="608" y="340"/>
                </a:cubicBezTo>
                <a:lnTo>
                  <a:pt x="342" y="463"/>
                </a:lnTo>
                <a:cubicBezTo>
                  <a:pt x="323" y="471"/>
                  <a:pt x="303" y="471"/>
                  <a:pt x="284" y="463"/>
                </a:cubicBezTo>
                <a:lnTo>
                  <a:pt x="17" y="340"/>
                </a:lnTo>
                <a:cubicBezTo>
                  <a:pt x="7" y="335"/>
                  <a:pt x="0" y="325"/>
                  <a:pt x="0" y="313"/>
                </a:cubicBezTo>
                <a:cubicBezTo>
                  <a:pt x="0" y="302"/>
                  <a:pt x="7" y="291"/>
                  <a:pt x="17" y="287"/>
                </a:cubicBezTo>
                <a:lnTo>
                  <a:pt x="82" y="257"/>
                </a:lnTo>
                <a:lnTo>
                  <a:pt x="268" y="342"/>
                </a:lnTo>
                <a:cubicBezTo>
                  <a:pt x="297" y="355"/>
                  <a:pt x="329" y="355"/>
                  <a:pt x="358" y="342"/>
                </a:cubicBezTo>
                <a:lnTo>
                  <a:pt x="543" y="257"/>
                </a:lnTo>
                <a:moveTo>
                  <a:pt x="358" y="498"/>
                </a:moveTo>
                <a:lnTo>
                  <a:pt x="543" y="413"/>
                </a:lnTo>
                <a:lnTo>
                  <a:pt x="608" y="443"/>
                </a:lnTo>
                <a:cubicBezTo>
                  <a:pt x="618" y="447"/>
                  <a:pt x="625" y="458"/>
                  <a:pt x="625" y="469"/>
                </a:cubicBezTo>
                <a:cubicBezTo>
                  <a:pt x="625" y="481"/>
                  <a:pt x="618" y="491"/>
                  <a:pt x="608" y="496"/>
                </a:cubicBezTo>
                <a:lnTo>
                  <a:pt x="342" y="619"/>
                </a:lnTo>
                <a:cubicBezTo>
                  <a:pt x="323" y="627"/>
                  <a:pt x="303" y="627"/>
                  <a:pt x="284" y="619"/>
                </a:cubicBezTo>
                <a:lnTo>
                  <a:pt x="17" y="496"/>
                </a:lnTo>
                <a:cubicBezTo>
                  <a:pt x="7" y="491"/>
                  <a:pt x="0" y="481"/>
                  <a:pt x="0" y="469"/>
                </a:cubicBezTo>
                <a:cubicBezTo>
                  <a:pt x="0" y="458"/>
                  <a:pt x="7" y="447"/>
                  <a:pt x="17" y="443"/>
                </a:cubicBezTo>
                <a:lnTo>
                  <a:pt x="82" y="413"/>
                </a:lnTo>
                <a:lnTo>
                  <a:pt x="268" y="498"/>
                </a:lnTo>
                <a:cubicBezTo>
                  <a:pt x="297" y="511"/>
                  <a:pt x="329" y="511"/>
                  <a:pt x="358" y="498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850320" y="5888160"/>
            <a:ext cx="83988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true nature.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6291000" y="1481040"/>
            <a:ext cx="5467680" cy="2048040"/>
          </a:xfrm>
          <a:custGeom>
            <a:avLst/>
            <a:gdLst/>
            <a:ahLst/>
            <a:rect l="0" t="0" r="r" b="b"/>
            <a:pathLst>
              <a:path w="15188" h="5689">
                <a:moveTo>
                  <a:pt x="0" y="5598"/>
                </a:moveTo>
                <a:lnTo>
                  <a:pt x="0" y="91"/>
                </a:lnTo>
                <a:cubicBezTo>
                  <a:pt x="0" y="79"/>
                  <a:pt x="3" y="67"/>
                  <a:pt x="7" y="56"/>
                </a:cubicBezTo>
                <a:cubicBezTo>
                  <a:pt x="12" y="45"/>
                  <a:pt x="18" y="35"/>
                  <a:pt x="27" y="26"/>
                </a:cubicBezTo>
                <a:cubicBezTo>
                  <a:pt x="35" y="18"/>
                  <a:pt x="45" y="11"/>
                  <a:pt x="56" y="7"/>
                </a:cubicBezTo>
                <a:cubicBezTo>
                  <a:pt x="67" y="2"/>
                  <a:pt x="79" y="0"/>
                  <a:pt x="91" y="0"/>
                </a:cubicBezTo>
                <a:lnTo>
                  <a:pt x="15097" y="0"/>
                </a:lnTo>
                <a:cubicBezTo>
                  <a:pt x="15110" y="0"/>
                  <a:pt x="15121" y="2"/>
                  <a:pt x="15132" y="7"/>
                </a:cubicBezTo>
                <a:cubicBezTo>
                  <a:pt x="15143" y="11"/>
                  <a:pt x="15153" y="18"/>
                  <a:pt x="15162" y="26"/>
                </a:cubicBezTo>
                <a:cubicBezTo>
                  <a:pt x="15170" y="35"/>
                  <a:pt x="15177" y="45"/>
                  <a:pt x="15181" y="56"/>
                </a:cubicBezTo>
                <a:cubicBezTo>
                  <a:pt x="15186" y="67"/>
                  <a:pt x="15188" y="79"/>
                  <a:pt x="15188" y="91"/>
                </a:cubicBezTo>
                <a:lnTo>
                  <a:pt x="15188" y="5598"/>
                </a:lnTo>
                <a:cubicBezTo>
                  <a:pt x="15188" y="5611"/>
                  <a:pt x="15186" y="5622"/>
                  <a:pt x="15181" y="5633"/>
                </a:cubicBezTo>
                <a:cubicBezTo>
                  <a:pt x="15177" y="5644"/>
                  <a:pt x="15170" y="5654"/>
                  <a:pt x="15162" y="5663"/>
                </a:cubicBezTo>
                <a:cubicBezTo>
                  <a:pt x="15153" y="5671"/>
                  <a:pt x="15143" y="5678"/>
                  <a:pt x="15132" y="5682"/>
                </a:cubicBezTo>
                <a:cubicBezTo>
                  <a:pt x="15121" y="5687"/>
                  <a:pt x="15110" y="5689"/>
                  <a:pt x="15097" y="5689"/>
                </a:cubicBezTo>
                <a:lnTo>
                  <a:pt x="91" y="5689"/>
                </a:lnTo>
                <a:cubicBezTo>
                  <a:pt x="79" y="5689"/>
                  <a:pt x="67" y="5687"/>
                  <a:pt x="56" y="5682"/>
                </a:cubicBezTo>
                <a:cubicBezTo>
                  <a:pt x="45" y="5678"/>
                  <a:pt x="35" y="5671"/>
                  <a:pt x="27" y="5663"/>
                </a:cubicBezTo>
                <a:cubicBezTo>
                  <a:pt x="18" y="5654"/>
                  <a:pt x="12" y="5644"/>
                  <a:pt x="7" y="5633"/>
                </a:cubicBezTo>
                <a:cubicBezTo>
                  <a:pt x="3" y="5622"/>
                  <a:pt x="0" y="5611"/>
                  <a:pt x="0" y="559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6291000" y="1481040"/>
            <a:ext cx="5467680" cy="2048040"/>
          </a:xfrm>
          <a:custGeom>
            <a:avLst/>
            <a:gdLst/>
            <a:ahLst/>
            <a:rect l="0" t="0" r="r" b="b"/>
            <a:pathLst>
              <a:path fill="none" w="15188" h="5689">
                <a:moveTo>
                  <a:pt x="0" y="5598"/>
                </a:moveTo>
                <a:lnTo>
                  <a:pt x="0" y="91"/>
                </a:lnTo>
                <a:cubicBezTo>
                  <a:pt x="0" y="79"/>
                  <a:pt x="3" y="67"/>
                  <a:pt x="7" y="56"/>
                </a:cubicBezTo>
                <a:cubicBezTo>
                  <a:pt x="12" y="45"/>
                  <a:pt x="18" y="35"/>
                  <a:pt x="27" y="26"/>
                </a:cubicBezTo>
                <a:cubicBezTo>
                  <a:pt x="35" y="18"/>
                  <a:pt x="45" y="11"/>
                  <a:pt x="56" y="7"/>
                </a:cubicBezTo>
                <a:cubicBezTo>
                  <a:pt x="67" y="2"/>
                  <a:pt x="79" y="0"/>
                  <a:pt x="91" y="0"/>
                </a:cubicBezTo>
                <a:lnTo>
                  <a:pt x="15097" y="0"/>
                </a:lnTo>
                <a:cubicBezTo>
                  <a:pt x="15110" y="0"/>
                  <a:pt x="15121" y="2"/>
                  <a:pt x="15132" y="7"/>
                </a:cubicBezTo>
                <a:cubicBezTo>
                  <a:pt x="15143" y="11"/>
                  <a:pt x="15153" y="18"/>
                  <a:pt x="15162" y="26"/>
                </a:cubicBezTo>
                <a:cubicBezTo>
                  <a:pt x="15170" y="35"/>
                  <a:pt x="15177" y="45"/>
                  <a:pt x="15181" y="56"/>
                </a:cubicBezTo>
                <a:cubicBezTo>
                  <a:pt x="15186" y="67"/>
                  <a:pt x="15188" y="79"/>
                  <a:pt x="15188" y="91"/>
                </a:cubicBezTo>
                <a:lnTo>
                  <a:pt x="15188" y="5598"/>
                </a:lnTo>
                <a:cubicBezTo>
                  <a:pt x="15188" y="5611"/>
                  <a:pt x="15186" y="5622"/>
                  <a:pt x="15181" y="5633"/>
                </a:cubicBezTo>
                <a:cubicBezTo>
                  <a:pt x="15177" y="5644"/>
                  <a:pt x="15170" y="5654"/>
                  <a:pt x="15162" y="5663"/>
                </a:cubicBezTo>
                <a:cubicBezTo>
                  <a:pt x="15153" y="5671"/>
                  <a:pt x="15143" y="5678"/>
                  <a:pt x="15132" y="5682"/>
                </a:cubicBezTo>
                <a:cubicBezTo>
                  <a:pt x="15121" y="5687"/>
                  <a:pt x="15110" y="5689"/>
                  <a:pt x="15097" y="5689"/>
                </a:cubicBezTo>
                <a:lnTo>
                  <a:pt x="91" y="5689"/>
                </a:lnTo>
                <a:cubicBezTo>
                  <a:pt x="79" y="5689"/>
                  <a:pt x="67" y="5687"/>
                  <a:pt x="56" y="5682"/>
                </a:cubicBezTo>
                <a:cubicBezTo>
                  <a:pt x="45" y="5678"/>
                  <a:pt x="35" y="5671"/>
                  <a:pt x="27" y="5663"/>
                </a:cubicBezTo>
                <a:cubicBezTo>
                  <a:pt x="18" y="5654"/>
                  <a:pt x="12" y="5644"/>
                  <a:pt x="7" y="5633"/>
                </a:cubicBezTo>
                <a:cubicBezTo>
                  <a:pt x="3" y="5622"/>
                  <a:pt x="0" y="5611"/>
                  <a:pt x="0" y="5598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8" name="" descr=""/>
          <p:cNvPicPr/>
          <p:nvPr/>
        </p:nvPicPr>
        <p:blipFill>
          <a:blip r:embed="rId1"/>
          <a:stretch/>
        </p:blipFill>
        <p:spPr>
          <a:xfrm>
            <a:off x="6372360" y="1562040"/>
            <a:ext cx="5304960" cy="162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"/>
          <p:cNvSpPr txBox="1"/>
          <p:nvPr/>
        </p:nvSpPr>
        <p:spPr>
          <a:xfrm>
            <a:off x="6648480" y="950400"/>
            <a:ext cx="18925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7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Structure &amp; Time</a:t>
            </a:r>
            <a:endParaRPr b="0" lang="en-US" sz="17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6291000" y="3690720"/>
            <a:ext cx="286200" cy="286200"/>
          </a:xfrm>
          <a:custGeom>
            <a:avLst/>
            <a:gdLst/>
            <a:ahLst/>
            <a:rect l="0" t="0" r="r" b="b"/>
            <a:pathLst>
              <a:path w="795" h="795">
                <a:moveTo>
                  <a:pt x="0" y="652"/>
                </a:moveTo>
                <a:lnTo>
                  <a:pt x="0" y="143"/>
                </a:lnTo>
                <a:cubicBezTo>
                  <a:pt x="0" y="134"/>
                  <a:pt x="1" y="124"/>
                  <a:pt x="3" y="115"/>
                </a:cubicBezTo>
                <a:cubicBezTo>
                  <a:pt x="5" y="106"/>
                  <a:pt x="8" y="97"/>
                  <a:pt x="11" y="88"/>
                </a:cubicBezTo>
                <a:cubicBezTo>
                  <a:pt x="15" y="80"/>
                  <a:pt x="19" y="71"/>
                  <a:pt x="24" y="64"/>
                </a:cubicBezTo>
                <a:cubicBezTo>
                  <a:pt x="30" y="56"/>
                  <a:pt x="35" y="49"/>
                  <a:pt x="42" y="42"/>
                </a:cubicBezTo>
                <a:cubicBezTo>
                  <a:pt x="49" y="35"/>
                  <a:pt x="56" y="29"/>
                  <a:pt x="64" y="24"/>
                </a:cubicBezTo>
                <a:cubicBezTo>
                  <a:pt x="72" y="19"/>
                  <a:pt x="80" y="15"/>
                  <a:pt x="88" y="11"/>
                </a:cubicBezTo>
                <a:cubicBezTo>
                  <a:pt x="97" y="7"/>
                  <a:pt x="106" y="5"/>
                  <a:pt x="115" y="3"/>
                </a:cubicBezTo>
                <a:cubicBezTo>
                  <a:pt x="124" y="1"/>
                  <a:pt x="134" y="0"/>
                  <a:pt x="143" y="0"/>
                </a:cubicBezTo>
                <a:lnTo>
                  <a:pt x="652" y="0"/>
                </a:lnTo>
                <a:cubicBezTo>
                  <a:pt x="661" y="0"/>
                  <a:pt x="671" y="1"/>
                  <a:pt x="680" y="3"/>
                </a:cubicBezTo>
                <a:cubicBezTo>
                  <a:pt x="689" y="5"/>
                  <a:pt x="698" y="7"/>
                  <a:pt x="707" y="11"/>
                </a:cubicBezTo>
                <a:cubicBezTo>
                  <a:pt x="715" y="15"/>
                  <a:pt x="724" y="19"/>
                  <a:pt x="731" y="24"/>
                </a:cubicBezTo>
                <a:cubicBezTo>
                  <a:pt x="739" y="29"/>
                  <a:pt x="746" y="35"/>
                  <a:pt x="753" y="42"/>
                </a:cubicBezTo>
                <a:cubicBezTo>
                  <a:pt x="760" y="49"/>
                  <a:pt x="766" y="56"/>
                  <a:pt x="771" y="64"/>
                </a:cubicBezTo>
                <a:cubicBezTo>
                  <a:pt x="776" y="71"/>
                  <a:pt x="781" y="80"/>
                  <a:pt x="784" y="88"/>
                </a:cubicBezTo>
                <a:cubicBezTo>
                  <a:pt x="788" y="97"/>
                  <a:pt x="790" y="106"/>
                  <a:pt x="792" y="115"/>
                </a:cubicBezTo>
                <a:cubicBezTo>
                  <a:pt x="794" y="124"/>
                  <a:pt x="795" y="134"/>
                  <a:pt x="795" y="143"/>
                </a:cubicBezTo>
                <a:lnTo>
                  <a:pt x="795" y="652"/>
                </a:lnTo>
                <a:cubicBezTo>
                  <a:pt x="795" y="661"/>
                  <a:pt x="794" y="671"/>
                  <a:pt x="792" y="680"/>
                </a:cubicBezTo>
                <a:cubicBezTo>
                  <a:pt x="790" y="689"/>
                  <a:pt x="788" y="698"/>
                  <a:pt x="784" y="707"/>
                </a:cubicBezTo>
                <a:cubicBezTo>
                  <a:pt x="781" y="715"/>
                  <a:pt x="776" y="724"/>
                  <a:pt x="771" y="731"/>
                </a:cubicBezTo>
                <a:cubicBezTo>
                  <a:pt x="766" y="739"/>
                  <a:pt x="760" y="746"/>
                  <a:pt x="753" y="753"/>
                </a:cubicBezTo>
                <a:cubicBezTo>
                  <a:pt x="746" y="760"/>
                  <a:pt x="739" y="766"/>
                  <a:pt x="731" y="771"/>
                </a:cubicBezTo>
                <a:cubicBezTo>
                  <a:pt x="724" y="776"/>
                  <a:pt x="715" y="780"/>
                  <a:pt x="707" y="784"/>
                </a:cubicBezTo>
                <a:cubicBezTo>
                  <a:pt x="698" y="788"/>
                  <a:pt x="689" y="790"/>
                  <a:pt x="680" y="792"/>
                </a:cubicBezTo>
                <a:cubicBezTo>
                  <a:pt x="671" y="794"/>
                  <a:pt x="661" y="795"/>
                  <a:pt x="652" y="795"/>
                </a:cubicBezTo>
                <a:lnTo>
                  <a:pt x="143" y="795"/>
                </a:lnTo>
                <a:cubicBezTo>
                  <a:pt x="134" y="795"/>
                  <a:pt x="124" y="794"/>
                  <a:pt x="115" y="792"/>
                </a:cubicBezTo>
                <a:cubicBezTo>
                  <a:pt x="106" y="790"/>
                  <a:pt x="97" y="788"/>
                  <a:pt x="88" y="784"/>
                </a:cubicBezTo>
                <a:cubicBezTo>
                  <a:pt x="80" y="780"/>
                  <a:pt x="72" y="776"/>
                  <a:pt x="64" y="771"/>
                </a:cubicBezTo>
                <a:cubicBezTo>
                  <a:pt x="56" y="766"/>
                  <a:pt x="49" y="760"/>
                  <a:pt x="42" y="753"/>
                </a:cubicBezTo>
                <a:cubicBezTo>
                  <a:pt x="35" y="746"/>
                  <a:pt x="30" y="739"/>
                  <a:pt x="24" y="731"/>
                </a:cubicBezTo>
                <a:cubicBezTo>
                  <a:pt x="19" y="724"/>
                  <a:pt x="15" y="715"/>
                  <a:pt x="11" y="707"/>
                </a:cubicBezTo>
                <a:cubicBezTo>
                  <a:pt x="8" y="698"/>
                  <a:pt x="5" y="689"/>
                  <a:pt x="3" y="680"/>
                </a:cubicBezTo>
                <a:cubicBezTo>
                  <a:pt x="1" y="671"/>
                  <a:pt x="0" y="661"/>
                  <a:pt x="0" y="652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6291000" y="3690720"/>
            <a:ext cx="286200" cy="286200"/>
          </a:xfrm>
          <a:custGeom>
            <a:avLst/>
            <a:gdLst/>
            <a:ahLst/>
            <a:rect l="0" t="0" r="r" b="b"/>
            <a:pathLst>
              <a:path fill="none" w="795" h="795">
                <a:moveTo>
                  <a:pt x="0" y="652"/>
                </a:moveTo>
                <a:lnTo>
                  <a:pt x="0" y="143"/>
                </a:lnTo>
                <a:cubicBezTo>
                  <a:pt x="0" y="134"/>
                  <a:pt x="1" y="124"/>
                  <a:pt x="3" y="115"/>
                </a:cubicBezTo>
                <a:cubicBezTo>
                  <a:pt x="5" y="106"/>
                  <a:pt x="8" y="97"/>
                  <a:pt x="11" y="88"/>
                </a:cubicBezTo>
                <a:cubicBezTo>
                  <a:pt x="15" y="80"/>
                  <a:pt x="19" y="71"/>
                  <a:pt x="24" y="64"/>
                </a:cubicBezTo>
                <a:cubicBezTo>
                  <a:pt x="30" y="56"/>
                  <a:pt x="35" y="49"/>
                  <a:pt x="42" y="42"/>
                </a:cubicBezTo>
                <a:cubicBezTo>
                  <a:pt x="49" y="35"/>
                  <a:pt x="56" y="29"/>
                  <a:pt x="64" y="24"/>
                </a:cubicBezTo>
                <a:cubicBezTo>
                  <a:pt x="72" y="19"/>
                  <a:pt x="80" y="15"/>
                  <a:pt x="88" y="11"/>
                </a:cubicBezTo>
                <a:cubicBezTo>
                  <a:pt x="97" y="7"/>
                  <a:pt x="106" y="5"/>
                  <a:pt x="115" y="3"/>
                </a:cubicBezTo>
                <a:cubicBezTo>
                  <a:pt x="124" y="1"/>
                  <a:pt x="134" y="0"/>
                  <a:pt x="143" y="0"/>
                </a:cubicBezTo>
                <a:lnTo>
                  <a:pt x="652" y="0"/>
                </a:lnTo>
                <a:cubicBezTo>
                  <a:pt x="661" y="0"/>
                  <a:pt x="671" y="1"/>
                  <a:pt x="680" y="3"/>
                </a:cubicBezTo>
                <a:cubicBezTo>
                  <a:pt x="689" y="5"/>
                  <a:pt x="698" y="7"/>
                  <a:pt x="707" y="11"/>
                </a:cubicBezTo>
                <a:cubicBezTo>
                  <a:pt x="715" y="15"/>
                  <a:pt x="724" y="19"/>
                  <a:pt x="731" y="24"/>
                </a:cubicBezTo>
                <a:cubicBezTo>
                  <a:pt x="739" y="29"/>
                  <a:pt x="746" y="35"/>
                  <a:pt x="753" y="42"/>
                </a:cubicBezTo>
                <a:cubicBezTo>
                  <a:pt x="760" y="49"/>
                  <a:pt x="766" y="56"/>
                  <a:pt x="771" y="64"/>
                </a:cubicBezTo>
                <a:cubicBezTo>
                  <a:pt x="776" y="71"/>
                  <a:pt x="781" y="80"/>
                  <a:pt x="784" y="88"/>
                </a:cubicBezTo>
                <a:cubicBezTo>
                  <a:pt x="788" y="97"/>
                  <a:pt x="790" y="106"/>
                  <a:pt x="792" y="115"/>
                </a:cubicBezTo>
                <a:cubicBezTo>
                  <a:pt x="794" y="124"/>
                  <a:pt x="795" y="134"/>
                  <a:pt x="795" y="143"/>
                </a:cubicBezTo>
                <a:lnTo>
                  <a:pt x="795" y="652"/>
                </a:lnTo>
                <a:cubicBezTo>
                  <a:pt x="795" y="661"/>
                  <a:pt x="794" y="671"/>
                  <a:pt x="792" y="680"/>
                </a:cubicBezTo>
                <a:cubicBezTo>
                  <a:pt x="790" y="689"/>
                  <a:pt x="788" y="698"/>
                  <a:pt x="784" y="707"/>
                </a:cubicBezTo>
                <a:cubicBezTo>
                  <a:pt x="781" y="715"/>
                  <a:pt x="776" y="724"/>
                  <a:pt x="771" y="731"/>
                </a:cubicBezTo>
                <a:cubicBezTo>
                  <a:pt x="766" y="739"/>
                  <a:pt x="760" y="746"/>
                  <a:pt x="753" y="753"/>
                </a:cubicBezTo>
                <a:cubicBezTo>
                  <a:pt x="746" y="760"/>
                  <a:pt x="739" y="766"/>
                  <a:pt x="731" y="771"/>
                </a:cubicBezTo>
                <a:cubicBezTo>
                  <a:pt x="724" y="776"/>
                  <a:pt x="715" y="780"/>
                  <a:pt x="707" y="784"/>
                </a:cubicBezTo>
                <a:cubicBezTo>
                  <a:pt x="698" y="788"/>
                  <a:pt x="689" y="790"/>
                  <a:pt x="680" y="792"/>
                </a:cubicBezTo>
                <a:cubicBezTo>
                  <a:pt x="671" y="794"/>
                  <a:pt x="661" y="795"/>
                  <a:pt x="652" y="795"/>
                </a:cubicBezTo>
                <a:lnTo>
                  <a:pt x="143" y="795"/>
                </a:lnTo>
                <a:cubicBezTo>
                  <a:pt x="134" y="795"/>
                  <a:pt x="124" y="794"/>
                  <a:pt x="115" y="792"/>
                </a:cubicBezTo>
                <a:cubicBezTo>
                  <a:pt x="106" y="790"/>
                  <a:pt x="97" y="788"/>
                  <a:pt x="88" y="784"/>
                </a:cubicBezTo>
                <a:cubicBezTo>
                  <a:pt x="80" y="780"/>
                  <a:pt x="72" y="776"/>
                  <a:pt x="64" y="771"/>
                </a:cubicBezTo>
                <a:cubicBezTo>
                  <a:pt x="56" y="766"/>
                  <a:pt x="49" y="760"/>
                  <a:pt x="42" y="753"/>
                </a:cubicBezTo>
                <a:cubicBezTo>
                  <a:pt x="35" y="746"/>
                  <a:pt x="30" y="739"/>
                  <a:pt x="24" y="731"/>
                </a:cubicBezTo>
                <a:cubicBezTo>
                  <a:pt x="19" y="724"/>
                  <a:pt x="15" y="715"/>
                  <a:pt x="11" y="707"/>
                </a:cubicBezTo>
                <a:cubicBezTo>
                  <a:pt x="8" y="698"/>
                  <a:pt x="5" y="689"/>
                  <a:pt x="3" y="680"/>
                </a:cubicBezTo>
                <a:cubicBezTo>
                  <a:pt x="1" y="671"/>
                  <a:pt x="0" y="661"/>
                  <a:pt x="0" y="652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6352920" y="3762360"/>
            <a:ext cx="168840" cy="150120"/>
          </a:xfrm>
          <a:custGeom>
            <a:avLst/>
            <a:gdLst/>
            <a:ahLst/>
            <a:rect l="0" t="0" r="r" b="b"/>
            <a:pathLst>
              <a:path w="469" h="417">
                <a:moveTo>
                  <a:pt x="236" y="39"/>
                </a:moveTo>
                <a:lnTo>
                  <a:pt x="300" y="63"/>
                </a:lnTo>
                <a:lnTo>
                  <a:pt x="234" y="89"/>
                </a:lnTo>
                <a:lnTo>
                  <a:pt x="168" y="63"/>
                </a:lnTo>
                <a:lnTo>
                  <a:pt x="232" y="39"/>
                </a:lnTo>
                <a:cubicBezTo>
                  <a:pt x="233" y="39"/>
                  <a:pt x="235" y="39"/>
                  <a:pt x="237" y="39"/>
                </a:cubicBezTo>
                <a:lnTo>
                  <a:pt x="236" y="39"/>
                </a:lnTo>
                <a:moveTo>
                  <a:pt x="111" y="75"/>
                </a:moveTo>
                <a:lnTo>
                  <a:pt x="111" y="167"/>
                </a:lnTo>
                <a:cubicBezTo>
                  <a:pt x="110" y="167"/>
                  <a:pt x="109" y="168"/>
                  <a:pt x="108" y="168"/>
                </a:cubicBezTo>
                <a:lnTo>
                  <a:pt x="30" y="198"/>
                </a:lnTo>
                <a:cubicBezTo>
                  <a:pt x="12" y="204"/>
                  <a:pt x="0" y="221"/>
                  <a:pt x="0" y="240"/>
                </a:cubicBezTo>
                <a:lnTo>
                  <a:pt x="0" y="337"/>
                </a:lnTo>
                <a:cubicBezTo>
                  <a:pt x="0" y="355"/>
                  <a:pt x="11" y="371"/>
                  <a:pt x="27" y="379"/>
                </a:cubicBezTo>
                <a:lnTo>
                  <a:pt x="105" y="413"/>
                </a:lnTo>
                <a:cubicBezTo>
                  <a:pt x="117" y="418"/>
                  <a:pt x="130" y="418"/>
                  <a:pt x="142" y="413"/>
                </a:cubicBezTo>
                <a:lnTo>
                  <a:pt x="234" y="372"/>
                </a:lnTo>
                <a:lnTo>
                  <a:pt x="326" y="413"/>
                </a:lnTo>
                <a:cubicBezTo>
                  <a:pt x="338" y="418"/>
                  <a:pt x="351" y="418"/>
                  <a:pt x="363" y="413"/>
                </a:cubicBezTo>
                <a:lnTo>
                  <a:pt x="442" y="379"/>
                </a:lnTo>
                <a:cubicBezTo>
                  <a:pt x="459" y="371"/>
                  <a:pt x="469" y="355"/>
                  <a:pt x="469" y="337"/>
                </a:cubicBezTo>
                <a:lnTo>
                  <a:pt x="469" y="240"/>
                </a:lnTo>
                <a:cubicBezTo>
                  <a:pt x="469" y="221"/>
                  <a:pt x="458" y="204"/>
                  <a:pt x="440" y="198"/>
                </a:cubicBezTo>
                <a:lnTo>
                  <a:pt x="361" y="168"/>
                </a:lnTo>
                <a:cubicBezTo>
                  <a:pt x="360" y="168"/>
                  <a:pt x="359" y="167"/>
                  <a:pt x="358" y="167"/>
                </a:cubicBezTo>
                <a:lnTo>
                  <a:pt x="358" y="75"/>
                </a:lnTo>
                <a:cubicBezTo>
                  <a:pt x="358" y="56"/>
                  <a:pt x="346" y="39"/>
                  <a:pt x="328" y="32"/>
                </a:cubicBezTo>
                <a:lnTo>
                  <a:pt x="250" y="3"/>
                </a:lnTo>
                <a:cubicBezTo>
                  <a:pt x="240" y="-1"/>
                  <a:pt x="229" y="-1"/>
                  <a:pt x="218" y="3"/>
                </a:cubicBezTo>
                <a:lnTo>
                  <a:pt x="140" y="32"/>
                </a:lnTo>
                <a:cubicBezTo>
                  <a:pt x="122" y="39"/>
                  <a:pt x="111" y="56"/>
                  <a:pt x="111" y="75"/>
                </a:cubicBezTo>
                <a:moveTo>
                  <a:pt x="319" y="172"/>
                </a:moveTo>
                <a:lnTo>
                  <a:pt x="252" y="197"/>
                </a:lnTo>
                <a:lnTo>
                  <a:pt x="252" y="124"/>
                </a:lnTo>
                <a:lnTo>
                  <a:pt x="319" y="98"/>
                </a:lnTo>
                <a:lnTo>
                  <a:pt x="319" y="172"/>
                </a:lnTo>
                <a:moveTo>
                  <a:pt x="126" y="205"/>
                </a:moveTo>
                <a:lnTo>
                  <a:pt x="190" y="229"/>
                </a:lnTo>
                <a:lnTo>
                  <a:pt x="124" y="254"/>
                </a:lnTo>
                <a:lnTo>
                  <a:pt x="58" y="229"/>
                </a:lnTo>
                <a:lnTo>
                  <a:pt x="121" y="205"/>
                </a:lnTo>
                <a:cubicBezTo>
                  <a:pt x="123" y="204"/>
                  <a:pt x="125" y="204"/>
                  <a:pt x="126" y="205"/>
                </a:cubicBezTo>
                <a:moveTo>
                  <a:pt x="141" y="371"/>
                </a:moveTo>
                <a:lnTo>
                  <a:pt x="141" y="289"/>
                </a:lnTo>
                <a:lnTo>
                  <a:pt x="208" y="263"/>
                </a:lnTo>
                <a:lnTo>
                  <a:pt x="208" y="341"/>
                </a:lnTo>
                <a:lnTo>
                  <a:pt x="141" y="371"/>
                </a:lnTo>
                <a:moveTo>
                  <a:pt x="342" y="205"/>
                </a:moveTo>
                <a:cubicBezTo>
                  <a:pt x="344" y="204"/>
                  <a:pt x="346" y="204"/>
                  <a:pt x="347" y="205"/>
                </a:cubicBezTo>
                <a:lnTo>
                  <a:pt x="412" y="229"/>
                </a:lnTo>
                <a:lnTo>
                  <a:pt x="345" y="254"/>
                </a:lnTo>
                <a:lnTo>
                  <a:pt x="279" y="229"/>
                </a:lnTo>
                <a:lnTo>
                  <a:pt x="342" y="205"/>
                </a:lnTo>
                <a:moveTo>
                  <a:pt x="426" y="343"/>
                </a:moveTo>
                <a:lnTo>
                  <a:pt x="362" y="371"/>
                </a:lnTo>
                <a:lnTo>
                  <a:pt x="362" y="289"/>
                </a:lnTo>
                <a:lnTo>
                  <a:pt x="430" y="263"/>
                </a:lnTo>
                <a:lnTo>
                  <a:pt x="430" y="337"/>
                </a:lnTo>
                <a:cubicBezTo>
                  <a:pt x="430" y="340"/>
                  <a:pt x="429" y="342"/>
                  <a:pt x="426" y="343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7187760" y="3269880"/>
            <a:ext cx="33447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30" strike="noStrike" u="none">
                <a:solidFill>
                  <a:srgbClr val="6b7280"/>
                </a:solidFill>
                <a:effectLst/>
                <a:uFillTx/>
                <a:latin typeface="Microsoft YaHei"/>
                <a:ea typeface="MicrosoftYaHei"/>
              </a:rPr>
              <a:t>Events Narrated → Nelly’s Account → Lockwood’s Diary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6733080" y="3696480"/>
            <a:ext cx="237204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3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"Matryoshka" Structure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6733080" y="3991680"/>
            <a:ext cx="467784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Like Russian nesting dolls, the novel features stories within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6733080" y="4258440"/>
            <a:ext cx="470808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stories. We read Brontë's novel, which contains Lockwood's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6733080" y="4515480"/>
            <a:ext cx="447192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diary, which holds Nelly's tale, which quotes others (e.g.,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6291000" y="5033880"/>
            <a:ext cx="286200" cy="295560"/>
          </a:xfrm>
          <a:custGeom>
            <a:avLst/>
            <a:gdLst/>
            <a:ahLst/>
            <a:rect l="0" t="0" r="r" b="b"/>
            <a:pathLst>
              <a:path w="795" h="821">
                <a:moveTo>
                  <a:pt x="0" y="678"/>
                </a:moveTo>
                <a:lnTo>
                  <a:pt x="0" y="143"/>
                </a:lnTo>
                <a:cubicBezTo>
                  <a:pt x="0" y="133"/>
                  <a:pt x="1" y="124"/>
                  <a:pt x="3" y="115"/>
                </a:cubicBezTo>
                <a:cubicBezTo>
                  <a:pt x="5" y="106"/>
                  <a:pt x="8" y="97"/>
                  <a:pt x="11" y="88"/>
                </a:cubicBezTo>
                <a:cubicBezTo>
                  <a:pt x="15" y="79"/>
                  <a:pt x="19" y="71"/>
                  <a:pt x="24" y="63"/>
                </a:cubicBezTo>
                <a:cubicBezTo>
                  <a:pt x="30" y="55"/>
                  <a:pt x="35" y="48"/>
                  <a:pt x="42" y="42"/>
                </a:cubicBezTo>
                <a:cubicBezTo>
                  <a:pt x="49" y="35"/>
                  <a:pt x="56" y="29"/>
                  <a:pt x="64" y="24"/>
                </a:cubicBezTo>
                <a:cubicBezTo>
                  <a:pt x="72" y="19"/>
                  <a:pt x="80" y="14"/>
                  <a:pt x="88" y="11"/>
                </a:cubicBezTo>
                <a:cubicBezTo>
                  <a:pt x="97" y="7"/>
                  <a:pt x="106" y="4"/>
                  <a:pt x="115" y="2"/>
                </a:cubicBezTo>
                <a:cubicBezTo>
                  <a:pt x="124" y="1"/>
                  <a:pt x="134" y="0"/>
                  <a:pt x="143" y="0"/>
                </a:cubicBezTo>
                <a:lnTo>
                  <a:pt x="652" y="0"/>
                </a:lnTo>
                <a:cubicBezTo>
                  <a:pt x="661" y="0"/>
                  <a:pt x="671" y="1"/>
                  <a:pt x="680" y="2"/>
                </a:cubicBezTo>
                <a:cubicBezTo>
                  <a:pt x="689" y="4"/>
                  <a:pt x="698" y="7"/>
                  <a:pt x="707" y="11"/>
                </a:cubicBezTo>
                <a:cubicBezTo>
                  <a:pt x="715" y="14"/>
                  <a:pt x="724" y="19"/>
                  <a:pt x="731" y="24"/>
                </a:cubicBezTo>
                <a:cubicBezTo>
                  <a:pt x="739" y="29"/>
                  <a:pt x="746" y="35"/>
                  <a:pt x="753" y="42"/>
                </a:cubicBezTo>
                <a:cubicBezTo>
                  <a:pt x="760" y="48"/>
                  <a:pt x="766" y="55"/>
                  <a:pt x="771" y="63"/>
                </a:cubicBezTo>
                <a:cubicBezTo>
                  <a:pt x="776" y="71"/>
                  <a:pt x="781" y="79"/>
                  <a:pt x="784" y="88"/>
                </a:cubicBezTo>
                <a:cubicBezTo>
                  <a:pt x="788" y="97"/>
                  <a:pt x="790" y="106"/>
                  <a:pt x="792" y="115"/>
                </a:cubicBezTo>
                <a:cubicBezTo>
                  <a:pt x="794" y="124"/>
                  <a:pt x="795" y="133"/>
                  <a:pt x="795" y="143"/>
                </a:cubicBezTo>
                <a:lnTo>
                  <a:pt x="795" y="678"/>
                </a:lnTo>
                <a:cubicBezTo>
                  <a:pt x="795" y="687"/>
                  <a:pt x="794" y="697"/>
                  <a:pt x="792" y="706"/>
                </a:cubicBezTo>
                <a:cubicBezTo>
                  <a:pt x="790" y="715"/>
                  <a:pt x="788" y="724"/>
                  <a:pt x="784" y="733"/>
                </a:cubicBezTo>
                <a:cubicBezTo>
                  <a:pt x="781" y="741"/>
                  <a:pt x="776" y="750"/>
                  <a:pt x="771" y="757"/>
                </a:cubicBezTo>
                <a:cubicBezTo>
                  <a:pt x="766" y="765"/>
                  <a:pt x="760" y="772"/>
                  <a:pt x="753" y="779"/>
                </a:cubicBezTo>
                <a:cubicBezTo>
                  <a:pt x="746" y="786"/>
                  <a:pt x="739" y="792"/>
                  <a:pt x="731" y="797"/>
                </a:cubicBezTo>
                <a:cubicBezTo>
                  <a:pt x="724" y="802"/>
                  <a:pt x="715" y="806"/>
                  <a:pt x="707" y="810"/>
                </a:cubicBezTo>
                <a:cubicBezTo>
                  <a:pt x="698" y="814"/>
                  <a:pt x="689" y="816"/>
                  <a:pt x="680" y="818"/>
                </a:cubicBezTo>
                <a:cubicBezTo>
                  <a:pt x="671" y="820"/>
                  <a:pt x="661" y="821"/>
                  <a:pt x="652" y="821"/>
                </a:cubicBezTo>
                <a:lnTo>
                  <a:pt x="143" y="821"/>
                </a:lnTo>
                <a:cubicBezTo>
                  <a:pt x="134" y="821"/>
                  <a:pt x="124" y="820"/>
                  <a:pt x="115" y="818"/>
                </a:cubicBezTo>
                <a:cubicBezTo>
                  <a:pt x="106" y="816"/>
                  <a:pt x="97" y="814"/>
                  <a:pt x="88" y="810"/>
                </a:cubicBezTo>
                <a:cubicBezTo>
                  <a:pt x="80" y="806"/>
                  <a:pt x="72" y="802"/>
                  <a:pt x="64" y="797"/>
                </a:cubicBezTo>
                <a:cubicBezTo>
                  <a:pt x="56" y="792"/>
                  <a:pt x="49" y="786"/>
                  <a:pt x="42" y="779"/>
                </a:cubicBezTo>
                <a:cubicBezTo>
                  <a:pt x="35" y="772"/>
                  <a:pt x="30" y="765"/>
                  <a:pt x="24" y="757"/>
                </a:cubicBezTo>
                <a:cubicBezTo>
                  <a:pt x="19" y="750"/>
                  <a:pt x="15" y="741"/>
                  <a:pt x="11" y="733"/>
                </a:cubicBezTo>
                <a:cubicBezTo>
                  <a:pt x="8" y="724"/>
                  <a:pt x="5" y="715"/>
                  <a:pt x="3" y="706"/>
                </a:cubicBezTo>
                <a:cubicBezTo>
                  <a:pt x="1" y="697"/>
                  <a:pt x="0" y="687"/>
                  <a:pt x="0" y="678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6291000" y="5033880"/>
            <a:ext cx="286200" cy="295560"/>
          </a:xfrm>
          <a:custGeom>
            <a:avLst/>
            <a:gdLst/>
            <a:ahLst/>
            <a:rect l="0" t="0" r="r" b="b"/>
            <a:pathLst>
              <a:path fill="none" w="795" h="821">
                <a:moveTo>
                  <a:pt x="0" y="678"/>
                </a:moveTo>
                <a:lnTo>
                  <a:pt x="0" y="143"/>
                </a:lnTo>
                <a:cubicBezTo>
                  <a:pt x="0" y="133"/>
                  <a:pt x="1" y="124"/>
                  <a:pt x="3" y="115"/>
                </a:cubicBezTo>
                <a:cubicBezTo>
                  <a:pt x="5" y="106"/>
                  <a:pt x="8" y="97"/>
                  <a:pt x="11" y="88"/>
                </a:cubicBezTo>
                <a:cubicBezTo>
                  <a:pt x="15" y="79"/>
                  <a:pt x="19" y="71"/>
                  <a:pt x="24" y="63"/>
                </a:cubicBezTo>
                <a:cubicBezTo>
                  <a:pt x="30" y="55"/>
                  <a:pt x="35" y="48"/>
                  <a:pt x="42" y="42"/>
                </a:cubicBezTo>
                <a:cubicBezTo>
                  <a:pt x="49" y="35"/>
                  <a:pt x="56" y="29"/>
                  <a:pt x="64" y="24"/>
                </a:cubicBezTo>
                <a:cubicBezTo>
                  <a:pt x="72" y="19"/>
                  <a:pt x="80" y="14"/>
                  <a:pt x="88" y="11"/>
                </a:cubicBezTo>
                <a:cubicBezTo>
                  <a:pt x="97" y="7"/>
                  <a:pt x="106" y="4"/>
                  <a:pt x="115" y="2"/>
                </a:cubicBezTo>
                <a:cubicBezTo>
                  <a:pt x="124" y="1"/>
                  <a:pt x="134" y="0"/>
                  <a:pt x="143" y="0"/>
                </a:cubicBezTo>
                <a:lnTo>
                  <a:pt x="652" y="0"/>
                </a:lnTo>
                <a:cubicBezTo>
                  <a:pt x="661" y="0"/>
                  <a:pt x="671" y="1"/>
                  <a:pt x="680" y="2"/>
                </a:cubicBezTo>
                <a:cubicBezTo>
                  <a:pt x="689" y="4"/>
                  <a:pt x="698" y="7"/>
                  <a:pt x="707" y="11"/>
                </a:cubicBezTo>
                <a:cubicBezTo>
                  <a:pt x="715" y="14"/>
                  <a:pt x="724" y="19"/>
                  <a:pt x="731" y="24"/>
                </a:cubicBezTo>
                <a:cubicBezTo>
                  <a:pt x="739" y="29"/>
                  <a:pt x="746" y="35"/>
                  <a:pt x="753" y="42"/>
                </a:cubicBezTo>
                <a:cubicBezTo>
                  <a:pt x="760" y="48"/>
                  <a:pt x="766" y="55"/>
                  <a:pt x="771" y="63"/>
                </a:cubicBezTo>
                <a:cubicBezTo>
                  <a:pt x="776" y="71"/>
                  <a:pt x="781" y="79"/>
                  <a:pt x="784" y="88"/>
                </a:cubicBezTo>
                <a:cubicBezTo>
                  <a:pt x="788" y="97"/>
                  <a:pt x="790" y="106"/>
                  <a:pt x="792" y="115"/>
                </a:cubicBezTo>
                <a:cubicBezTo>
                  <a:pt x="794" y="124"/>
                  <a:pt x="795" y="133"/>
                  <a:pt x="795" y="143"/>
                </a:cubicBezTo>
                <a:lnTo>
                  <a:pt x="795" y="678"/>
                </a:lnTo>
                <a:cubicBezTo>
                  <a:pt x="795" y="687"/>
                  <a:pt x="794" y="697"/>
                  <a:pt x="792" y="706"/>
                </a:cubicBezTo>
                <a:cubicBezTo>
                  <a:pt x="790" y="715"/>
                  <a:pt x="788" y="724"/>
                  <a:pt x="784" y="733"/>
                </a:cubicBezTo>
                <a:cubicBezTo>
                  <a:pt x="781" y="741"/>
                  <a:pt x="776" y="750"/>
                  <a:pt x="771" y="757"/>
                </a:cubicBezTo>
                <a:cubicBezTo>
                  <a:pt x="766" y="765"/>
                  <a:pt x="760" y="772"/>
                  <a:pt x="753" y="779"/>
                </a:cubicBezTo>
                <a:cubicBezTo>
                  <a:pt x="746" y="786"/>
                  <a:pt x="739" y="792"/>
                  <a:pt x="731" y="797"/>
                </a:cubicBezTo>
                <a:cubicBezTo>
                  <a:pt x="724" y="802"/>
                  <a:pt x="715" y="806"/>
                  <a:pt x="707" y="810"/>
                </a:cubicBezTo>
                <a:cubicBezTo>
                  <a:pt x="698" y="814"/>
                  <a:pt x="689" y="816"/>
                  <a:pt x="680" y="818"/>
                </a:cubicBezTo>
                <a:cubicBezTo>
                  <a:pt x="671" y="820"/>
                  <a:pt x="661" y="821"/>
                  <a:pt x="652" y="821"/>
                </a:cubicBezTo>
                <a:lnTo>
                  <a:pt x="143" y="821"/>
                </a:lnTo>
                <a:cubicBezTo>
                  <a:pt x="134" y="821"/>
                  <a:pt x="124" y="820"/>
                  <a:pt x="115" y="818"/>
                </a:cubicBezTo>
                <a:cubicBezTo>
                  <a:pt x="106" y="816"/>
                  <a:pt x="97" y="814"/>
                  <a:pt x="88" y="810"/>
                </a:cubicBezTo>
                <a:cubicBezTo>
                  <a:pt x="80" y="806"/>
                  <a:pt x="72" y="802"/>
                  <a:pt x="64" y="797"/>
                </a:cubicBezTo>
                <a:cubicBezTo>
                  <a:pt x="56" y="792"/>
                  <a:pt x="49" y="786"/>
                  <a:pt x="42" y="779"/>
                </a:cubicBezTo>
                <a:cubicBezTo>
                  <a:pt x="35" y="772"/>
                  <a:pt x="30" y="765"/>
                  <a:pt x="24" y="757"/>
                </a:cubicBezTo>
                <a:cubicBezTo>
                  <a:pt x="19" y="750"/>
                  <a:pt x="15" y="741"/>
                  <a:pt x="11" y="733"/>
                </a:cubicBezTo>
                <a:cubicBezTo>
                  <a:pt x="8" y="724"/>
                  <a:pt x="5" y="715"/>
                  <a:pt x="3" y="706"/>
                </a:cubicBezTo>
                <a:cubicBezTo>
                  <a:pt x="1" y="697"/>
                  <a:pt x="0" y="687"/>
                  <a:pt x="0" y="678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6381720" y="5105160"/>
            <a:ext cx="112680" cy="150120"/>
          </a:xfrm>
          <a:custGeom>
            <a:avLst/>
            <a:gdLst/>
            <a:ahLst/>
            <a:rect l="0" t="0" r="r" b="b"/>
            <a:pathLst>
              <a:path w="313" h="417">
                <a:moveTo>
                  <a:pt x="26" y="0"/>
                </a:moveTo>
                <a:cubicBezTo>
                  <a:pt x="11" y="0"/>
                  <a:pt x="0" y="12"/>
                  <a:pt x="0" y="26"/>
                </a:cubicBezTo>
                <a:cubicBezTo>
                  <a:pt x="0" y="41"/>
                  <a:pt x="11" y="52"/>
                  <a:pt x="26" y="52"/>
                </a:cubicBezTo>
                <a:lnTo>
                  <a:pt x="26" y="61"/>
                </a:lnTo>
                <a:cubicBezTo>
                  <a:pt x="26" y="96"/>
                  <a:pt x="39" y="129"/>
                  <a:pt x="64" y="153"/>
                </a:cubicBezTo>
                <a:lnTo>
                  <a:pt x="119" y="209"/>
                </a:lnTo>
                <a:lnTo>
                  <a:pt x="64" y="265"/>
                </a:lnTo>
                <a:cubicBezTo>
                  <a:pt x="39" y="289"/>
                  <a:pt x="26" y="322"/>
                  <a:pt x="26" y="356"/>
                </a:cubicBezTo>
                <a:lnTo>
                  <a:pt x="26" y="365"/>
                </a:lnTo>
                <a:cubicBezTo>
                  <a:pt x="11" y="365"/>
                  <a:pt x="0" y="377"/>
                  <a:pt x="0" y="391"/>
                </a:cubicBezTo>
                <a:cubicBezTo>
                  <a:pt x="0" y="406"/>
                  <a:pt x="11" y="417"/>
                  <a:pt x="26" y="417"/>
                </a:cubicBezTo>
                <a:lnTo>
                  <a:pt x="52" y="417"/>
                </a:lnTo>
                <a:lnTo>
                  <a:pt x="261" y="417"/>
                </a:lnTo>
                <a:lnTo>
                  <a:pt x="287" y="417"/>
                </a:lnTo>
                <a:cubicBezTo>
                  <a:pt x="301" y="417"/>
                  <a:pt x="313" y="406"/>
                  <a:pt x="313" y="391"/>
                </a:cubicBezTo>
                <a:cubicBezTo>
                  <a:pt x="313" y="377"/>
                  <a:pt x="301" y="365"/>
                  <a:pt x="287" y="365"/>
                </a:cubicBezTo>
                <a:lnTo>
                  <a:pt x="287" y="356"/>
                </a:lnTo>
                <a:cubicBezTo>
                  <a:pt x="287" y="322"/>
                  <a:pt x="273" y="289"/>
                  <a:pt x="249" y="265"/>
                </a:cubicBezTo>
                <a:lnTo>
                  <a:pt x="192" y="209"/>
                </a:lnTo>
                <a:lnTo>
                  <a:pt x="249" y="153"/>
                </a:lnTo>
                <a:cubicBezTo>
                  <a:pt x="273" y="129"/>
                  <a:pt x="287" y="96"/>
                  <a:pt x="287" y="61"/>
                </a:cubicBezTo>
                <a:lnTo>
                  <a:pt x="287" y="52"/>
                </a:lnTo>
                <a:cubicBezTo>
                  <a:pt x="301" y="52"/>
                  <a:pt x="313" y="41"/>
                  <a:pt x="313" y="26"/>
                </a:cubicBezTo>
                <a:cubicBezTo>
                  <a:pt x="313" y="12"/>
                  <a:pt x="301" y="0"/>
                  <a:pt x="287" y="0"/>
                </a:cubicBezTo>
                <a:lnTo>
                  <a:pt x="261" y="0"/>
                </a:lnTo>
                <a:lnTo>
                  <a:pt x="52" y="0"/>
                </a:lnTo>
                <a:lnTo>
                  <a:pt x="26" y="0"/>
                </a:lnTo>
                <a:moveTo>
                  <a:pt x="78" y="61"/>
                </a:moveTo>
                <a:lnTo>
                  <a:pt x="78" y="52"/>
                </a:lnTo>
                <a:lnTo>
                  <a:pt x="235" y="52"/>
                </a:lnTo>
                <a:lnTo>
                  <a:pt x="235" y="61"/>
                </a:lnTo>
                <a:cubicBezTo>
                  <a:pt x="235" y="77"/>
                  <a:pt x="230" y="92"/>
                  <a:pt x="222" y="104"/>
                </a:cubicBezTo>
                <a:lnTo>
                  <a:pt x="91" y="104"/>
                </a:lnTo>
                <a:cubicBezTo>
                  <a:pt x="82" y="92"/>
                  <a:pt x="78" y="77"/>
                  <a:pt x="78" y="61"/>
                </a:cubicBezTo>
                <a:moveTo>
                  <a:pt x="91" y="313"/>
                </a:moveTo>
                <a:cubicBezTo>
                  <a:pt x="93" y="309"/>
                  <a:pt x="97" y="305"/>
                  <a:pt x="100" y="301"/>
                </a:cubicBezTo>
                <a:lnTo>
                  <a:pt x="156" y="246"/>
                </a:lnTo>
                <a:lnTo>
                  <a:pt x="211" y="301"/>
                </a:lnTo>
                <a:cubicBezTo>
                  <a:pt x="216" y="305"/>
                  <a:pt x="219" y="309"/>
                  <a:pt x="222" y="313"/>
                </a:cubicBezTo>
                <a:lnTo>
                  <a:pt x="91" y="313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6733080" y="4782240"/>
            <a:ext cx="130140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Isabella's letter).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6733080" y="5039640"/>
            <a:ext cx="141048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3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Layering of Time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6733080" y="5344200"/>
            <a:ext cx="442044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narrative oscillates between the </a:t>
            </a:r>
            <a:r>
              <a:rPr b="1" lang="en-US" sz="133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Narrative Present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6733080" y="5601600"/>
            <a:ext cx="458892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(Lockwood’s civilized observation) and the </a:t>
            </a:r>
            <a:r>
              <a:rPr b="1" lang="en-US" sz="133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Narrative Past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6733080" y="5868000"/>
            <a:ext cx="428436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(the wild history of the Heights), enhancing the Gothic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6733080" y="6125400"/>
            <a:ext cx="101268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3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atmosphere.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1687040" y="6517800"/>
            <a:ext cx="1368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8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428400" y="990360"/>
            <a:ext cx="200520" cy="229320"/>
          </a:xfrm>
          <a:custGeom>
            <a:avLst/>
            <a:gdLst/>
            <a:ahLst/>
            <a:rect l="0" t="0" r="r" b="b"/>
            <a:pathLst>
              <a:path w="557" h="637">
                <a:moveTo>
                  <a:pt x="279" y="20"/>
                </a:moveTo>
                <a:cubicBezTo>
                  <a:pt x="271" y="20"/>
                  <a:pt x="266" y="17"/>
                  <a:pt x="260" y="12"/>
                </a:cubicBezTo>
                <a:cubicBezTo>
                  <a:pt x="252" y="7"/>
                  <a:pt x="242" y="0"/>
                  <a:pt x="219" y="0"/>
                </a:cubicBezTo>
                <a:cubicBezTo>
                  <a:pt x="181" y="0"/>
                  <a:pt x="154" y="54"/>
                  <a:pt x="137" y="111"/>
                </a:cubicBezTo>
                <a:cubicBezTo>
                  <a:pt x="78" y="122"/>
                  <a:pt x="40" y="139"/>
                  <a:pt x="40" y="159"/>
                </a:cubicBezTo>
                <a:cubicBezTo>
                  <a:pt x="40" y="177"/>
                  <a:pt x="71" y="193"/>
                  <a:pt x="120" y="203"/>
                </a:cubicBezTo>
                <a:cubicBezTo>
                  <a:pt x="119" y="208"/>
                  <a:pt x="119" y="213"/>
                  <a:pt x="119" y="218"/>
                </a:cubicBezTo>
                <a:cubicBezTo>
                  <a:pt x="119" y="240"/>
                  <a:pt x="123" y="260"/>
                  <a:pt x="131" y="279"/>
                </a:cubicBezTo>
                <a:lnTo>
                  <a:pt x="56" y="279"/>
                </a:lnTo>
                <a:cubicBezTo>
                  <a:pt x="47" y="279"/>
                  <a:pt x="40" y="286"/>
                  <a:pt x="40" y="296"/>
                </a:cubicBezTo>
                <a:cubicBezTo>
                  <a:pt x="40" y="298"/>
                  <a:pt x="40" y="300"/>
                  <a:pt x="41" y="302"/>
                </a:cubicBezTo>
                <a:lnTo>
                  <a:pt x="89" y="422"/>
                </a:lnTo>
                <a:cubicBezTo>
                  <a:pt x="35" y="462"/>
                  <a:pt x="0" y="527"/>
                  <a:pt x="0" y="600"/>
                </a:cubicBezTo>
                <a:cubicBezTo>
                  <a:pt x="0" y="621"/>
                  <a:pt x="17" y="637"/>
                  <a:pt x="37" y="637"/>
                </a:cubicBezTo>
                <a:lnTo>
                  <a:pt x="520" y="637"/>
                </a:lnTo>
                <a:cubicBezTo>
                  <a:pt x="540" y="637"/>
                  <a:pt x="557" y="621"/>
                  <a:pt x="557" y="600"/>
                </a:cubicBezTo>
                <a:cubicBezTo>
                  <a:pt x="557" y="527"/>
                  <a:pt x="522" y="462"/>
                  <a:pt x="468" y="422"/>
                </a:cubicBezTo>
                <a:lnTo>
                  <a:pt x="516" y="302"/>
                </a:lnTo>
                <a:cubicBezTo>
                  <a:pt x="517" y="300"/>
                  <a:pt x="517" y="298"/>
                  <a:pt x="517" y="296"/>
                </a:cubicBezTo>
                <a:cubicBezTo>
                  <a:pt x="517" y="286"/>
                  <a:pt x="510" y="279"/>
                  <a:pt x="500" y="279"/>
                </a:cubicBezTo>
                <a:lnTo>
                  <a:pt x="426" y="279"/>
                </a:lnTo>
                <a:cubicBezTo>
                  <a:pt x="434" y="260"/>
                  <a:pt x="438" y="240"/>
                  <a:pt x="438" y="218"/>
                </a:cubicBezTo>
                <a:cubicBezTo>
                  <a:pt x="438" y="213"/>
                  <a:pt x="437" y="208"/>
                  <a:pt x="437" y="203"/>
                </a:cubicBezTo>
                <a:cubicBezTo>
                  <a:pt x="486" y="193"/>
                  <a:pt x="517" y="177"/>
                  <a:pt x="517" y="159"/>
                </a:cubicBezTo>
                <a:cubicBezTo>
                  <a:pt x="517" y="139"/>
                  <a:pt x="479" y="122"/>
                  <a:pt x="420" y="111"/>
                </a:cubicBezTo>
                <a:cubicBezTo>
                  <a:pt x="403" y="54"/>
                  <a:pt x="376" y="0"/>
                  <a:pt x="338" y="0"/>
                </a:cubicBezTo>
                <a:cubicBezTo>
                  <a:pt x="316" y="0"/>
                  <a:pt x="306" y="7"/>
                  <a:pt x="298" y="12"/>
                </a:cubicBezTo>
                <a:cubicBezTo>
                  <a:pt x="292" y="17"/>
                  <a:pt x="287" y="20"/>
                  <a:pt x="279" y="20"/>
                </a:cubicBezTo>
                <a:moveTo>
                  <a:pt x="348" y="279"/>
                </a:moveTo>
                <a:lnTo>
                  <a:pt x="333" y="279"/>
                </a:lnTo>
                <a:cubicBezTo>
                  <a:pt x="313" y="279"/>
                  <a:pt x="294" y="266"/>
                  <a:pt x="288" y="245"/>
                </a:cubicBezTo>
                <a:cubicBezTo>
                  <a:pt x="285" y="237"/>
                  <a:pt x="273" y="237"/>
                  <a:pt x="270" y="245"/>
                </a:cubicBezTo>
                <a:cubicBezTo>
                  <a:pt x="264" y="266"/>
                  <a:pt x="245" y="279"/>
                  <a:pt x="225" y="279"/>
                </a:cubicBezTo>
                <a:lnTo>
                  <a:pt x="209" y="279"/>
                </a:lnTo>
                <a:cubicBezTo>
                  <a:pt x="181" y="279"/>
                  <a:pt x="159" y="256"/>
                  <a:pt x="159" y="228"/>
                </a:cubicBezTo>
                <a:lnTo>
                  <a:pt x="159" y="211"/>
                </a:lnTo>
                <a:cubicBezTo>
                  <a:pt x="194" y="216"/>
                  <a:pt x="236" y="218"/>
                  <a:pt x="279" y="218"/>
                </a:cubicBezTo>
                <a:cubicBezTo>
                  <a:pt x="322" y="218"/>
                  <a:pt x="363" y="216"/>
                  <a:pt x="398" y="211"/>
                </a:cubicBezTo>
                <a:lnTo>
                  <a:pt x="398" y="228"/>
                </a:lnTo>
                <a:cubicBezTo>
                  <a:pt x="398" y="256"/>
                  <a:pt x="376" y="279"/>
                  <a:pt x="348" y="279"/>
                </a:cubicBezTo>
                <a:moveTo>
                  <a:pt x="239" y="398"/>
                </a:moveTo>
                <a:lnTo>
                  <a:pt x="259" y="438"/>
                </a:lnTo>
                <a:lnTo>
                  <a:pt x="219" y="597"/>
                </a:lnTo>
                <a:lnTo>
                  <a:pt x="159" y="358"/>
                </a:lnTo>
                <a:lnTo>
                  <a:pt x="239" y="398"/>
                </a:lnTo>
                <a:moveTo>
                  <a:pt x="398" y="358"/>
                </a:moveTo>
                <a:lnTo>
                  <a:pt x="338" y="597"/>
                </a:lnTo>
                <a:lnTo>
                  <a:pt x="299" y="438"/>
                </a:lnTo>
                <a:lnTo>
                  <a:pt x="319" y="398"/>
                </a:lnTo>
                <a:lnTo>
                  <a:pt x="398" y="358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428760" y="251280"/>
            <a:ext cx="750024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The Unreliable Narrator: Can We Trust Nelly?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438120" y="1552320"/>
            <a:ext cx="343080" cy="343440"/>
          </a:xfrm>
          <a:custGeom>
            <a:avLst/>
            <a:gdLst/>
            <a:ahLst/>
            <a:rect l="0" t="0" r="r" b="b"/>
            <a:pathLst>
              <a:path w="953" h="954">
                <a:moveTo>
                  <a:pt x="0" y="76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68" y="0"/>
                </a:lnTo>
                <a:cubicBezTo>
                  <a:pt x="780" y="0"/>
                  <a:pt x="792" y="1"/>
                  <a:pt x="804" y="4"/>
                </a:cubicBezTo>
                <a:cubicBezTo>
                  <a:pt x="816" y="6"/>
                  <a:pt x="828" y="10"/>
                  <a:pt x="839" y="14"/>
                </a:cubicBezTo>
                <a:cubicBezTo>
                  <a:pt x="850" y="19"/>
                  <a:pt x="861" y="25"/>
                  <a:pt x="871" y="31"/>
                </a:cubicBezTo>
                <a:cubicBezTo>
                  <a:pt x="881" y="38"/>
                  <a:pt x="890" y="46"/>
                  <a:pt x="899" y="54"/>
                </a:cubicBezTo>
                <a:cubicBezTo>
                  <a:pt x="907" y="63"/>
                  <a:pt x="915" y="72"/>
                  <a:pt x="922" y="83"/>
                </a:cubicBezTo>
                <a:cubicBezTo>
                  <a:pt x="929" y="93"/>
                  <a:pt x="934" y="103"/>
                  <a:pt x="939" y="115"/>
                </a:cubicBezTo>
                <a:cubicBezTo>
                  <a:pt x="944" y="126"/>
                  <a:pt x="947" y="137"/>
                  <a:pt x="950" y="149"/>
                </a:cubicBezTo>
                <a:cubicBezTo>
                  <a:pt x="952" y="161"/>
                  <a:pt x="953" y="173"/>
                  <a:pt x="953" y="185"/>
                </a:cubicBezTo>
                <a:lnTo>
                  <a:pt x="953" y="767"/>
                </a:lnTo>
                <a:cubicBezTo>
                  <a:pt x="953" y="780"/>
                  <a:pt x="952" y="792"/>
                  <a:pt x="950" y="804"/>
                </a:cubicBezTo>
                <a:cubicBezTo>
                  <a:pt x="947" y="816"/>
                  <a:pt x="944" y="827"/>
                  <a:pt x="939" y="838"/>
                </a:cubicBezTo>
                <a:cubicBezTo>
                  <a:pt x="934" y="850"/>
                  <a:pt x="929" y="860"/>
                  <a:pt x="922" y="870"/>
                </a:cubicBezTo>
                <a:cubicBezTo>
                  <a:pt x="915" y="881"/>
                  <a:pt x="907" y="890"/>
                  <a:pt x="899" y="898"/>
                </a:cubicBezTo>
                <a:cubicBezTo>
                  <a:pt x="890" y="907"/>
                  <a:pt x="881" y="915"/>
                  <a:pt x="871" y="921"/>
                </a:cubicBezTo>
                <a:cubicBezTo>
                  <a:pt x="861" y="929"/>
                  <a:pt x="850" y="935"/>
                  <a:pt x="839" y="940"/>
                </a:cubicBezTo>
                <a:cubicBezTo>
                  <a:pt x="828" y="944"/>
                  <a:pt x="816" y="948"/>
                  <a:pt x="804" y="950"/>
                </a:cubicBezTo>
                <a:cubicBezTo>
                  <a:pt x="792" y="953"/>
                  <a:pt x="780" y="954"/>
                  <a:pt x="768" y="954"/>
                </a:cubicBezTo>
                <a:lnTo>
                  <a:pt x="185" y="954"/>
                </a:lnTo>
                <a:cubicBezTo>
                  <a:pt x="173" y="954"/>
                  <a:pt x="161" y="953"/>
                  <a:pt x="149" y="950"/>
                </a:cubicBezTo>
                <a:cubicBezTo>
                  <a:pt x="137" y="948"/>
                  <a:pt x="125" y="944"/>
                  <a:pt x="114" y="940"/>
                </a:cubicBezTo>
                <a:cubicBezTo>
                  <a:pt x="103" y="935"/>
                  <a:pt x="92" y="929"/>
                  <a:pt x="82" y="921"/>
                </a:cubicBezTo>
                <a:cubicBezTo>
                  <a:pt x="72" y="915"/>
                  <a:pt x="62" y="907"/>
                  <a:pt x="54" y="898"/>
                </a:cubicBezTo>
                <a:cubicBezTo>
                  <a:pt x="45" y="890"/>
                  <a:pt x="38" y="881"/>
                  <a:pt x="31" y="870"/>
                </a:cubicBezTo>
                <a:cubicBezTo>
                  <a:pt x="24" y="860"/>
                  <a:pt x="18" y="850"/>
                  <a:pt x="14" y="838"/>
                </a:cubicBezTo>
                <a:cubicBezTo>
                  <a:pt x="9" y="827"/>
                  <a:pt x="6" y="816"/>
                  <a:pt x="3" y="804"/>
                </a:cubicBezTo>
                <a:cubicBezTo>
                  <a:pt x="1" y="792"/>
                  <a:pt x="0" y="780"/>
                  <a:pt x="0" y="767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438120" y="1552320"/>
            <a:ext cx="343080" cy="343440"/>
          </a:xfrm>
          <a:custGeom>
            <a:avLst/>
            <a:gdLst/>
            <a:ahLst/>
            <a:rect l="0" t="0" r="r" b="b"/>
            <a:pathLst>
              <a:path fill="none" w="953" h="954">
                <a:moveTo>
                  <a:pt x="0" y="76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68" y="0"/>
                </a:lnTo>
                <a:cubicBezTo>
                  <a:pt x="780" y="0"/>
                  <a:pt x="792" y="1"/>
                  <a:pt x="804" y="4"/>
                </a:cubicBezTo>
                <a:cubicBezTo>
                  <a:pt x="816" y="6"/>
                  <a:pt x="828" y="10"/>
                  <a:pt x="839" y="14"/>
                </a:cubicBezTo>
                <a:cubicBezTo>
                  <a:pt x="850" y="19"/>
                  <a:pt x="861" y="25"/>
                  <a:pt x="871" y="31"/>
                </a:cubicBezTo>
                <a:cubicBezTo>
                  <a:pt x="881" y="38"/>
                  <a:pt x="890" y="46"/>
                  <a:pt x="899" y="54"/>
                </a:cubicBezTo>
                <a:cubicBezTo>
                  <a:pt x="907" y="63"/>
                  <a:pt x="915" y="72"/>
                  <a:pt x="922" y="83"/>
                </a:cubicBezTo>
                <a:cubicBezTo>
                  <a:pt x="929" y="93"/>
                  <a:pt x="934" y="103"/>
                  <a:pt x="939" y="115"/>
                </a:cubicBezTo>
                <a:cubicBezTo>
                  <a:pt x="944" y="126"/>
                  <a:pt x="947" y="137"/>
                  <a:pt x="950" y="149"/>
                </a:cubicBezTo>
                <a:cubicBezTo>
                  <a:pt x="952" y="161"/>
                  <a:pt x="953" y="173"/>
                  <a:pt x="953" y="185"/>
                </a:cubicBezTo>
                <a:lnTo>
                  <a:pt x="953" y="767"/>
                </a:lnTo>
                <a:cubicBezTo>
                  <a:pt x="953" y="780"/>
                  <a:pt x="952" y="792"/>
                  <a:pt x="950" y="804"/>
                </a:cubicBezTo>
                <a:cubicBezTo>
                  <a:pt x="947" y="816"/>
                  <a:pt x="944" y="827"/>
                  <a:pt x="939" y="838"/>
                </a:cubicBezTo>
                <a:cubicBezTo>
                  <a:pt x="934" y="850"/>
                  <a:pt x="929" y="860"/>
                  <a:pt x="922" y="870"/>
                </a:cubicBezTo>
                <a:cubicBezTo>
                  <a:pt x="915" y="881"/>
                  <a:pt x="907" y="890"/>
                  <a:pt x="899" y="898"/>
                </a:cubicBezTo>
                <a:cubicBezTo>
                  <a:pt x="890" y="907"/>
                  <a:pt x="881" y="915"/>
                  <a:pt x="871" y="921"/>
                </a:cubicBezTo>
                <a:cubicBezTo>
                  <a:pt x="861" y="929"/>
                  <a:pt x="850" y="935"/>
                  <a:pt x="839" y="940"/>
                </a:cubicBezTo>
                <a:cubicBezTo>
                  <a:pt x="828" y="944"/>
                  <a:pt x="816" y="948"/>
                  <a:pt x="804" y="950"/>
                </a:cubicBezTo>
                <a:cubicBezTo>
                  <a:pt x="792" y="953"/>
                  <a:pt x="780" y="954"/>
                  <a:pt x="768" y="954"/>
                </a:cubicBezTo>
                <a:lnTo>
                  <a:pt x="185" y="954"/>
                </a:lnTo>
                <a:cubicBezTo>
                  <a:pt x="173" y="954"/>
                  <a:pt x="161" y="953"/>
                  <a:pt x="149" y="950"/>
                </a:cubicBezTo>
                <a:cubicBezTo>
                  <a:pt x="137" y="948"/>
                  <a:pt x="125" y="944"/>
                  <a:pt x="114" y="940"/>
                </a:cubicBezTo>
                <a:cubicBezTo>
                  <a:pt x="103" y="935"/>
                  <a:pt x="92" y="929"/>
                  <a:pt x="82" y="921"/>
                </a:cubicBezTo>
                <a:cubicBezTo>
                  <a:pt x="72" y="915"/>
                  <a:pt x="62" y="907"/>
                  <a:pt x="54" y="898"/>
                </a:cubicBezTo>
                <a:cubicBezTo>
                  <a:pt x="45" y="890"/>
                  <a:pt x="38" y="881"/>
                  <a:pt x="31" y="870"/>
                </a:cubicBezTo>
                <a:cubicBezTo>
                  <a:pt x="24" y="860"/>
                  <a:pt x="18" y="850"/>
                  <a:pt x="14" y="838"/>
                </a:cubicBezTo>
                <a:cubicBezTo>
                  <a:pt x="9" y="827"/>
                  <a:pt x="6" y="816"/>
                  <a:pt x="3" y="804"/>
                </a:cubicBezTo>
                <a:cubicBezTo>
                  <a:pt x="1" y="792"/>
                  <a:pt x="0" y="780"/>
                  <a:pt x="0" y="767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514080" y="1648800"/>
            <a:ext cx="188640" cy="146880"/>
          </a:xfrm>
          <a:custGeom>
            <a:avLst/>
            <a:gdLst/>
            <a:ahLst/>
            <a:rect l="0" t="0" r="r" b="b"/>
            <a:pathLst>
              <a:path w="524" h="408">
                <a:moveTo>
                  <a:pt x="261" y="0"/>
                </a:moveTo>
                <a:cubicBezTo>
                  <a:pt x="188" y="0"/>
                  <a:pt x="129" y="33"/>
                  <a:pt x="86" y="73"/>
                </a:cubicBezTo>
                <a:cubicBezTo>
                  <a:pt x="43" y="113"/>
                  <a:pt x="15" y="160"/>
                  <a:pt x="2" y="193"/>
                </a:cubicBezTo>
                <a:cubicBezTo>
                  <a:pt x="-1" y="200"/>
                  <a:pt x="-1" y="208"/>
                  <a:pt x="2" y="215"/>
                </a:cubicBezTo>
                <a:cubicBezTo>
                  <a:pt x="15" y="248"/>
                  <a:pt x="43" y="295"/>
                  <a:pt x="86" y="334"/>
                </a:cubicBezTo>
                <a:cubicBezTo>
                  <a:pt x="129" y="374"/>
                  <a:pt x="188" y="408"/>
                  <a:pt x="261" y="408"/>
                </a:cubicBezTo>
                <a:cubicBezTo>
                  <a:pt x="334" y="408"/>
                  <a:pt x="393" y="374"/>
                  <a:pt x="437" y="334"/>
                </a:cubicBezTo>
                <a:cubicBezTo>
                  <a:pt x="479" y="295"/>
                  <a:pt x="508" y="248"/>
                  <a:pt x="521" y="215"/>
                </a:cubicBezTo>
                <a:cubicBezTo>
                  <a:pt x="524" y="208"/>
                  <a:pt x="524" y="200"/>
                  <a:pt x="521" y="193"/>
                </a:cubicBezTo>
                <a:cubicBezTo>
                  <a:pt x="508" y="160"/>
                  <a:pt x="479" y="113"/>
                  <a:pt x="437" y="73"/>
                </a:cubicBezTo>
                <a:cubicBezTo>
                  <a:pt x="393" y="33"/>
                  <a:pt x="334" y="0"/>
                  <a:pt x="261" y="0"/>
                </a:cubicBezTo>
                <a:moveTo>
                  <a:pt x="130" y="204"/>
                </a:moveTo>
                <a:cubicBezTo>
                  <a:pt x="130" y="187"/>
                  <a:pt x="133" y="170"/>
                  <a:pt x="140" y="154"/>
                </a:cubicBezTo>
                <a:cubicBezTo>
                  <a:pt x="147" y="138"/>
                  <a:pt x="156" y="124"/>
                  <a:pt x="168" y="112"/>
                </a:cubicBezTo>
                <a:cubicBezTo>
                  <a:pt x="181" y="98"/>
                  <a:pt x="195" y="89"/>
                  <a:pt x="211" y="82"/>
                </a:cubicBezTo>
                <a:cubicBezTo>
                  <a:pt x="227" y="76"/>
                  <a:pt x="244" y="72"/>
                  <a:pt x="261" y="72"/>
                </a:cubicBezTo>
                <a:cubicBezTo>
                  <a:pt x="278" y="72"/>
                  <a:pt x="295" y="76"/>
                  <a:pt x="311" y="82"/>
                </a:cubicBezTo>
                <a:cubicBezTo>
                  <a:pt x="327" y="89"/>
                  <a:pt x="341" y="98"/>
                  <a:pt x="353" y="112"/>
                </a:cubicBezTo>
                <a:cubicBezTo>
                  <a:pt x="366" y="124"/>
                  <a:pt x="375" y="138"/>
                  <a:pt x="382" y="154"/>
                </a:cubicBezTo>
                <a:cubicBezTo>
                  <a:pt x="388" y="170"/>
                  <a:pt x="392" y="187"/>
                  <a:pt x="392" y="204"/>
                </a:cubicBezTo>
                <a:cubicBezTo>
                  <a:pt x="392" y="221"/>
                  <a:pt x="388" y="238"/>
                  <a:pt x="382" y="254"/>
                </a:cubicBezTo>
                <a:cubicBezTo>
                  <a:pt x="375" y="270"/>
                  <a:pt x="366" y="284"/>
                  <a:pt x="353" y="297"/>
                </a:cubicBezTo>
                <a:cubicBezTo>
                  <a:pt x="341" y="309"/>
                  <a:pt x="327" y="318"/>
                  <a:pt x="311" y="325"/>
                </a:cubicBezTo>
                <a:cubicBezTo>
                  <a:pt x="295" y="332"/>
                  <a:pt x="278" y="335"/>
                  <a:pt x="261" y="335"/>
                </a:cubicBezTo>
                <a:cubicBezTo>
                  <a:pt x="244" y="335"/>
                  <a:pt x="227" y="332"/>
                  <a:pt x="211" y="325"/>
                </a:cubicBezTo>
                <a:cubicBezTo>
                  <a:pt x="195" y="318"/>
                  <a:pt x="181" y="309"/>
                  <a:pt x="168" y="297"/>
                </a:cubicBezTo>
                <a:cubicBezTo>
                  <a:pt x="156" y="284"/>
                  <a:pt x="147" y="270"/>
                  <a:pt x="140" y="254"/>
                </a:cubicBezTo>
                <a:cubicBezTo>
                  <a:pt x="133" y="238"/>
                  <a:pt x="130" y="221"/>
                  <a:pt x="130" y="204"/>
                </a:cubicBezTo>
                <a:moveTo>
                  <a:pt x="261" y="146"/>
                </a:moveTo>
                <a:cubicBezTo>
                  <a:pt x="261" y="178"/>
                  <a:pt x="235" y="204"/>
                  <a:pt x="203" y="204"/>
                </a:cubicBezTo>
                <a:cubicBezTo>
                  <a:pt x="196" y="204"/>
                  <a:pt x="190" y="203"/>
                  <a:pt x="184" y="201"/>
                </a:cubicBezTo>
                <a:cubicBezTo>
                  <a:pt x="179" y="199"/>
                  <a:pt x="174" y="203"/>
                  <a:pt x="174" y="208"/>
                </a:cubicBezTo>
                <a:cubicBezTo>
                  <a:pt x="174" y="214"/>
                  <a:pt x="175" y="220"/>
                  <a:pt x="177" y="227"/>
                </a:cubicBezTo>
                <a:cubicBezTo>
                  <a:pt x="189" y="273"/>
                  <a:pt x="237" y="301"/>
                  <a:pt x="283" y="288"/>
                </a:cubicBezTo>
                <a:cubicBezTo>
                  <a:pt x="330" y="276"/>
                  <a:pt x="358" y="228"/>
                  <a:pt x="345" y="181"/>
                </a:cubicBezTo>
                <a:cubicBezTo>
                  <a:pt x="335" y="144"/>
                  <a:pt x="302" y="118"/>
                  <a:pt x="265" y="117"/>
                </a:cubicBezTo>
                <a:cubicBezTo>
                  <a:pt x="259" y="117"/>
                  <a:pt x="256" y="122"/>
                  <a:pt x="258" y="127"/>
                </a:cubicBezTo>
                <a:cubicBezTo>
                  <a:pt x="260" y="133"/>
                  <a:pt x="261" y="139"/>
                  <a:pt x="261" y="146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743040" y="946080"/>
            <a:ext cx="23364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A Silent Manipulator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942840" y="1559880"/>
            <a:ext cx="17614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More Than a Servant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942840" y="1865880"/>
            <a:ext cx="4682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Nelly Dean is not a neutral observer but an active participant. She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942840" y="2113560"/>
            <a:ext cx="4498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often acts as a </a:t>
            </a:r>
            <a:r>
              <a:rPr b="1" lang="en-US" sz="120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silent manipulator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, withholding information or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942840" y="2361240"/>
            <a:ext cx="4647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intervening in events, driven by her own class consciousness and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1909440" y="3024000"/>
            <a:ext cx="2477160" cy="1819800"/>
          </a:xfrm>
          <a:custGeom>
            <a:avLst/>
            <a:gdLst/>
            <a:ahLst/>
            <a:rect l="0" t="0" r="r" b="b"/>
            <a:pathLst>
              <a:path fill="none" w="6881" h="5055">
                <a:moveTo>
                  <a:pt x="0" y="4962"/>
                </a:moveTo>
                <a:lnTo>
                  <a:pt x="0" y="93"/>
                </a:ln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lnTo>
                  <a:pt x="6788" y="0"/>
                </a:lnTo>
                <a:cubicBezTo>
                  <a:pt x="6800" y="0"/>
                  <a:pt x="6812" y="2"/>
                  <a:pt x="6823" y="7"/>
                </a:cubicBezTo>
                <a:cubicBezTo>
                  <a:pt x="6835" y="12"/>
                  <a:pt x="6845" y="18"/>
                  <a:pt x="6853" y="27"/>
                </a:cubicBezTo>
                <a:cubicBezTo>
                  <a:pt x="6862" y="36"/>
                  <a:pt x="6869" y="46"/>
                  <a:pt x="6874" y="57"/>
                </a:cubicBezTo>
                <a:cubicBezTo>
                  <a:pt x="6878" y="69"/>
                  <a:pt x="6881" y="80"/>
                  <a:pt x="6881" y="93"/>
                </a:cubicBezTo>
                <a:lnTo>
                  <a:pt x="6881" y="4962"/>
                </a:lnTo>
                <a:cubicBezTo>
                  <a:pt x="6881" y="4974"/>
                  <a:pt x="6878" y="4986"/>
                  <a:pt x="6874" y="4997"/>
                </a:cubicBezTo>
                <a:cubicBezTo>
                  <a:pt x="6869" y="5009"/>
                  <a:pt x="6862" y="5019"/>
                  <a:pt x="6853" y="5027"/>
                </a:cubicBezTo>
                <a:cubicBezTo>
                  <a:pt x="6845" y="5036"/>
                  <a:pt x="6835" y="5043"/>
                  <a:pt x="6823" y="5048"/>
                </a:cubicBezTo>
                <a:cubicBezTo>
                  <a:pt x="6812" y="5052"/>
                  <a:pt x="6800" y="5055"/>
                  <a:pt x="6788" y="5055"/>
                </a:cubicBezTo>
                <a:lnTo>
                  <a:pt x="93" y="5055"/>
                </a:lnTo>
                <a:cubicBezTo>
                  <a:pt x="81" y="5055"/>
                  <a:pt x="69" y="5052"/>
                  <a:pt x="58" y="5048"/>
                </a:cubicBezTo>
                <a:cubicBezTo>
                  <a:pt x="46" y="5043"/>
                  <a:pt x="36" y="5036"/>
                  <a:pt x="28" y="5027"/>
                </a:cubicBezTo>
                <a:cubicBezTo>
                  <a:pt x="19" y="5019"/>
                  <a:pt x="12" y="5009"/>
                  <a:pt x="7" y="4997"/>
                </a:cubicBezTo>
                <a:cubicBezTo>
                  <a:pt x="3" y="4986"/>
                  <a:pt x="0" y="4974"/>
                  <a:pt x="0" y="4962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3" name="" descr=""/>
          <p:cNvPicPr/>
          <p:nvPr/>
        </p:nvPicPr>
        <p:blipFill>
          <a:blip r:embed="rId1"/>
          <a:stretch/>
        </p:blipFill>
        <p:spPr>
          <a:xfrm>
            <a:off x="1914480" y="3029040"/>
            <a:ext cx="2466720" cy="180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"/>
          <p:cNvSpPr/>
          <p:nvPr/>
        </p:nvSpPr>
        <p:spPr>
          <a:xfrm>
            <a:off x="438120" y="5038560"/>
            <a:ext cx="343080" cy="343080"/>
          </a:xfrm>
          <a:custGeom>
            <a:avLst/>
            <a:gdLst/>
            <a:ahLst/>
            <a:rect l="0" t="0" r="r" b="b"/>
            <a:pathLst>
              <a:path w="953" h="953">
                <a:moveTo>
                  <a:pt x="0" y="7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68" y="0"/>
                </a:lnTo>
                <a:cubicBezTo>
                  <a:pt x="780" y="0"/>
                  <a:pt x="792" y="1"/>
                  <a:pt x="804" y="4"/>
                </a:cubicBezTo>
                <a:cubicBezTo>
                  <a:pt x="816" y="6"/>
                  <a:pt x="828" y="9"/>
                  <a:pt x="839" y="14"/>
                </a:cubicBezTo>
                <a:cubicBezTo>
                  <a:pt x="850" y="19"/>
                  <a:pt x="861" y="24"/>
                  <a:pt x="871" y="31"/>
                </a:cubicBezTo>
                <a:cubicBezTo>
                  <a:pt x="881" y="38"/>
                  <a:pt x="890" y="46"/>
                  <a:pt x="899" y="54"/>
                </a:cubicBezTo>
                <a:cubicBezTo>
                  <a:pt x="907" y="63"/>
                  <a:pt x="915" y="72"/>
                  <a:pt x="922" y="82"/>
                </a:cubicBezTo>
                <a:cubicBezTo>
                  <a:pt x="929" y="92"/>
                  <a:pt x="934" y="103"/>
                  <a:pt x="939" y="114"/>
                </a:cubicBezTo>
                <a:cubicBezTo>
                  <a:pt x="944" y="126"/>
                  <a:pt x="947" y="137"/>
                  <a:pt x="950" y="149"/>
                </a:cubicBezTo>
                <a:cubicBezTo>
                  <a:pt x="952" y="161"/>
                  <a:pt x="953" y="173"/>
                  <a:pt x="953" y="185"/>
                </a:cubicBezTo>
                <a:lnTo>
                  <a:pt x="953" y="768"/>
                </a:lnTo>
                <a:cubicBezTo>
                  <a:pt x="953" y="780"/>
                  <a:pt x="952" y="792"/>
                  <a:pt x="950" y="804"/>
                </a:cubicBezTo>
                <a:cubicBezTo>
                  <a:pt x="947" y="816"/>
                  <a:pt x="944" y="828"/>
                  <a:pt x="939" y="839"/>
                </a:cubicBezTo>
                <a:cubicBezTo>
                  <a:pt x="934" y="850"/>
                  <a:pt x="929" y="861"/>
                  <a:pt x="922" y="871"/>
                </a:cubicBezTo>
                <a:cubicBezTo>
                  <a:pt x="915" y="881"/>
                  <a:pt x="907" y="891"/>
                  <a:pt x="899" y="899"/>
                </a:cubicBezTo>
                <a:cubicBezTo>
                  <a:pt x="890" y="908"/>
                  <a:pt x="881" y="915"/>
                  <a:pt x="871" y="922"/>
                </a:cubicBezTo>
                <a:cubicBezTo>
                  <a:pt x="861" y="929"/>
                  <a:pt x="850" y="935"/>
                  <a:pt x="839" y="939"/>
                </a:cubicBezTo>
                <a:cubicBezTo>
                  <a:pt x="828" y="944"/>
                  <a:pt x="816" y="948"/>
                  <a:pt x="804" y="950"/>
                </a:cubicBezTo>
                <a:cubicBezTo>
                  <a:pt x="792" y="952"/>
                  <a:pt x="780" y="953"/>
                  <a:pt x="768" y="953"/>
                </a:cubicBezTo>
                <a:lnTo>
                  <a:pt x="185" y="953"/>
                </a:lnTo>
                <a:cubicBezTo>
                  <a:pt x="173" y="953"/>
                  <a:pt x="161" y="952"/>
                  <a:pt x="149" y="950"/>
                </a:cubicBezTo>
                <a:cubicBezTo>
                  <a:pt x="137" y="948"/>
                  <a:pt x="125" y="944"/>
                  <a:pt x="114" y="939"/>
                </a:cubicBezTo>
                <a:cubicBezTo>
                  <a:pt x="103" y="935"/>
                  <a:pt x="92" y="929"/>
                  <a:pt x="82" y="922"/>
                </a:cubicBezTo>
                <a:cubicBezTo>
                  <a:pt x="72" y="915"/>
                  <a:pt x="62" y="908"/>
                  <a:pt x="54" y="899"/>
                </a:cubicBezTo>
                <a:cubicBezTo>
                  <a:pt x="45" y="891"/>
                  <a:pt x="38" y="881"/>
                  <a:pt x="31" y="871"/>
                </a:cubicBezTo>
                <a:cubicBezTo>
                  <a:pt x="24" y="861"/>
                  <a:pt x="18" y="850"/>
                  <a:pt x="14" y="839"/>
                </a:cubicBezTo>
                <a:cubicBezTo>
                  <a:pt x="9" y="828"/>
                  <a:pt x="6" y="816"/>
                  <a:pt x="3" y="804"/>
                </a:cubicBezTo>
                <a:cubicBezTo>
                  <a:pt x="1" y="792"/>
                  <a:pt x="0" y="780"/>
                  <a:pt x="0" y="768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438120" y="5038560"/>
            <a:ext cx="343080" cy="343080"/>
          </a:xfrm>
          <a:custGeom>
            <a:avLst/>
            <a:gdLst/>
            <a:ahLst/>
            <a:rect l="0" t="0" r="r" b="b"/>
            <a:pathLst>
              <a:path fill="none" w="953" h="953">
                <a:moveTo>
                  <a:pt x="0" y="7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68" y="0"/>
                </a:lnTo>
                <a:cubicBezTo>
                  <a:pt x="780" y="0"/>
                  <a:pt x="792" y="1"/>
                  <a:pt x="804" y="4"/>
                </a:cubicBezTo>
                <a:cubicBezTo>
                  <a:pt x="816" y="6"/>
                  <a:pt x="828" y="9"/>
                  <a:pt x="839" y="14"/>
                </a:cubicBezTo>
                <a:cubicBezTo>
                  <a:pt x="850" y="19"/>
                  <a:pt x="861" y="24"/>
                  <a:pt x="871" y="31"/>
                </a:cubicBezTo>
                <a:cubicBezTo>
                  <a:pt x="881" y="38"/>
                  <a:pt x="890" y="46"/>
                  <a:pt x="899" y="54"/>
                </a:cubicBezTo>
                <a:cubicBezTo>
                  <a:pt x="907" y="63"/>
                  <a:pt x="915" y="72"/>
                  <a:pt x="922" y="82"/>
                </a:cubicBezTo>
                <a:cubicBezTo>
                  <a:pt x="929" y="92"/>
                  <a:pt x="934" y="103"/>
                  <a:pt x="939" y="114"/>
                </a:cubicBezTo>
                <a:cubicBezTo>
                  <a:pt x="944" y="126"/>
                  <a:pt x="947" y="137"/>
                  <a:pt x="950" y="149"/>
                </a:cubicBezTo>
                <a:cubicBezTo>
                  <a:pt x="952" y="161"/>
                  <a:pt x="953" y="173"/>
                  <a:pt x="953" y="185"/>
                </a:cubicBezTo>
                <a:lnTo>
                  <a:pt x="953" y="768"/>
                </a:lnTo>
                <a:cubicBezTo>
                  <a:pt x="953" y="780"/>
                  <a:pt x="952" y="792"/>
                  <a:pt x="950" y="804"/>
                </a:cubicBezTo>
                <a:cubicBezTo>
                  <a:pt x="947" y="816"/>
                  <a:pt x="944" y="828"/>
                  <a:pt x="939" y="839"/>
                </a:cubicBezTo>
                <a:cubicBezTo>
                  <a:pt x="934" y="850"/>
                  <a:pt x="929" y="861"/>
                  <a:pt x="922" y="871"/>
                </a:cubicBezTo>
                <a:cubicBezTo>
                  <a:pt x="915" y="881"/>
                  <a:pt x="907" y="891"/>
                  <a:pt x="899" y="899"/>
                </a:cubicBezTo>
                <a:cubicBezTo>
                  <a:pt x="890" y="908"/>
                  <a:pt x="881" y="915"/>
                  <a:pt x="871" y="922"/>
                </a:cubicBezTo>
                <a:cubicBezTo>
                  <a:pt x="861" y="929"/>
                  <a:pt x="850" y="935"/>
                  <a:pt x="839" y="939"/>
                </a:cubicBezTo>
                <a:cubicBezTo>
                  <a:pt x="828" y="944"/>
                  <a:pt x="816" y="948"/>
                  <a:pt x="804" y="950"/>
                </a:cubicBezTo>
                <a:cubicBezTo>
                  <a:pt x="792" y="952"/>
                  <a:pt x="780" y="953"/>
                  <a:pt x="768" y="953"/>
                </a:cubicBezTo>
                <a:lnTo>
                  <a:pt x="185" y="953"/>
                </a:lnTo>
                <a:cubicBezTo>
                  <a:pt x="173" y="953"/>
                  <a:pt x="161" y="952"/>
                  <a:pt x="149" y="950"/>
                </a:cubicBezTo>
                <a:cubicBezTo>
                  <a:pt x="137" y="948"/>
                  <a:pt x="125" y="944"/>
                  <a:pt x="114" y="939"/>
                </a:cubicBezTo>
                <a:cubicBezTo>
                  <a:pt x="103" y="935"/>
                  <a:pt x="92" y="929"/>
                  <a:pt x="82" y="922"/>
                </a:cubicBezTo>
                <a:cubicBezTo>
                  <a:pt x="72" y="915"/>
                  <a:pt x="62" y="908"/>
                  <a:pt x="54" y="899"/>
                </a:cubicBezTo>
                <a:cubicBezTo>
                  <a:pt x="45" y="891"/>
                  <a:pt x="38" y="881"/>
                  <a:pt x="31" y="871"/>
                </a:cubicBezTo>
                <a:cubicBezTo>
                  <a:pt x="24" y="861"/>
                  <a:pt x="18" y="850"/>
                  <a:pt x="14" y="839"/>
                </a:cubicBezTo>
                <a:cubicBezTo>
                  <a:pt x="9" y="828"/>
                  <a:pt x="6" y="816"/>
                  <a:pt x="3" y="804"/>
                </a:cubicBezTo>
                <a:cubicBezTo>
                  <a:pt x="1" y="792"/>
                  <a:pt x="0" y="780"/>
                  <a:pt x="0" y="768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523800" y="5133960"/>
            <a:ext cx="167760" cy="167760"/>
          </a:xfrm>
          <a:custGeom>
            <a:avLst/>
            <a:gdLst/>
            <a:ahLst/>
            <a:rect l="0" t="0" r="r" b="b"/>
            <a:pathLst>
              <a:path w="466" h="466">
                <a:moveTo>
                  <a:pt x="68" y="68"/>
                </a:moveTo>
                <a:lnTo>
                  <a:pt x="37" y="37"/>
                </a:lnTo>
                <a:cubicBezTo>
                  <a:pt x="23" y="23"/>
                  <a:pt x="0" y="33"/>
                  <a:pt x="0" y="52"/>
                </a:cubicBezTo>
                <a:lnTo>
                  <a:pt x="0" y="152"/>
                </a:lnTo>
                <a:cubicBezTo>
                  <a:pt x="0" y="164"/>
                  <a:pt x="9" y="174"/>
                  <a:pt x="22" y="174"/>
                </a:cubicBezTo>
                <a:lnTo>
                  <a:pt x="122" y="174"/>
                </a:lnTo>
                <a:cubicBezTo>
                  <a:pt x="141" y="174"/>
                  <a:pt x="151" y="151"/>
                  <a:pt x="137" y="137"/>
                </a:cubicBezTo>
                <a:lnTo>
                  <a:pt x="109" y="109"/>
                </a:lnTo>
                <a:cubicBezTo>
                  <a:pt x="141" y="77"/>
                  <a:pt x="185" y="58"/>
                  <a:pt x="233" y="58"/>
                </a:cubicBezTo>
                <a:cubicBezTo>
                  <a:pt x="330" y="58"/>
                  <a:pt x="408" y="136"/>
                  <a:pt x="408" y="232"/>
                </a:cubicBezTo>
                <a:cubicBezTo>
                  <a:pt x="408" y="329"/>
                  <a:pt x="330" y="408"/>
                  <a:pt x="233" y="408"/>
                </a:cubicBezTo>
                <a:cubicBezTo>
                  <a:pt x="196" y="408"/>
                  <a:pt x="161" y="396"/>
                  <a:pt x="133" y="376"/>
                </a:cubicBezTo>
                <a:cubicBezTo>
                  <a:pt x="120" y="366"/>
                  <a:pt x="101" y="370"/>
                  <a:pt x="92" y="383"/>
                </a:cubicBezTo>
                <a:cubicBezTo>
                  <a:pt x="83" y="397"/>
                  <a:pt x="86" y="415"/>
                  <a:pt x="99" y="424"/>
                </a:cubicBezTo>
                <a:cubicBezTo>
                  <a:pt x="137" y="451"/>
                  <a:pt x="184" y="466"/>
                  <a:pt x="233" y="466"/>
                </a:cubicBezTo>
                <a:cubicBezTo>
                  <a:pt x="362" y="466"/>
                  <a:pt x="466" y="361"/>
                  <a:pt x="466" y="232"/>
                </a:cubicBezTo>
                <a:cubicBezTo>
                  <a:pt x="466" y="104"/>
                  <a:pt x="362" y="0"/>
                  <a:pt x="233" y="0"/>
                </a:cubicBezTo>
                <a:cubicBezTo>
                  <a:pt x="168" y="0"/>
                  <a:pt x="110" y="26"/>
                  <a:pt x="68" y="68"/>
                </a:cubicBezTo>
                <a:moveTo>
                  <a:pt x="233" y="116"/>
                </a:moveTo>
                <a:cubicBezTo>
                  <a:pt x="221" y="116"/>
                  <a:pt x="212" y="126"/>
                  <a:pt x="212" y="138"/>
                </a:cubicBezTo>
                <a:lnTo>
                  <a:pt x="212" y="232"/>
                </a:lnTo>
                <a:cubicBezTo>
                  <a:pt x="212" y="238"/>
                  <a:pt x="214" y="244"/>
                  <a:pt x="218" y="248"/>
                </a:cubicBezTo>
                <a:lnTo>
                  <a:pt x="283" y="313"/>
                </a:lnTo>
                <a:cubicBezTo>
                  <a:pt x="292" y="322"/>
                  <a:pt x="306" y="322"/>
                  <a:pt x="314" y="313"/>
                </a:cubicBezTo>
                <a:cubicBezTo>
                  <a:pt x="323" y="305"/>
                  <a:pt x="323" y="291"/>
                  <a:pt x="314" y="282"/>
                </a:cubicBezTo>
                <a:lnTo>
                  <a:pt x="255" y="223"/>
                </a:lnTo>
                <a:lnTo>
                  <a:pt x="255" y="138"/>
                </a:lnTo>
                <a:cubicBezTo>
                  <a:pt x="255" y="126"/>
                  <a:pt x="245" y="116"/>
                  <a:pt x="233" y="116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942840" y="2608920"/>
            <a:ext cx="1202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moral judgment.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942840" y="5046120"/>
            <a:ext cx="19706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Subjectivity of Memory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942840" y="5352120"/>
            <a:ext cx="4313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narrative is essentially "intimate gossip" told years later.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942840" y="5599800"/>
            <a:ext cx="40809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History is </a:t>
            </a:r>
            <a:r>
              <a:rPr b="1" lang="en-US" sz="120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distorted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by Nelly's personal bias, favoring her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942840" y="5847480"/>
            <a:ext cx="4734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perspective while casting judgment on the "wildness" of Heathcliff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6338880" y="990360"/>
            <a:ext cx="229320" cy="228960"/>
          </a:xfrm>
          <a:custGeom>
            <a:avLst/>
            <a:gdLst/>
            <a:ahLst/>
            <a:rect l="0" t="0" r="r" b="b"/>
            <a:pathLst>
              <a:path w="637" h="636">
                <a:moveTo>
                  <a:pt x="288" y="7"/>
                </a:moveTo>
                <a:cubicBezTo>
                  <a:pt x="307" y="-2"/>
                  <a:pt x="329" y="-2"/>
                  <a:pt x="347" y="7"/>
                </a:cubicBezTo>
                <a:lnTo>
                  <a:pt x="618" y="133"/>
                </a:lnTo>
                <a:cubicBezTo>
                  <a:pt x="630" y="138"/>
                  <a:pt x="637" y="148"/>
                  <a:pt x="637" y="160"/>
                </a:cubicBezTo>
                <a:cubicBezTo>
                  <a:pt x="637" y="172"/>
                  <a:pt x="630" y="182"/>
                  <a:pt x="618" y="187"/>
                </a:cubicBezTo>
                <a:lnTo>
                  <a:pt x="347" y="312"/>
                </a:lnTo>
                <a:cubicBezTo>
                  <a:pt x="329" y="321"/>
                  <a:pt x="307" y="321"/>
                  <a:pt x="288" y="312"/>
                </a:cubicBezTo>
                <a:lnTo>
                  <a:pt x="17" y="187"/>
                </a:lnTo>
                <a:cubicBezTo>
                  <a:pt x="6" y="182"/>
                  <a:pt x="0" y="171"/>
                  <a:pt x="0" y="160"/>
                </a:cubicBezTo>
                <a:cubicBezTo>
                  <a:pt x="0" y="148"/>
                  <a:pt x="6" y="138"/>
                  <a:pt x="17" y="133"/>
                </a:cubicBezTo>
                <a:lnTo>
                  <a:pt x="288" y="7"/>
                </a:lnTo>
                <a:moveTo>
                  <a:pt x="552" y="261"/>
                </a:moveTo>
                <a:lnTo>
                  <a:pt x="618" y="292"/>
                </a:lnTo>
                <a:cubicBezTo>
                  <a:pt x="630" y="296"/>
                  <a:pt x="637" y="307"/>
                  <a:pt x="637" y="319"/>
                </a:cubicBezTo>
                <a:cubicBezTo>
                  <a:pt x="637" y="330"/>
                  <a:pt x="630" y="341"/>
                  <a:pt x="618" y="346"/>
                </a:cubicBezTo>
                <a:lnTo>
                  <a:pt x="347" y="471"/>
                </a:lnTo>
                <a:cubicBezTo>
                  <a:pt x="329" y="480"/>
                  <a:pt x="307" y="480"/>
                  <a:pt x="288" y="471"/>
                </a:cubicBezTo>
                <a:lnTo>
                  <a:pt x="17" y="346"/>
                </a:lnTo>
                <a:cubicBezTo>
                  <a:pt x="6" y="341"/>
                  <a:pt x="0" y="330"/>
                  <a:pt x="0" y="319"/>
                </a:cubicBezTo>
                <a:cubicBezTo>
                  <a:pt x="0" y="307"/>
                  <a:pt x="6" y="296"/>
                  <a:pt x="17" y="292"/>
                </a:cubicBezTo>
                <a:lnTo>
                  <a:pt x="83" y="261"/>
                </a:lnTo>
                <a:lnTo>
                  <a:pt x="271" y="348"/>
                </a:lnTo>
                <a:cubicBezTo>
                  <a:pt x="300" y="362"/>
                  <a:pt x="335" y="362"/>
                  <a:pt x="364" y="348"/>
                </a:cubicBezTo>
                <a:lnTo>
                  <a:pt x="552" y="261"/>
                </a:lnTo>
                <a:moveTo>
                  <a:pt x="364" y="507"/>
                </a:moveTo>
                <a:lnTo>
                  <a:pt x="552" y="420"/>
                </a:lnTo>
                <a:lnTo>
                  <a:pt x="618" y="450"/>
                </a:lnTo>
                <a:cubicBezTo>
                  <a:pt x="630" y="455"/>
                  <a:pt x="637" y="466"/>
                  <a:pt x="637" y="477"/>
                </a:cubicBezTo>
                <a:cubicBezTo>
                  <a:pt x="637" y="489"/>
                  <a:pt x="630" y="500"/>
                  <a:pt x="618" y="504"/>
                </a:cubicBezTo>
                <a:lnTo>
                  <a:pt x="347" y="630"/>
                </a:lnTo>
                <a:cubicBezTo>
                  <a:pt x="329" y="638"/>
                  <a:pt x="307" y="638"/>
                  <a:pt x="288" y="630"/>
                </a:cubicBezTo>
                <a:lnTo>
                  <a:pt x="17" y="504"/>
                </a:lnTo>
                <a:cubicBezTo>
                  <a:pt x="6" y="499"/>
                  <a:pt x="0" y="489"/>
                  <a:pt x="0" y="477"/>
                </a:cubicBezTo>
                <a:cubicBezTo>
                  <a:pt x="0" y="466"/>
                  <a:pt x="6" y="455"/>
                  <a:pt x="17" y="450"/>
                </a:cubicBezTo>
                <a:lnTo>
                  <a:pt x="83" y="420"/>
                </a:lnTo>
                <a:lnTo>
                  <a:pt x="271" y="507"/>
                </a:lnTo>
                <a:cubicBezTo>
                  <a:pt x="300" y="520"/>
                  <a:pt x="335" y="520"/>
                  <a:pt x="364" y="507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942840" y="6095160"/>
            <a:ext cx="1054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and Catherine.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6333840" y="1628640"/>
            <a:ext cx="343440" cy="343080"/>
          </a:xfrm>
          <a:custGeom>
            <a:avLst/>
            <a:gdLst/>
            <a:ahLst/>
            <a:rect l="0" t="0" r="r" b="b"/>
            <a:pathLst>
              <a:path w="954" h="953">
                <a:moveTo>
                  <a:pt x="0" y="768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20" y="103"/>
                  <a:pt x="26" y="92"/>
                  <a:pt x="33" y="82"/>
                </a:cubicBezTo>
                <a:cubicBezTo>
                  <a:pt x="39" y="72"/>
                  <a:pt x="47" y="63"/>
                  <a:pt x="56" y="54"/>
                </a:cubicBezTo>
                <a:cubicBezTo>
                  <a:pt x="64" y="46"/>
                  <a:pt x="73" y="38"/>
                  <a:pt x="84" y="31"/>
                </a:cubicBezTo>
                <a:cubicBezTo>
                  <a:pt x="94" y="24"/>
                  <a:pt x="104" y="19"/>
                  <a:pt x="116" y="14"/>
                </a:cubicBezTo>
                <a:cubicBezTo>
                  <a:pt x="127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769" y="0"/>
                </a:lnTo>
                <a:cubicBezTo>
                  <a:pt x="781" y="0"/>
                  <a:pt x="793" y="1"/>
                  <a:pt x="805" y="3"/>
                </a:cubicBezTo>
                <a:cubicBezTo>
                  <a:pt x="817" y="6"/>
                  <a:pt x="828" y="9"/>
                  <a:pt x="839" y="14"/>
                </a:cubicBezTo>
                <a:cubicBezTo>
                  <a:pt x="851" y="19"/>
                  <a:pt x="861" y="24"/>
                  <a:pt x="871" y="31"/>
                </a:cubicBezTo>
                <a:cubicBezTo>
                  <a:pt x="882" y="38"/>
                  <a:pt x="891" y="46"/>
                  <a:pt x="900" y="54"/>
                </a:cubicBezTo>
                <a:cubicBezTo>
                  <a:pt x="908" y="63"/>
                  <a:pt x="916" y="72"/>
                  <a:pt x="923" y="82"/>
                </a:cubicBezTo>
                <a:cubicBezTo>
                  <a:pt x="929" y="92"/>
                  <a:pt x="935" y="103"/>
                  <a:pt x="940" y="114"/>
                </a:cubicBezTo>
                <a:cubicBezTo>
                  <a:pt x="944" y="125"/>
                  <a:pt x="948" y="137"/>
                  <a:pt x="950" y="149"/>
                </a:cubicBezTo>
                <a:cubicBezTo>
                  <a:pt x="953" y="161"/>
                  <a:pt x="954" y="173"/>
                  <a:pt x="954" y="185"/>
                </a:cubicBezTo>
                <a:lnTo>
                  <a:pt x="954" y="768"/>
                </a:lnTo>
                <a:cubicBezTo>
                  <a:pt x="954" y="780"/>
                  <a:pt x="953" y="792"/>
                  <a:pt x="950" y="804"/>
                </a:cubicBezTo>
                <a:cubicBezTo>
                  <a:pt x="948" y="816"/>
                  <a:pt x="944" y="828"/>
                  <a:pt x="940" y="839"/>
                </a:cubicBezTo>
                <a:cubicBezTo>
                  <a:pt x="935" y="850"/>
                  <a:pt x="929" y="861"/>
                  <a:pt x="923" y="871"/>
                </a:cubicBezTo>
                <a:cubicBezTo>
                  <a:pt x="916" y="881"/>
                  <a:pt x="908" y="891"/>
                  <a:pt x="900" y="899"/>
                </a:cubicBezTo>
                <a:cubicBezTo>
                  <a:pt x="891" y="908"/>
                  <a:pt x="882" y="915"/>
                  <a:pt x="871" y="922"/>
                </a:cubicBezTo>
                <a:cubicBezTo>
                  <a:pt x="861" y="929"/>
                  <a:pt x="851" y="935"/>
                  <a:pt x="839" y="939"/>
                </a:cubicBezTo>
                <a:cubicBezTo>
                  <a:pt x="828" y="944"/>
                  <a:pt x="817" y="947"/>
                  <a:pt x="805" y="950"/>
                </a:cubicBezTo>
                <a:cubicBezTo>
                  <a:pt x="793" y="952"/>
                  <a:pt x="781" y="953"/>
                  <a:pt x="769" y="953"/>
                </a:cubicBezTo>
                <a:lnTo>
                  <a:pt x="186" y="953"/>
                </a:lnTo>
                <a:cubicBezTo>
                  <a:pt x="174" y="953"/>
                  <a:pt x="162" y="952"/>
                  <a:pt x="150" y="950"/>
                </a:cubicBezTo>
                <a:cubicBezTo>
                  <a:pt x="138" y="947"/>
                  <a:pt x="127" y="944"/>
                  <a:pt x="116" y="939"/>
                </a:cubicBezTo>
                <a:cubicBezTo>
                  <a:pt x="104" y="935"/>
                  <a:pt x="94" y="929"/>
                  <a:pt x="84" y="922"/>
                </a:cubicBezTo>
                <a:cubicBezTo>
                  <a:pt x="73" y="915"/>
                  <a:pt x="64" y="908"/>
                  <a:pt x="56" y="899"/>
                </a:cubicBezTo>
                <a:cubicBezTo>
                  <a:pt x="47" y="891"/>
                  <a:pt x="39" y="881"/>
                  <a:pt x="33" y="871"/>
                </a:cubicBezTo>
                <a:cubicBezTo>
                  <a:pt x="26" y="861"/>
                  <a:pt x="20" y="850"/>
                  <a:pt x="14" y="839"/>
                </a:cubicBezTo>
                <a:cubicBezTo>
                  <a:pt x="10" y="828"/>
                  <a:pt x="6" y="816"/>
                  <a:pt x="4" y="804"/>
                </a:cubicBezTo>
                <a:cubicBezTo>
                  <a:pt x="1" y="792"/>
                  <a:pt x="0" y="780"/>
                  <a:pt x="0" y="768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6333840" y="1628640"/>
            <a:ext cx="343440" cy="343080"/>
          </a:xfrm>
          <a:custGeom>
            <a:avLst/>
            <a:gdLst/>
            <a:ahLst/>
            <a:rect l="0" t="0" r="r" b="b"/>
            <a:pathLst>
              <a:path fill="none" w="954" h="953">
                <a:moveTo>
                  <a:pt x="0" y="768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20" y="103"/>
                  <a:pt x="26" y="92"/>
                  <a:pt x="33" y="82"/>
                </a:cubicBezTo>
                <a:cubicBezTo>
                  <a:pt x="39" y="72"/>
                  <a:pt x="47" y="63"/>
                  <a:pt x="56" y="54"/>
                </a:cubicBezTo>
                <a:cubicBezTo>
                  <a:pt x="64" y="46"/>
                  <a:pt x="73" y="38"/>
                  <a:pt x="84" y="31"/>
                </a:cubicBezTo>
                <a:cubicBezTo>
                  <a:pt x="94" y="24"/>
                  <a:pt x="104" y="19"/>
                  <a:pt x="116" y="14"/>
                </a:cubicBezTo>
                <a:cubicBezTo>
                  <a:pt x="127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769" y="0"/>
                </a:lnTo>
                <a:cubicBezTo>
                  <a:pt x="781" y="0"/>
                  <a:pt x="793" y="1"/>
                  <a:pt x="805" y="3"/>
                </a:cubicBezTo>
                <a:cubicBezTo>
                  <a:pt x="817" y="6"/>
                  <a:pt x="828" y="9"/>
                  <a:pt x="839" y="14"/>
                </a:cubicBezTo>
                <a:cubicBezTo>
                  <a:pt x="851" y="19"/>
                  <a:pt x="861" y="24"/>
                  <a:pt x="871" y="31"/>
                </a:cubicBezTo>
                <a:cubicBezTo>
                  <a:pt x="882" y="38"/>
                  <a:pt x="891" y="46"/>
                  <a:pt x="900" y="54"/>
                </a:cubicBezTo>
                <a:cubicBezTo>
                  <a:pt x="908" y="63"/>
                  <a:pt x="916" y="72"/>
                  <a:pt x="923" y="82"/>
                </a:cubicBezTo>
                <a:cubicBezTo>
                  <a:pt x="929" y="92"/>
                  <a:pt x="935" y="103"/>
                  <a:pt x="940" y="114"/>
                </a:cubicBezTo>
                <a:cubicBezTo>
                  <a:pt x="944" y="125"/>
                  <a:pt x="948" y="137"/>
                  <a:pt x="950" y="149"/>
                </a:cubicBezTo>
                <a:cubicBezTo>
                  <a:pt x="953" y="161"/>
                  <a:pt x="954" y="173"/>
                  <a:pt x="954" y="185"/>
                </a:cubicBezTo>
                <a:lnTo>
                  <a:pt x="954" y="768"/>
                </a:lnTo>
                <a:cubicBezTo>
                  <a:pt x="954" y="780"/>
                  <a:pt x="953" y="792"/>
                  <a:pt x="950" y="804"/>
                </a:cubicBezTo>
                <a:cubicBezTo>
                  <a:pt x="948" y="816"/>
                  <a:pt x="944" y="828"/>
                  <a:pt x="940" y="839"/>
                </a:cubicBezTo>
                <a:cubicBezTo>
                  <a:pt x="935" y="850"/>
                  <a:pt x="929" y="861"/>
                  <a:pt x="923" y="871"/>
                </a:cubicBezTo>
                <a:cubicBezTo>
                  <a:pt x="916" y="881"/>
                  <a:pt x="908" y="891"/>
                  <a:pt x="900" y="899"/>
                </a:cubicBezTo>
                <a:cubicBezTo>
                  <a:pt x="891" y="908"/>
                  <a:pt x="882" y="915"/>
                  <a:pt x="871" y="922"/>
                </a:cubicBezTo>
                <a:cubicBezTo>
                  <a:pt x="861" y="929"/>
                  <a:pt x="851" y="935"/>
                  <a:pt x="839" y="939"/>
                </a:cubicBezTo>
                <a:cubicBezTo>
                  <a:pt x="828" y="944"/>
                  <a:pt x="817" y="947"/>
                  <a:pt x="805" y="950"/>
                </a:cubicBezTo>
                <a:cubicBezTo>
                  <a:pt x="793" y="952"/>
                  <a:pt x="781" y="953"/>
                  <a:pt x="769" y="953"/>
                </a:cubicBezTo>
                <a:lnTo>
                  <a:pt x="186" y="953"/>
                </a:lnTo>
                <a:cubicBezTo>
                  <a:pt x="174" y="953"/>
                  <a:pt x="162" y="952"/>
                  <a:pt x="150" y="950"/>
                </a:cubicBezTo>
                <a:cubicBezTo>
                  <a:pt x="138" y="947"/>
                  <a:pt x="127" y="944"/>
                  <a:pt x="116" y="939"/>
                </a:cubicBezTo>
                <a:cubicBezTo>
                  <a:pt x="104" y="935"/>
                  <a:pt x="94" y="929"/>
                  <a:pt x="84" y="922"/>
                </a:cubicBezTo>
                <a:cubicBezTo>
                  <a:pt x="73" y="915"/>
                  <a:pt x="64" y="908"/>
                  <a:pt x="56" y="899"/>
                </a:cubicBezTo>
                <a:cubicBezTo>
                  <a:pt x="47" y="891"/>
                  <a:pt x="39" y="881"/>
                  <a:pt x="33" y="871"/>
                </a:cubicBezTo>
                <a:cubicBezTo>
                  <a:pt x="26" y="861"/>
                  <a:pt x="20" y="850"/>
                  <a:pt x="14" y="839"/>
                </a:cubicBezTo>
                <a:cubicBezTo>
                  <a:pt x="10" y="828"/>
                  <a:pt x="6" y="816"/>
                  <a:pt x="4" y="804"/>
                </a:cubicBezTo>
                <a:cubicBezTo>
                  <a:pt x="1" y="792"/>
                  <a:pt x="0" y="780"/>
                  <a:pt x="0" y="768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6419520" y="1724400"/>
            <a:ext cx="168120" cy="166680"/>
          </a:xfrm>
          <a:custGeom>
            <a:avLst/>
            <a:gdLst/>
            <a:ahLst/>
            <a:rect l="0" t="0" r="r" b="b"/>
            <a:pathLst>
              <a:path w="467" h="463">
                <a:moveTo>
                  <a:pt x="215" y="4"/>
                </a:moveTo>
                <a:cubicBezTo>
                  <a:pt x="227" y="-1"/>
                  <a:pt x="241" y="-1"/>
                  <a:pt x="254" y="4"/>
                </a:cubicBezTo>
                <a:lnTo>
                  <a:pt x="428" y="67"/>
                </a:lnTo>
                <a:cubicBezTo>
                  <a:pt x="451" y="75"/>
                  <a:pt x="467" y="97"/>
                  <a:pt x="467" y="122"/>
                </a:cubicBezTo>
                <a:lnTo>
                  <a:pt x="467" y="343"/>
                </a:lnTo>
                <a:cubicBezTo>
                  <a:pt x="467" y="367"/>
                  <a:pt x="451" y="389"/>
                  <a:pt x="428" y="397"/>
                </a:cubicBezTo>
                <a:lnTo>
                  <a:pt x="254" y="460"/>
                </a:lnTo>
                <a:cubicBezTo>
                  <a:pt x="241" y="464"/>
                  <a:pt x="227" y="464"/>
                  <a:pt x="215" y="460"/>
                </a:cubicBezTo>
                <a:lnTo>
                  <a:pt x="39" y="397"/>
                </a:lnTo>
                <a:cubicBezTo>
                  <a:pt x="16" y="389"/>
                  <a:pt x="0" y="367"/>
                  <a:pt x="0" y="343"/>
                </a:cubicBezTo>
                <a:lnTo>
                  <a:pt x="0" y="122"/>
                </a:lnTo>
                <a:cubicBezTo>
                  <a:pt x="0" y="97"/>
                  <a:pt x="16" y="75"/>
                  <a:pt x="39" y="67"/>
                </a:cubicBezTo>
                <a:lnTo>
                  <a:pt x="215" y="4"/>
                </a:lnTo>
                <a:moveTo>
                  <a:pt x="234" y="59"/>
                </a:moveTo>
                <a:lnTo>
                  <a:pt x="76" y="116"/>
                </a:lnTo>
                <a:lnTo>
                  <a:pt x="234" y="172"/>
                </a:lnTo>
                <a:lnTo>
                  <a:pt x="392" y="116"/>
                </a:lnTo>
                <a:lnTo>
                  <a:pt x="234" y="59"/>
                </a:lnTo>
                <a:moveTo>
                  <a:pt x="263" y="395"/>
                </a:moveTo>
                <a:lnTo>
                  <a:pt x="409" y="343"/>
                </a:lnTo>
                <a:lnTo>
                  <a:pt x="409" y="172"/>
                </a:lnTo>
                <a:lnTo>
                  <a:pt x="263" y="224"/>
                </a:lnTo>
                <a:lnTo>
                  <a:pt x="263" y="395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6696000" y="946080"/>
            <a:ext cx="31024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Gothic Structure &amp; Mystery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6838920" y="1635840"/>
            <a:ext cx="23932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"Matryoshka" Structure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6838920" y="1942200"/>
            <a:ext cx="4449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Stories within stories: Lockwood hears from Nelly, who quotes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6838920" y="2189880"/>
            <a:ext cx="42987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others. This layering creates distance, enhancing the </a:t>
            </a:r>
            <a:r>
              <a:rPr b="1" lang="en-US" sz="120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Gothic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7833960" y="3024000"/>
            <a:ext cx="2419920" cy="1819800"/>
          </a:xfrm>
          <a:custGeom>
            <a:avLst/>
            <a:gdLst/>
            <a:ahLst/>
            <a:rect l="0" t="0" r="r" b="b"/>
            <a:pathLst>
              <a:path fill="none" w="6722" h="5055">
                <a:moveTo>
                  <a:pt x="0" y="4962"/>
                </a:moveTo>
                <a:lnTo>
                  <a:pt x="0" y="93"/>
                </a:lnTo>
                <a:cubicBezTo>
                  <a:pt x="0" y="80"/>
                  <a:pt x="3" y="69"/>
                  <a:pt x="8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lnTo>
                  <a:pt x="6629" y="0"/>
                </a:lnTo>
                <a:cubicBezTo>
                  <a:pt x="6642" y="0"/>
                  <a:pt x="6653" y="2"/>
                  <a:pt x="6665" y="7"/>
                </a:cubicBezTo>
                <a:cubicBezTo>
                  <a:pt x="6676" y="12"/>
                  <a:pt x="6686" y="18"/>
                  <a:pt x="6695" y="27"/>
                </a:cubicBezTo>
                <a:cubicBezTo>
                  <a:pt x="6703" y="36"/>
                  <a:pt x="6710" y="46"/>
                  <a:pt x="6715" y="57"/>
                </a:cubicBezTo>
                <a:cubicBezTo>
                  <a:pt x="6720" y="69"/>
                  <a:pt x="6722" y="80"/>
                  <a:pt x="6722" y="93"/>
                </a:cubicBezTo>
                <a:lnTo>
                  <a:pt x="6722" y="4962"/>
                </a:lnTo>
                <a:cubicBezTo>
                  <a:pt x="6722" y="4974"/>
                  <a:pt x="6720" y="4986"/>
                  <a:pt x="6715" y="4997"/>
                </a:cubicBezTo>
                <a:cubicBezTo>
                  <a:pt x="6710" y="5009"/>
                  <a:pt x="6703" y="5019"/>
                  <a:pt x="6695" y="5027"/>
                </a:cubicBezTo>
                <a:cubicBezTo>
                  <a:pt x="6686" y="5036"/>
                  <a:pt x="6676" y="5043"/>
                  <a:pt x="6665" y="5048"/>
                </a:cubicBezTo>
                <a:cubicBezTo>
                  <a:pt x="6653" y="5052"/>
                  <a:pt x="6642" y="5055"/>
                  <a:pt x="6629" y="5055"/>
                </a:cubicBezTo>
                <a:lnTo>
                  <a:pt x="93" y="5055"/>
                </a:lnTo>
                <a:cubicBezTo>
                  <a:pt x="81" y="5055"/>
                  <a:pt x="69" y="5052"/>
                  <a:pt x="58" y="5048"/>
                </a:cubicBezTo>
                <a:cubicBezTo>
                  <a:pt x="46" y="5043"/>
                  <a:pt x="36" y="5036"/>
                  <a:pt x="28" y="5027"/>
                </a:cubicBezTo>
                <a:cubicBezTo>
                  <a:pt x="19" y="5019"/>
                  <a:pt x="12" y="5009"/>
                  <a:pt x="8" y="4997"/>
                </a:cubicBezTo>
                <a:cubicBezTo>
                  <a:pt x="3" y="4986"/>
                  <a:pt x="0" y="4974"/>
                  <a:pt x="0" y="4962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2" name="" descr=""/>
          <p:cNvPicPr/>
          <p:nvPr/>
        </p:nvPicPr>
        <p:blipFill>
          <a:blip r:embed="rId2"/>
          <a:stretch/>
        </p:blipFill>
        <p:spPr>
          <a:xfrm>
            <a:off x="7839000" y="3029040"/>
            <a:ext cx="2409480" cy="180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3" name=""/>
          <p:cNvSpPr/>
          <p:nvPr/>
        </p:nvSpPr>
        <p:spPr>
          <a:xfrm>
            <a:off x="6333840" y="5209920"/>
            <a:ext cx="343440" cy="343440"/>
          </a:xfrm>
          <a:custGeom>
            <a:avLst/>
            <a:gdLst/>
            <a:ahLst/>
            <a:rect l="0" t="0" r="r" b="b"/>
            <a:pathLst>
              <a:path w="954" h="954">
                <a:moveTo>
                  <a:pt x="0" y="768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20" y="103"/>
                  <a:pt x="26" y="93"/>
                  <a:pt x="33" y="83"/>
                </a:cubicBezTo>
                <a:cubicBezTo>
                  <a:pt x="39" y="72"/>
                  <a:pt x="47" y="63"/>
                  <a:pt x="56" y="54"/>
                </a:cubicBezTo>
                <a:cubicBezTo>
                  <a:pt x="64" y="46"/>
                  <a:pt x="73" y="38"/>
                  <a:pt x="84" y="31"/>
                </a:cubicBezTo>
                <a:cubicBezTo>
                  <a:pt x="94" y="25"/>
                  <a:pt x="104" y="19"/>
                  <a:pt x="116" y="14"/>
                </a:cubicBezTo>
                <a:cubicBezTo>
                  <a:pt x="127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769" y="0"/>
                </a:lnTo>
                <a:cubicBezTo>
                  <a:pt x="781" y="0"/>
                  <a:pt x="793" y="1"/>
                  <a:pt x="805" y="4"/>
                </a:cubicBezTo>
                <a:cubicBezTo>
                  <a:pt x="817" y="6"/>
                  <a:pt x="828" y="10"/>
                  <a:pt x="839" y="14"/>
                </a:cubicBezTo>
                <a:cubicBezTo>
                  <a:pt x="851" y="19"/>
                  <a:pt x="861" y="25"/>
                  <a:pt x="871" y="31"/>
                </a:cubicBezTo>
                <a:cubicBezTo>
                  <a:pt x="882" y="38"/>
                  <a:pt x="891" y="46"/>
                  <a:pt x="900" y="54"/>
                </a:cubicBezTo>
                <a:cubicBezTo>
                  <a:pt x="908" y="63"/>
                  <a:pt x="916" y="72"/>
                  <a:pt x="923" y="83"/>
                </a:cubicBezTo>
                <a:cubicBezTo>
                  <a:pt x="929" y="93"/>
                  <a:pt x="935" y="103"/>
                  <a:pt x="940" y="115"/>
                </a:cubicBezTo>
                <a:cubicBezTo>
                  <a:pt x="944" y="126"/>
                  <a:pt x="948" y="137"/>
                  <a:pt x="950" y="149"/>
                </a:cubicBezTo>
                <a:cubicBezTo>
                  <a:pt x="953" y="161"/>
                  <a:pt x="954" y="173"/>
                  <a:pt x="954" y="185"/>
                </a:cubicBezTo>
                <a:lnTo>
                  <a:pt x="954" y="768"/>
                </a:lnTo>
                <a:cubicBezTo>
                  <a:pt x="954" y="781"/>
                  <a:pt x="953" y="793"/>
                  <a:pt x="950" y="805"/>
                </a:cubicBezTo>
                <a:cubicBezTo>
                  <a:pt x="948" y="817"/>
                  <a:pt x="944" y="828"/>
                  <a:pt x="940" y="839"/>
                </a:cubicBezTo>
                <a:cubicBezTo>
                  <a:pt x="935" y="851"/>
                  <a:pt x="929" y="861"/>
                  <a:pt x="923" y="871"/>
                </a:cubicBezTo>
                <a:cubicBezTo>
                  <a:pt x="916" y="882"/>
                  <a:pt x="908" y="891"/>
                  <a:pt x="900" y="899"/>
                </a:cubicBezTo>
                <a:cubicBezTo>
                  <a:pt x="891" y="908"/>
                  <a:pt x="882" y="916"/>
                  <a:pt x="871" y="922"/>
                </a:cubicBezTo>
                <a:cubicBezTo>
                  <a:pt x="861" y="929"/>
                  <a:pt x="851" y="935"/>
                  <a:pt x="839" y="940"/>
                </a:cubicBezTo>
                <a:cubicBezTo>
                  <a:pt x="828" y="944"/>
                  <a:pt x="817" y="948"/>
                  <a:pt x="805" y="950"/>
                </a:cubicBezTo>
                <a:cubicBezTo>
                  <a:pt x="793" y="953"/>
                  <a:pt x="781" y="954"/>
                  <a:pt x="769" y="954"/>
                </a:cubicBezTo>
                <a:lnTo>
                  <a:pt x="186" y="954"/>
                </a:lnTo>
                <a:cubicBezTo>
                  <a:pt x="174" y="954"/>
                  <a:pt x="162" y="953"/>
                  <a:pt x="150" y="950"/>
                </a:cubicBezTo>
                <a:cubicBezTo>
                  <a:pt x="138" y="948"/>
                  <a:pt x="127" y="944"/>
                  <a:pt x="116" y="940"/>
                </a:cubicBezTo>
                <a:cubicBezTo>
                  <a:pt x="104" y="935"/>
                  <a:pt x="94" y="929"/>
                  <a:pt x="84" y="922"/>
                </a:cubicBezTo>
                <a:cubicBezTo>
                  <a:pt x="73" y="916"/>
                  <a:pt x="64" y="908"/>
                  <a:pt x="56" y="899"/>
                </a:cubicBezTo>
                <a:cubicBezTo>
                  <a:pt x="47" y="891"/>
                  <a:pt x="39" y="882"/>
                  <a:pt x="33" y="871"/>
                </a:cubicBezTo>
                <a:cubicBezTo>
                  <a:pt x="26" y="861"/>
                  <a:pt x="20" y="851"/>
                  <a:pt x="14" y="839"/>
                </a:cubicBezTo>
                <a:cubicBezTo>
                  <a:pt x="10" y="828"/>
                  <a:pt x="6" y="817"/>
                  <a:pt x="4" y="805"/>
                </a:cubicBezTo>
                <a:cubicBezTo>
                  <a:pt x="1" y="793"/>
                  <a:pt x="0" y="781"/>
                  <a:pt x="0" y="768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6333840" y="5209920"/>
            <a:ext cx="343440" cy="343440"/>
          </a:xfrm>
          <a:custGeom>
            <a:avLst/>
            <a:gdLst/>
            <a:ahLst/>
            <a:rect l="0" t="0" r="r" b="b"/>
            <a:pathLst>
              <a:path fill="none" w="954" h="954">
                <a:moveTo>
                  <a:pt x="0" y="768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20" y="103"/>
                  <a:pt x="26" y="93"/>
                  <a:pt x="33" y="83"/>
                </a:cubicBezTo>
                <a:cubicBezTo>
                  <a:pt x="39" y="72"/>
                  <a:pt x="47" y="63"/>
                  <a:pt x="56" y="54"/>
                </a:cubicBezTo>
                <a:cubicBezTo>
                  <a:pt x="64" y="46"/>
                  <a:pt x="73" y="38"/>
                  <a:pt x="84" y="31"/>
                </a:cubicBezTo>
                <a:cubicBezTo>
                  <a:pt x="94" y="25"/>
                  <a:pt x="104" y="19"/>
                  <a:pt x="116" y="14"/>
                </a:cubicBezTo>
                <a:cubicBezTo>
                  <a:pt x="127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769" y="0"/>
                </a:lnTo>
                <a:cubicBezTo>
                  <a:pt x="781" y="0"/>
                  <a:pt x="793" y="1"/>
                  <a:pt x="805" y="4"/>
                </a:cubicBezTo>
                <a:cubicBezTo>
                  <a:pt x="817" y="6"/>
                  <a:pt x="828" y="10"/>
                  <a:pt x="839" y="14"/>
                </a:cubicBezTo>
                <a:cubicBezTo>
                  <a:pt x="851" y="19"/>
                  <a:pt x="861" y="25"/>
                  <a:pt x="871" y="31"/>
                </a:cubicBezTo>
                <a:cubicBezTo>
                  <a:pt x="882" y="38"/>
                  <a:pt x="891" y="46"/>
                  <a:pt x="900" y="54"/>
                </a:cubicBezTo>
                <a:cubicBezTo>
                  <a:pt x="908" y="63"/>
                  <a:pt x="916" y="72"/>
                  <a:pt x="923" y="83"/>
                </a:cubicBezTo>
                <a:cubicBezTo>
                  <a:pt x="929" y="93"/>
                  <a:pt x="935" y="103"/>
                  <a:pt x="940" y="115"/>
                </a:cubicBezTo>
                <a:cubicBezTo>
                  <a:pt x="944" y="126"/>
                  <a:pt x="948" y="137"/>
                  <a:pt x="950" y="149"/>
                </a:cubicBezTo>
                <a:cubicBezTo>
                  <a:pt x="953" y="161"/>
                  <a:pt x="954" y="173"/>
                  <a:pt x="954" y="185"/>
                </a:cubicBezTo>
                <a:lnTo>
                  <a:pt x="954" y="768"/>
                </a:lnTo>
                <a:cubicBezTo>
                  <a:pt x="954" y="781"/>
                  <a:pt x="953" y="793"/>
                  <a:pt x="950" y="805"/>
                </a:cubicBezTo>
                <a:cubicBezTo>
                  <a:pt x="948" y="817"/>
                  <a:pt x="944" y="828"/>
                  <a:pt x="940" y="839"/>
                </a:cubicBezTo>
                <a:cubicBezTo>
                  <a:pt x="935" y="851"/>
                  <a:pt x="929" y="861"/>
                  <a:pt x="923" y="871"/>
                </a:cubicBezTo>
                <a:cubicBezTo>
                  <a:pt x="916" y="882"/>
                  <a:pt x="908" y="891"/>
                  <a:pt x="900" y="899"/>
                </a:cubicBezTo>
                <a:cubicBezTo>
                  <a:pt x="891" y="908"/>
                  <a:pt x="882" y="916"/>
                  <a:pt x="871" y="922"/>
                </a:cubicBezTo>
                <a:cubicBezTo>
                  <a:pt x="861" y="929"/>
                  <a:pt x="851" y="935"/>
                  <a:pt x="839" y="940"/>
                </a:cubicBezTo>
                <a:cubicBezTo>
                  <a:pt x="828" y="944"/>
                  <a:pt x="817" y="948"/>
                  <a:pt x="805" y="950"/>
                </a:cubicBezTo>
                <a:cubicBezTo>
                  <a:pt x="793" y="953"/>
                  <a:pt x="781" y="954"/>
                  <a:pt x="769" y="954"/>
                </a:cubicBezTo>
                <a:lnTo>
                  <a:pt x="186" y="954"/>
                </a:lnTo>
                <a:cubicBezTo>
                  <a:pt x="174" y="954"/>
                  <a:pt x="162" y="953"/>
                  <a:pt x="150" y="950"/>
                </a:cubicBezTo>
                <a:cubicBezTo>
                  <a:pt x="138" y="948"/>
                  <a:pt x="127" y="944"/>
                  <a:pt x="116" y="940"/>
                </a:cubicBezTo>
                <a:cubicBezTo>
                  <a:pt x="104" y="935"/>
                  <a:pt x="94" y="929"/>
                  <a:pt x="84" y="922"/>
                </a:cubicBezTo>
                <a:cubicBezTo>
                  <a:pt x="73" y="916"/>
                  <a:pt x="64" y="908"/>
                  <a:pt x="56" y="899"/>
                </a:cubicBezTo>
                <a:cubicBezTo>
                  <a:pt x="47" y="891"/>
                  <a:pt x="39" y="882"/>
                  <a:pt x="33" y="871"/>
                </a:cubicBezTo>
                <a:cubicBezTo>
                  <a:pt x="26" y="861"/>
                  <a:pt x="20" y="851"/>
                  <a:pt x="14" y="839"/>
                </a:cubicBezTo>
                <a:cubicBezTo>
                  <a:pt x="10" y="828"/>
                  <a:pt x="6" y="817"/>
                  <a:pt x="4" y="805"/>
                </a:cubicBezTo>
                <a:cubicBezTo>
                  <a:pt x="1" y="793"/>
                  <a:pt x="0" y="781"/>
                  <a:pt x="0" y="768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6419520" y="5295600"/>
            <a:ext cx="168120" cy="168120"/>
          </a:xfrm>
          <a:custGeom>
            <a:avLst/>
            <a:gdLst/>
            <a:ahLst/>
            <a:rect l="0" t="0" r="r" b="b"/>
            <a:pathLst>
              <a:path w="467" h="467">
                <a:moveTo>
                  <a:pt x="380" y="189"/>
                </a:moveTo>
                <a:cubicBezTo>
                  <a:pt x="380" y="231"/>
                  <a:pt x="366" y="270"/>
                  <a:pt x="343" y="301"/>
                </a:cubicBezTo>
                <a:lnTo>
                  <a:pt x="458" y="417"/>
                </a:lnTo>
                <a:cubicBezTo>
                  <a:pt x="470" y="429"/>
                  <a:pt x="470" y="447"/>
                  <a:pt x="458" y="458"/>
                </a:cubicBezTo>
                <a:cubicBezTo>
                  <a:pt x="447" y="470"/>
                  <a:pt x="429" y="470"/>
                  <a:pt x="417" y="458"/>
                </a:cubicBezTo>
                <a:lnTo>
                  <a:pt x="302" y="342"/>
                </a:lnTo>
                <a:cubicBezTo>
                  <a:pt x="271" y="365"/>
                  <a:pt x="232" y="379"/>
                  <a:pt x="191" y="379"/>
                </a:cubicBezTo>
                <a:cubicBezTo>
                  <a:pt x="86" y="379"/>
                  <a:pt x="0" y="294"/>
                  <a:pt x="0" y="189"/>
                </a:cubicBezTo>
                <a:cubicBezTo>
                  <a:pt x="0" y="85"/>
                  <a:pt x="86" y="0"/>
                  <a:pt x="191" y="0"/>
                </a:cubicBezTo>
                <a:cubicBezTo>
                  <a:pt x="295" y="0"/>
                  <a:pt x="380" y="85"/>
                  <a:pt x="380" y="189"/>
                </a:cubicBezTo>
                <a:moveTo>
                  <a:pt x="191" y="320"/>
                </a:moveTo>
                <a:cubicBezTo>
                  <a:pt x="208" y="320"/>
                  <a:pt x="225" y="317"/>
                  <a:pt x="241" y="310"/>
                </a:cubicBezTo>
                <a:cubicBezTo>
                  <a:pt x="257" y="304"/>
                  <a:pt x="271" y="294"/>
                  <a:pt x="283" y="282"/>
                </a:cubicBezTo>
                <a:cubicBezTo>
                  <a:pt x="295" y="270"/>
                  <a:pt x="305" y="256"/>
                  <a:pt x="311" y="240"/>
                </a:cubicBezTo>
                <a:cubicBezTo>
                  <a:pt x="318" y="224"/>
                  <a:pt x="321" y="207"/>
                  <a:pt x="321" y="189"/>
                </a:cubicBezTo>
                <a:cubicBezTo>
                  <a:pt x="321" y="172"/>
                  <a:pt x="318" y="155"/>
                  <a:pt x="311" y="139"/>
                </a:cubicBezTo>
                <a:cubicBezTo>
                  <a:pt x="305" y="123"/>
                  <a:pt x="295" y="109"/>
                  <a:pt x="283" y="97"/>
                </a:cubicBezTo>
                <a:cubicBezTo>
                  <a:pt x="271" y="85"/>
                  <a:pt x="257" y="75"/>
                  <a:pt x="241" y="68"/>
                </a:cubicBezTo>
                <a:cubicBezTo>
                  <a:pt x="225" y="62"/>
                  <a:pt x="208" y="59"/>
                  <a:pt x="191" y="59"/>
                </a:cubicBezTo>
                <a:cubicBezTo>
                  <a:pt x="173" y="59"/>
                  <a:pt x="156" y="62"/>
                  <a:pt x="140" y="68"/>
                </a:cubicBezTo>
                <a:cubicBezTo>
                  <a:pt x="124" y="75"/>
                  <a:pt x="110" y="85"/>
                  <a:pt x="98" y="97"/>
                </a:cubicBezTo>
                <a:cubicBezTo>
                  <a:pt x="86" y="109"/>
                  <a:pt x="76" y="123"/>
                  <a:pt x="69" y="139"/>
                </a:cubicBezTo>
                <a:cubicBezTo>
                  <a:pt x="62" y="155"/>
                  <a:pt x="59" y="172"/>
                  <a:pt x="59" y="189"/>
                </a:cubicBezTo>
                <a:cubicBezTo>
                  <a:pt x="59" y="207"/>
                  <a:pt x="62" y="224"/>
                  <a:pt x="69" y="240"/>
                </a:cubicBezTo>
                <a:cubicBezTo>
                  <a:pt x="76" y="256"/>
                  <a:pt x="86" y="270"/>
                  <a:pt x="98" y="282"/>
                </a:cubicBezTo>
                <a:cubicBezTo>
                  <a:pt x="110" y="294"/>
                  <a:pt x="124" y="304"/>
                  <a:pt x="140" y="310"/>
                </a:cubicBezTo>
                <a:cubicBezTo>
                  <a:pt x="156" y="317"/>
                  <a:pt x="173" y="320"/>
                  <a:pt x="191" y="320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6838920" y="2437560"/>
            <a:ext cx="2851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atmosphere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of legend and uncertainty.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6838920" y="5217480"/>
            <a:ext cx="20505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Reader as Detective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6838920" y="5523480"/>
            <a:ext cx="4809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Because the narrator is biased and the listener (Lockwood) is naive,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6838920" y="5771160"/>
            <a:ext cx="4164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reader is forced to piece together the </a:t>
            </a:r>
            <a:r>
              <a:rPr b="1" lang="en-US" sz="120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hidden truth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by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6838920" y="6018840"/>
            <a:ext cx="20606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analyzing what is left unsaid.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11687040" y="6517800"/>
            <a:ext cx="1368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9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428400" y="1004760"/>
            <a:ext cx="257400" cy="200160"/>
          </a:xfrm>
          <a:custGeom>
            <a:avLst/>
            <a:gdLst/>
            <a:ahLst/>
            <a:rect l="0" t="0" r="r" b="b"/>
            <a:pathLst>
              <a:path w="715" h="556">
                <a:moveTo>
                  <a:pt x="0" y="59"/>
                </a:moveTo>
                <a:cubicBezTo>
                  <a:pt x="0" y="27"/>
                  <a:pt x="27" y="0"/>
                  <a:pt x="60" y="0"/>
                </a:cubicBezTo>
                <a:lnTo>
                  <a:pt x="179" y="0"/>
                </a:lnTo>
                <a:cubicBezTo>
                  <a:pt x="212" y="0"/>
                  <a:pt x="238" y="27"/>
                  <a:pt x="238" y="59"/>
                </a:cubicBezTo>
                <a:lnTo>
                  <a:pt x="238" y="79"/>
                </a:lnTo>
                <a:lnTo>
                  <a:pt x="476" y="79"/>
                </a:lnTo>
                <a:lnTo>
                  <a:pt x="476" y="59"/>
                </a:lnTo>
                <a:cubicBezTo>
                  <a:pt x="476" y="27"/>
                  <a:pt x="503" y="0"/>
                  <a:pt x="536" y="0"/>
                </a:cubicBezTo>
                <a:lnTo>
                  <a:pt x="656" y="0"/>
                </a:lnTo>
                <a:cubicBezTo>
                  <a:pt x="689" y="0"/>
                  <a:pt x="715" y="27"/>
                  <a:pt x="715" y="59"/>
                </a:cubicBezTo>
                <a:lnTo>
                  <a:pt x="715" y="178"/>
                </a:lnTo>
                <a:cubicBezTo>
                  <a:pt x="715" y="211"/>
                  <a:pt x="689" y="238"/>
                  <a:pt x="656" y="238"/>
                </a:cubicBezTo>
                <a:lnTo>
                  <a:pt x="536" y="238"/>
                </a:lnTo>
                <a:cubicBezTo>
                  <a:pt x="503" y="238"/>
                  <a:pt x="476" y="211"/>
                  <a:pt x="476" y="178"/>
                </a:cubicBezTo>
                <a:lnTo>
                  <a:pt x="476" y="159"/>
                </a:lnTo>
                <a:lnTo>
                  <a:pt x="238" y="159"/>
                </a:lnTo>
                <a:lnTo>
                  <a:pt x="238" y="178"/>
                </a:lnTo>
                <a:cubicBezTo>
                  <a:pt x="238" y="181"/>
                  <a:pt x="238" y="183"/>
                  <a:pt x="238" y="185"/>
                </a:cubicBezTo>
                <a:lnTo>
                  <a:pt x="337" y="318"/>
                </a:lnTo>
                <a:lnTo>
                  <a:pt x="457" y="318"/>
                </a:lnTo>
                <a:cubicBezTo>
                  <a:pt x="489" y="318"/>
                  <a:pt x="516" y="345"/>
                  <a:pt x="516" y="378"/>
                </a:cubicBezTo>
                <a:lnTo>
                  <a:pt x="516" y="497"/>
                </a:lnTo>
                <a:cubicBezTo>
                  <a:pt x="516" y="530"/>
                  <a:pt x="489" y="556"/>
                  <a:pt x="457" y="556"/>
                </a:cubicBezTo>
                <a:lnTo>
                  <a:pt x="337" y="556"/>
                </a:lnTo>
                <a:cubicBezTo>
                  <a:pt x="305" y="556"/>
                  <a:pt x="278" y="530"/>
                  <a:pt x="278" y="497"/>
                </a:cubicBezTo>
                <a:lnTo>
                  <a:pt x="278" y="378"/>
                </a:lnTo>
                <a:cubicBezTo>
                  <a:pt x="278" y="376"/>
                  <a:pt x="278" y="374"/>
                  <a:pt x="278" y="372"/>
                </a:cubicBezTo>
                <a:lnTo>
                  <a:pt x="179" y="238"/>
                </a:lnTo>
                <a:lnTo>
                  <a:pt x="60" y="238"/>
                </a:lnTo>
                <a:cubicBezTo>
                  <a:pt x="27" y="238"/>
                  <a:pt x="0" y="211"/>
                  <a:pt x="0" y="178"/>
                </a:cubicBezTo>
                <a:lnTo>
                  <a:pt x="0" y="59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428760" y="251280"/>
            <a:ext cx="529380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A Tangled Web: The Family Tree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438120" y="1590480"/>
            <a:ext cx="381240" cy="381240"/>
          </a:xfrm>
          <a:custGeom>
            <a:avLst/>
            <a:gdLst/>
            <a:ahLst/>
            <a:rect l="0" t="0" r="r" b="b"/>
            <a:pathLst>
              <a:path w="1059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4"/>
                </a:cubicBezTo>
                <a:cubicBezTo>
                  <a:pt x="922" y="6"/>
                  <a:pt x="933" y="9"/>
                  <a:pt x="945" y="14"/>
                </a:cubicBezTo>
                <a:cubicBezTo>
                  <a:pt x="956" y="19"/>
                  <a:pt x="966" y="24"/>
                  <a:pt x="977" y="31"/>
                </a:cubicBezTo>
                <a:cubicBezTo>
                  <a:pt x="987" y="38"/>
                  <a:pt x="996" y="46"/>
                  <a:pt x="1005" y="54"/>
                </a:cubicBezTo>
                <a:cubicBezTo>
                  <a:pt x="1013" y="63"/>
                  <a:pt x="1021" y="72"/>
                  <a:pt x="1028" y="82"/>
                </a:cubicBezTo>
                <a:cubicBezTo>
                  <a:pt x="1034" y="92"/>
                  <a:pt x="1040" y="103"/>
                  <a:pt x="1045" y="114"/>
                </a:cubicBezTo>
                <a:cubicBezTo>
                  <a:pt x="1049" y="126"/>
                  <a:pt x="1053" y="137"/>
                  <a:pt x="1055" y="149"/>
                </a:cubicBezTo>
                <a:cubicBezTo>
                  <a:pt x="1058" y="161"/>
                  <a:pt x="1059" y="173"/>
                  <a:pt x="1059" y="185"/>
                </a:cubicBezTo>
                <a:lnTo>
                  <a:pt x="1059" y="874"/>
                </a:lnTo>
                <a:cubicBezTo>
                  <a:pt x="1059" y="886"/>
                  <a:pt x="1058" y="898"/>
                  <a:pt x="1055" y="910"/>
                </a:cubicBezTo>
                <a:cubicBezTo>
                  <a:pt x="1053" y="922"/>
                  <a:pt x="1049" y="934"/>
                  <a:pt x="1045" y="945"/>
                </a:cubicBezTo>
                <a:cubicBezTo>
                  <a:pt x="1040" y="956"/>
                  <a:pt x="1034" y="967"/>
                  <a:pt x="1028" y="977"/>
                </a:cubicBezTo>
                <a:cubicBezTo>
                  <a:pt x="1021" y="987"/>
                  <a:pt x="1013" y="997"/>
                  <a:pt x="1005" y="1005"/>
                </a:cubicBezTo>
                <a:cubicBezTo>
                  <a:pt x="996" y="1014"/>
                  <a:pt x="987" y="1021"/>
                  <a:pt x="977" y="1028"/>
                </a:cubicBezTo>
                <a:cubicBezTo>
                  <a:pt x="966" y="1035"/>
                  <a:pt x="956" y="1041"/>
                  <a:pt x="945" y="1045"/>
                </a:cubicBezTo>
                <a:cubicBezTo>
                  <a:pt x="933" y="1050"/>
                  <a:pt x="922" y="1053"/>
                  <a:pt x="910" y="1056"/>
                </a:cubicBezTo>
                <a:cubicBezTo>
                  <a:pt x="898" y="1058"/>
                  <a:pt x="886" y="1059"/>
                  <a:pt x="874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3"/>
                  <a:pt x="125" y="1050"/>
                  <a:pt x="114" y="1045"/>
                </a:cubicBezTo>
                <a:cubicBezTo>
                  <a:pt x="103" y="1041"/>
                  <a:pt x="92" y="1035"/>
                  <a:pt x="82" y="1028"/>
                </a:cubicBezTo>
                <a:cubicBezTo>
                  <a:pt x="72" y="1021"/>
                  <a:pt x="62" y="1014"/>
                  <a:pt x="54" y="1005"/>
                </a:cubicBezTo>
                <a:cubicBezTo>
                  <a:pt x="45" y="997"/>
                  <a:pt x="38" y="987"/>
                  <a:pt x="31" y="977"/>
                </a:cubicBezTo>
                <a:cubicBezTo>
                  <a:pt x="24" y="967"/>
                  <a:pt x="18" y="956"/>
                  <a:pt x="14" y="945"/>
                </a:cubicBezTo>
                <a:cubicBezTo>
                  <a:pt x="9" y="934"/>
                  <a:pt x="6" y="922"/>
                  <a:pt x="3" y="910"/>
                </a:cubicBezTo>
                <a:cubicBezTo>
                  <a:pt x="1" y="898"/>
                  <a:pt x="0" y="886"/>
                  <a:pt x="0" y="87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438120" y="1590480"/>
            <a:ext cx="381240" cy="381240"/>
          </a:xfrm>
          <a:custGeom>
            <a:avLst/>
            <a:gdLst/>
            <a:ahLst/>
            <a:rect l="0" t="0" r="r" b="b"/>
            <a:pathLst>
              <a:path fill="none" w="1059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4"/>
                </a:cubicBezTo>
                <a:cubicBezTo>
                  <a:pt x="922" y="6"/>
                  <a:pt x="933" y="9"/>
                  <a:pt x="945" y="14"/>
                </a:cubicBezTo>
                <a:cubicBezTo>
                  <a:pt x="956" y="19"/>
                  <a:pt x="966" y="24"/>
                  <a:pt x="977" y="31"/>
                </a:cubicBezTo>
                <a:cubicBezTo>
                  <a:pt x="987" y="38"/>
                  <a:pt x="996" y="46"/>
                  <a:pt x="1005" y="54"/>
                </a:cubicBezTo>
                <a:cubicBezTo>
                  <a:pt x="1013" y="63"/>
                  <a:pt x="1021" y="72"/>
                  <a:pt x="1028" y="82"/>
                </a:cubicBezTo>
                <a:cubicBezTo>
                  <a:pt x="1034" y="92"/>
                  <a:pt x="1040" y="103"/>
                  <a:pt x="1045" y="114"/>
                </a:cubicBezTo>
                <a:cubicBezTo>
                  <a:pt x="1049" y="126"/>
                  <a:pt x="1053" y="137"/>
                  <a:pt x="1055" y="149"/>
                </a:cubicBezTo>
                <a:cubicBezTo>
                  <a:pt x="1058" y="161"/>
                  <a:pt x="1059" y="173"/>
                  <a:pt x="1059" y="185"/>
                </a:cubicBezTo>
                <a:lnTo>
                  <a:pt x="1059" y="874"/>
                </a:lnTo>
                <a:cubicBezTo>
                  <a:pt x="1059" y="886"/>
                  <a:pt x="1058" y="898"/>
                  <a:pt x="1055" y="910"/>
                </a:cubicBezTo>
                <a:cubicBezTo>
                  <a:pt x="1053" y="922"/>
                  <a:pt x="1049" y="934"/>
                  <a:pt x="1045" y="945"/>
                </a:cubicBezTo>
                <a:cubicBezTo>
                  <a:pt x="1040" y="956"/>
                  <a:pt x="1034" y="967"/>
                  <a:pt x="1028" y="977"/>
                </a:cubicBezTo>
                <a:cubicBezTo>
                  <a:pt x="1021" y="987"/>
                  <a:pt x="1013" y="997"/>
                  <a:pt x="1005" y="1005"/>
                </a:cubicBezTo>
                <a:cubicBezTo>
                  <a:pt x="996" y="1014"/>
                  <a:pt x="987" y="1021"/>
                  <a:pt x="977" y="1028"/>
                </a:cubicBezTo>
                <a:cubicBezTo>
                  <a:pt x="966" y="1035"/>
                  <a:pt x="956" y="1041"/>
                  <a:pt x="945" y="1045"/>
                </a:cubicBezTo>
                <a:cubicBezTo>
                  <a:pt x="933" y="1050"/>
                  <a:pt x="922" y="1053"/>
                  <a:pt x="910" y="1056"/>
                </a:cubicBezTo>
                <a:cubicBezTo>
                  <a:pt x="898" y="1058"/>
                  <a:pt x="886" y="1059"/>
                  <a:pt x="874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3"/>
                  <a:pt x="125" y="1050"/>
                  <a:pt x="114" y="1045"/>
                </a:cubicBezTo>
                <a:cubicBezTo>
                  <a:pt x="103" y="1041"/>
                  <a:pt x="92" y="1035"/>
                  <a:pt x="82" y="1028"/>
                </a:cubicBezTo>
                <a:cubicBezTo>
                  <a:pt x="72" y="1021"/>
                  <a:pt x="62" y="1014"/>
                  <a:pt x="54" y="1005"/>
                </a:cubicBezTo>
                <a:cubicBezTo>
                  <a:pt x="45" y="997"/>
                  <a:pt x="38" y="987"/>
                  <a:pt x="31" y="977"/>
                </a:cubicBezTo>
                <a:cubicBezTo>
                  <a:pt x="24" y="967"/>
                  <a:pt x="18" y="956"/>
                  <a:pt x="14" y="945"/>
                </a:cubicBezTo>
                <a:cubicBezTo>
                  <a:pt x="9" y="934"/>
                  <a:pt x="6" y="922"/>
                  <a:pt x="3" y="910"/>
                </a:cubicBezTo>
                <a:cubicBezTo>
                  <a:pt x="1" y="898"/>
                  <a:pt x="0" y="886"/>
                  <a:pt x="0" y="874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563760" y="1695240"/>
            <a:ext cx="137160" cy="183240"/>
          </a:xfrm>
          <a:custGeom>
            <a:avLst/>
            <a:gdLst/>
            <a:ahLst/>
            <a:rect l="0" t="0" r="r" b="b"/>
            <a:pathLst>
              <a:path w="381" h="509">
                <a:moveTo>
                  <a:pt x="315" y="44"/>
                </a:moveTo>
                <a:cubicBezTo>
                  <a:pt x="321" y="31"/>
                  <a:pt x="317" y="15"/>
                  <a:pt x="305" y="6"/>
                </a:cubicBezTo>
                <a:cubicBezTo>
                  <a:pt x="293" y="-2"/>
                  <a:pt x="277" y="-2"/>
                  <a:pt x="265" y="8"/>
                </a:cubicBezTo>
                <a:lnTo>
                  <a:pt x="11" y="231"/>
                </a:lnTo>
                <a:cubicBezTo>
                  <a:pt x="1" y="240"/>
                  <a:pt x="-3" y="254"/>
                  <a:pt x="2" y="266"/>
                </a:cubicBezTo>
                <a:cubicBezTo>
                  <a:pt x="6" y="278"/>
                  <a:pt x="18" y="287"/>
                  <a:pt x="32" y="287"/>
                </a:cubicBezTo>
                <a:lnTo>
                  <a:pt x="142" y="287"/>
                </a:lnTo>
                <a:lnTo>
                  <a:pt x="66" y="464"/>
                </a:lnTo>
                <a:cubicBezTo>
                  <a:pt x="60" y="478"/>
                  <a:pt x="64" y="494"/>
                  <a:pt x="76" y="503"/>
                </a:cubicBezTo>
                <a:cubicBezTo>
                  <a:pt x="88" y="511"/>
                  <a:pt x="105" y="511"/>
                  <a:pt x="116" y="501"/>
                </a:cubicBezTo>
                <a:lnTo>
                  <a:pt x="371" y="279"/>
                </a:lnTo>
                <a:cubicBezTo>
                  <a:pt x="380" y="270"/>
                  <a:pt x="384" y="256"/>
                  <a:pt x="379" y="244"/>
                </a:cubicBezTo>
                <a:cubicBezTo>
                  <a:pt x="375" y="232"/>
                  <a:pt x="363" y="223"/>
                  <a:pt x="350" y="223"/>
                </a:cubicBezTo>
                <a:lnTo>
                  <a:pt x="239" y="223"/>
                </a:lnTo>
                <a:lnTo>
                  <a:pt x="315" y="44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799920" y="946080"/>
            <a:ext cx="23828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Genealogy &amp; Conflict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1019160" y="1586880"/>
            <a:ext cx="20271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Generational Conflict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1019160" y="1883520"/>
            <a:ext cx="56592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</a:t>
            </a:r>
            <a:r>
              <a:rPr b="1" lang="en-US" sz="135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Earnshaws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(Wildness, Passion) clash with the </a:t>
            </a:r>
            <a:r>
              <a:rPr b="1" lang="en-US" sz="135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Lintons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(Civilization,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438120" y="2714400"/>
            <a:ext cx="381240" cy="381240"/>
          </a:xfrm>
          <a:custGeom>
            <a:avLst/>
            <a:gdLst/>
            <a:ahLst/>
            <a:rect l="0" t="0" r="r" b="b"/>
            <a:pathLst>
              <a:path w="1059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4"/>
                </a:cubicBezTo>
                <a:cubicBezTo>
                  <a:pt x="922" y="6"/>
                  <a:pt x="933" y="10"/>
                  <a:pt x="945" y="14"/>
                </a:cubicBezTo>
                <a:cubicBezTo>
                  <a:pt x="956" y="19"/>
                  <a:pt x="966" y="25"/>
                  <a:pt x="977" y="31"/>
                </a:cubicBezTo>
                <a:cubicBezTo>
                  <a:pt x="987" y="38"/>
                  <a:pt x="996" y="46"/>
                  <a:pt x="1005" y="54"/>
                </a:cubicBezTo>
                <a:cubicBezTo>
                  <a:pt x="1013" y="63"/>
                  <a:pt x="1021" y="72"/>
                  <a:pt x="1028" y="82"/>
                </a:cubicBezTo>
                <a:cubicBezTo>
                  <a:pt x="1034" y="93"/>
                  <a:pt x="1040" y="103"/>
                  <a:pt x="1045" y="114"/>
                </a:cubicBezTo>
                <a:cubicBezTo>
                  <a:pt x="1049" y="126"/>
                  <a:pt x="1053" y="137"/>
                  <a:pt x="1055" y="149"/>
                </a:cubicBezTo>
                <a:cubicBezTo>
                  <a:pt x="1058" y="161"/>
                  <a:pt x="1059" y="173"/>
                  <a:pt x="1059" y="185"/>
                </a:cubicBezTo>
                <a:lnTo>
                  <a:pt x="1059" y="874"/>
                </a:lnTo>
                <a:cubicBezTo>
                  <a:pt x="1059" y="886"/>
                  <a:pt x="1058" y="898"/>
                  <a:pt x="1055" y="910"/>
                </a:cubicBezTo>
                <a:cubicBezTo>
                  <a:pt x="1053" y="922"/>
                  <a:pt x="1049" y="934"/>
                  <a:pt x="1045" y="945"/>
                </a:cubicBezTo>
                <a:cubicBezTo>
                  <a:pt x="1040" y="956"/>
                  <a:pt x="1034" y="967"/>
                  <a:pt x="1028" y="977"/>
                </a:cubicBezTo>
                <a:cubicBezTo>
                  <a:pt x="1021" y="987"/>
                  <a:pt x="1013" y="997"/>
                  <a:pt x="1005" y="1005"/>
                </a:cubicBezTo>
                <a:cubicBezTo>
                  <a:pt x="996" y="1014"/>
                  <a:pt x="987" y="1021"/>
                  <a:pt x="977" y="1028"/>
                </a:cubicBezTo>
                <a:cubicBezTo>
                  <a:pt x="966" y="1035"/>
                  <a:pt x="956" y="1041"/>
                  <a:pt x="945" y="1045"/>
                </a:cubicBezTo>
                <a:cubicBezTo>
                  <a:pt x="933" y="1050"/>
                  <a:pt x="922" y="1054"/>
                  <a:pt x="910" y="1056"/>
                </a:cubicBezTo>
                <a:cubicBezTo>
                  <a:pt x="898" y="1058"/>
                  <a:pt x="886" y="1059"/>
                  <a:pt x="874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4"/>
                  <a:pt x="125" y="1050"/>
                  <a:pt x="114" y="1045"/>
                </a:cubicBezTo>
                <a:cubicBezTo>
                  <a:pt x="103" y="1041"/>
                  <a:pt x="92" y="1035"/>
                  <a:pt x="82" y="1028"/>
                </a:cubicBezTo>
                <a:cubicBezTo>
                  <a:pt x="72" y="1021"/>
                  <a:pt x="62" y="1014"/>
                  <a:pt x="54" y="1005"/>
                </a:cubicBezTo>
                <a:cubicBezTo>
                  <a:pt x="45" y="997"/>
                  <a:pt x="38" y="987"/>
                  <a:pt x="31" y="977"/>
                </a:cubicBezTo>
                <a:cubicBezTo>
                  <a:pt x="24" y="967"/>
                  <a:pt x="18" y="956"/>
                  <a:pt x="14" y="945"/>
                </a:cubicBezTo>
                <a:cubicBezTo>
                  <a:pt x="9" y="934"/>
                  <a:pt x="6" y="922"/>
                  <a:pt x="3" y="910"/>
                </a:cubicBezTo>
                <a:cubicBezTo>
                  <a:pt x="1" y="898"/>
                  <a:pt x="0" y="886"/>
                  <a:pt x="0" y="87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438120" y="2714400"/>
            <a:ext cx="381240" cy="381240"/>
          </a:xfrm>
          <a:custGeom>
            <a:avLst/>
            <a:gdLst/>
            <a:ahLst/>
            <a:rect l="0" t="0" r="r" b="b"/>
            <a:pathLst>
              <a:path fill="none" w="1059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4"/>
                </a:cubicBezTo>
                <a:cubicBezTo>
                  <a:pt x="922" y="6"/>
                  <a:pt x="933" y="10"/>
                  <a:pt x="945" y="14"/>
                </a:cubicBezTo>
                <a:cubicBezTo>
                  <a:pt x="956" y="19"/>
                  <a:pt x="966" y="25"/>
                  <a:pt x="977" y="31"/>
                </a:cubicBezTo>
                <a:cubicBezTo>
                  <a:pt x="987" y="38"/>
                  <a:pt x="996" y="46"/>
                  <a:pt x="1005" y="54"/>
                </a:cubicBezTo>
                <a:cubicBezTo>
                  <a:pt x="1013" y="63"/>
                  <a:pt x="1021" y="72"/>
                  <a:pt x="1028" y="82"/>
                </a:cubicBezTo>
                <a:cubicBezTo>
                  <a:pt x="1034" y="93"/>
                  <a:pt x="1040" y="103"/>
                  <a:pt x="1045" y="114"/>
                </a:cubicBezTo>
                <a:cubicBezTo>
                  <a:pt x="1049" y="126"/>
                  <a:pt x="1053" y="137"/>
                  <a:pt x="1055" y="149"/>
                </a:cubicBezTo>
                <a:cubicBezTo>
                  <a:pt x="1058" y="161"/>
                  <a:pt x="1059" y="173"/>
                  <a:pt x="1059" y="185"/>
                </a:cubicBezTo>
                <a:lnTo>
                  <a:pt x="1059" y="874"/>
                </a:lnTo>
                <a:cubicBezTo>
                  <a:pt x="1059" y="886"/>
                  <a:pt x="1058" y="898"/>
                  <a:pt x="1055" y="910"/>
                </a:cubicBezTo>
                <a:cubicBezTo>
                  <a:pt x="1053" y="922"/>
                  <a:pt x="1049" y="934"/>
                  <a:pt x="1045" y="945"/>
                </a:cubicBezTo>
                <a:cubicBezTo>
                  <a:pt x="1040" y="956"/>
                  <a:pt x="1034" y="967"/>
                  <a:pt x="1028" y="977"/>
                </a:cubicBezTo>
                <a:cubicBezTo>
                  <a:pt x="1021" y="987"/>
                  <a:pt x="1013" y="997"/>
                  <a:pt x="1005" y="1005"/>
                </a:cubicBezTo>
                <a:cubicBezTo>
                  <a:pt x="996" y="1014"/>
                  <a:pt x="987" y="1021"/>
                  <a:pt x="977" y="1028"/>
                </a:cubicBezTo>
                <a:cubicBezTo>
                  <a:pt x="966" y="1035"/>
                  <a:pt x="956" y="1041"/>
                  <a:pt x="945" y="1045"/>
                </a:cubicBezTo>
                <a:cubicBezTo>
                  <a:pt x="933" y="1050"/>
                  <a:pt x="922" y="1054"/>
                  <a:pt x="910" y="1056"/>
                </a:cubicBezTo>
                <a:cubicBezTo>
                  <a:pt x="898" y="1058"/>
                  <a:pt x="886" y="1059"/>
                  <a:pt x="874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4"/>
                  <a:pt x="125" y="1050"/>
                  <a:pt x="114" y="1045"/>
                </a:cubicBezTo>
                <a:cubicBezTo>
                  <a:pt x="103" y="1041"/>
                  <a:pt x="92" y="1035"/>
                  <a:pt x="82" y="1028"/>
                </a:cubicBezTo>
                <a:cubicBezTo>
                  <a:pt x="72" y="1021"/>
                  <a:pt x="62" y="1014"/>
                  <a:pt x="54" y="1005"/>
                </a:cubicBezTo>
                <a:cubicBezTo>
                  <a:pt x="45" y="997"/>
                  <a:pt x="38" y="987"/>
                  <a:pt x="31" y="977"/>
                </a:cubicBezTo>
                <a:cubicBezTo>
                  <a:pt x="24" y="967"/>
                  <a:pt x="18" y="956"/>
                  <a:pt x="14" y="945"/>
                </a:cubicBezTo>
                <a:cubicBezTo>
                  <a:pt x="9" y="934"/>
                  <a:pt x="6" y="922"/>
                  <a:pt x="3" y="910"/>
                </a:cubicBezTo>
                <a:cubicBezTo>
                  <a:pt x="1" y="898"/>
                  <a:pt x="0" y="886"/>
                  <a:pt x="0" y="874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538920" y="2830680"/>
            <a:ext cx="171720" cy="160560"/>
          </a:xfrm>
          <a:custGeom>
            <a:avLst/>
            <a:gdLst/>
            <a:ahLst/>
            <a:rect l="0" t="0" r="r" b="b"/>
            <a:pathLst>
              <a:path w="477" h="446">
                <a:moveTo>
                  <a:pt x="126" y="110"/>
                </a:moveTo>
                <a:cubicBezTo>
                  <a:pt x="189" y="48"/>
                  <a:pt x="288" y="48"/>
                  <a:pt x="350" y="109"/>
                </a:cubicBezTo>
                <a:lnTo>
                  <a:pt x="309" y="150"/>
                </a:lnTo>
                <a:cubicBezTo>
                  <a:pt x="303" y="156"/>
                  <a:pt x="301" y="167"/>
                  <a:pt x="304" y="176"/>
                </a:cubicBezTo>
                <a:cubicBezTo>
                  <a:pt x="308" y="185"/>
                  <a:pt x="317" y="190"/>
                  <a:pt x="326" y="190"/>
                </a:cubicBezTo>
                <a:lnTo>
                  <a:pt x="445" y="190"/>
                </a:lnTo>
                <a:lnTo>
                  <a:pt x="453" y="190"/>
                </a:lnTo>
                <a:cubicBezTo>
                  <a:pt x="466" y="190"/>
                  <a:pt x="477" y="180"/>
                  <a:pt x="477" y="166"/>
                </a:cubicBezTo>
                <a:lnTo>
                  <a:pt x="477" y="40"/>
                </a:lnTo>
                <a:cubicBezTo>
                  <a:pt x="477" y="30"/>
                  <a:pt x="471" y="21"/>
                  <a:pt x="462" y="18"/>
                </a:cubicBezTo>
                <a:cubicBezTo>
                  <a:pt x="453" y="14"/>
                  <a:pt x="443" y="16"/>
                  <a:pt x="436" y="23"/>
                </a:cubicBezTo>
                <a:lnTo>
                  <a:pt x="395" y="64"/>
                </a:lnTo>
                <a:cubicBezTo>
                  <a:pt x="308" y="-22"/>
                  <a:pt x="168" y="-22"/>
                  <a:pt x="81" y="65"/>
                </a:cubicBezTo>
                <a:cubicBezTo>
                  <a:pt x="57" y="89"/>
                  <a:pt x="39" y="118"/>
                  <a:pt x="29" y="148"/>
                </a:cubicBezTo>
                <a:cubicBezTo>
                  <a:pt x="23" y="165"/>
                  <a:pt x="31" y="183"/>
                  <a:pt x="48" y="188"/>
                </a:cubicBezTo>
                <a:cubicBezTo>
                  <a:pt x="64" y="194"/>
                  <a:pt x="83" y="186"/>
                  <a:pt x="88" y="169"/>
                </a:cubicBezTo>
                <a:cubicBezTo>
                  <a:pt x="96" y="148"/>
                  <a:pt x="108" y="127"/>
                  <a:pt x="126" y="110"/>
                </a:cubicBezTo>
                <a:moveTo>
                  <a:pt x="0" y="278"/>
                </a:moveTo>
                <a:lnTo>
                  <a:pt x="0" y="285"/>
                </a:lnTo>
                <a:lnTo>
                  <a:pt x="0" y="286"/>
                </a:lnTo>
                <a:lnTo>
                  <a:pt x="0" y="405"/>
                </a:lnTo>
                <a:cubicBezTo>
                  <a:pt x="0" y="415"/>
                  <a:pt x="6" y="424"/>
                  <a:pt x="15" y="427"/>
                </a:cubicBezTo>
                <a:cubicBezTo>
                  <a:pt x="24" y="431"/>
                  <a:pt x="34" y="429"/>
                  <a:pt x="41" y="422"/>
                </a:cubicBezTo>
                <a:lnTo>
                  <a:pt x="82" y="381"/>
                </a:lnTo>
                <a:cubicBezTo>
                  <a:pt x="170" y="467"/>
                  <a:pt x="310" y="467"/>
                  <a:pt x="396" y="380"/>
                </a:cubicBezTo>
                <a:cubicBezTo>
                  <a:pt x="420" y="356"/>
                  <a:pt x="438" y="326"/>
                  <a:pt x="449" y="296"/>
                </a:cubicBezTo>
                <a:cubicBezTo>
                  <a:pt x="454" y="280"/>
                  <a:pt x="446" y="261"/>
                  <a:pt x="429" y="256"/>
                </a:cubicBezTo>
                <a:cubicBezTo>
                  <a:pt x="413" y="250"/>
                  <a:pt x="395" y="258"/>
                  <a:pt x="389" y="275"/>
                </a:cubicBezTo>
                <a:cubicBezTo>
                  <a:pt x="381" y="297"/>
                  <a:pt x="369" y="317"/>
                  <a:pt x="351" y="334"/>
                </a:cubicBezTo>
                <a:cubicBezTo>
                  <a:pt x="290" y="397"/>
                  <a:pt x="190" y="397"/>
                  <a:pt x="127" y="335"/>
                </a:cubicBezTo>
                <a:lnTo>
                  <a:pt x="169" y="294"/>
                </a:lnTo>
                <a:cubicBezTo>
                  <a:pt x="175" y="288"/>
                  <a:pt x="177" y="277"/>
                  <a:pt x="174" y="268"/>
                </a:cubicBezTo>
                <a:cubicBezTo>
                  <a:pt x="170" y="259"/>
                  <a:pt x="160" y="254"/>
                  <a:pt x="151" y="254"/>
                </a:cubicBezTo>
                <a:lnTo>
                  <a:pt x="32" y="254"/>
                </a:lnTo>
                <a:lnTo>
                  <a:pt x="31" y="254"/>
                </a:lnTo>
                <a:lnTo>
                  <a:pt x="24" y="254"/>
                </a:lnTo>
                <a:cubicBezTo>
                  <a:pt x="11" y="254"/>
                  <a:pt x="0" y="264"/>
                  <a:pt x="0" y="278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1019160" y="2121840"/>
            <a:ext cx="48628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Propriety). Intermarriage destroys the peace of both estates.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1019160" y="2711160"/>
            <a:ext cx="17748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Cycle of Abuse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1019160" y="3007440"/>
            <a:ext cx="52837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From Mr. Earnshaw to Hindley, and finally to Heathcliff. The victim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019160" y="3245760"/>
            <a:ext cx="57301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transforms into the tyrant, visiting the same degradation upon Hareton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438120" y="4076640"/>
            <a:ext cx="381240" cy="381240"/>
          </a:xfrm>
          <a:custGeom>
            <a:avLst/>
            <a:gdLst/>
            <a:ahLst/>
            <a:rect l="0" t="0" r="r" b="b"/>
            <a:pathLst>
              <a:path w="1059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3"/>
                </a:cubicBezTo>
                <a:cubicBezTo>
                  <a:pt x="922" y="6"/>
                  <a:pt x="933" y="9"/>
                  <a:pt x="945" y="14"/>
                </a:cubicBezTo>
                <a:cubicBezTo>
                  <a:pt x="956" y="18"/>
                  <a:pt x="966" y="24"/>
                  <a:pt x="977" y="31"/>
                </a:cubicBezTo>
                <a:cubicBezTo>
                  <a:pt x="987" y="38"/>
                  <a:pt x="996" y="45"/>
                  <a:pt x="1005" y="54"/>
                </a:cubicBezTo>
                <a:cubicBezTo>
                  <a:pt x="1013" y="63"/>
                  <a:pt x="1021" y="72"/>
                  <a:pt x="1028" y="82"/>
                </a:cubicBezTo>
                <a:cubicBezTo>
                  <a:pt x="1034" y="92"/>
                  <a:pt x="1040" y="103"/>
                  <a:pt x="1045" y="114"/>
                </a:cubicBezTo>
                <a:cubicBezTo>
                  <a:pt x="1049" y="125"/>
                  <a:pt x="1053" y="137"/>
                  <a:pt x="1055" y="149"/>
                </a:cubicBezTo>
                <a:cubicBezTo>
                  <a:pt x="1058" y="161"/>
                  <a:pt x="1059" y="173"/>
                  <a:pt x="1059" y="185"/>
                </a:cubicBezTo>
                <a:lnTo>
                  <a:pt x="1059" y="874"/>
                </a:lnTo>
                <a:cubicBezTo>
                  <a:pt x="1059" y="886"/>
                  <a:pt x="1058" y="898"/>
                  <a:pt x="1055" y="910"/>
                </a:cubicBezTo>
                <a:cubicBezTo>
                  <a:pt x="1053" y="922"/>
                  <a:pt x="1049" y="933"/>
                  <a:pt x="1045" y="945"/>
                </a:cubicBezTo>
                <a:cubicBezTo>
                  <a:pt x="1040" y="956"/>
                  <a:pt x="1034" y="967"/>
                  <a:pt x="1028" y="977"/>
                </a:cubicBezTo>
                <a:cubicBezTo>
                  <a:pt x="1021" y="987"/>
                  <a:pt x="1013" y="996"/>
                  <a:pt x="1005" y="1005"/>
                </a:cubicBezTo>
                <a:cubicBezTo>
                  <a:pt x="996" y="1013"/>
                  <a:pt x="987" y="1021"/>
                  <a:pt x="977" y="1028"/>
                </a:cubicBezTo>
                <a:cubicBezTo>
                  <a:pt x="966" y="1035"/>
                  <a:pt x="956" y="1040"/>
                  <a:pt x="945" y="1045"/>
                </a:cubicBezTo>
                <a:cubicBezTo>
                  <a:pt x="933" y="1050"/>
                  <a:pt x="922" y="1053"/>
                  <a:pt x="910" y="1055"/>
                </a:cubicBezTo>
                <a:cubicBezTo>
                  <a:pt x="898" y="1058"/>
                  <a:pt x="886" y="1059"/>
                  <a:pt x="874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5"/>
                </a:cubicBezTo>
                <a:cubicBezTo>
                  <a:pt x="137" y="1053"/>
                  <a:pt x="125" y="1050"/>
                  <a:pt x="114" y="1045"/>
                </a:cubicBezTo>
                <a:cubicBezTo>
                  <a:pt x="103" y="1040"/>
                  <a:pt x="92" y="1035"/>
                  <a:pt x="82" y="1028"/>
                </a:cubicBezTo>
                <a:cubicBezTo>
                  <a:pt x="72" y="1021"/>
                  <a:pt x="62" y="1013"/>
                  <a:pt x="54" y="1005"/>
                </a:cubicBezTo>
                <a:cubicBezTo>
                  <a:pt x="45" y="996"/>
                  <a:pt x="38" y="987"/>
                  <a:pt x="31" y="977"/>
                </a:cubicBezTo>
                <a:cubicBezTo>
                  <a:pt x="24" y="967"/>
                  <a:pt x="18" y="956"/>
                  <a:pt x="14" y="945"/>
                </a:cubicBezTo>
                <a:cubicBezTo>
                  <a:pt x="9" y="933"/>
                  <a:pt x="6" y="922"/>
                  <a:pt x="3" y="910"/>
                </a:cubicBezTo>
                <a:cubicBezTo>
                  <a:pt x="1" y="898"/>
                  <a:pt x="0" y="886"/>
                  <a:pt x="0" y="87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438120" y="4076640"/>
            <a:ext cx="381240" cy="381240"/>
          </a:xfrm>
          <a:custGeom>
            <a:avLst/>
            <a:gdLst/>
            <a:ahLst/>
            <a:rect l="0" t="0" r="r" b="b"/>
            <a:pathLst>
              <a:path fill="none" w="1059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3"/>
                </a:cubicBezTo>
                <a:cubicBezTo>
                  <a:pt x="922" y="6"/>
                  <a:pt x="933" y="9"/>
                  <a:pt x="945" y="14"/>
                </a:cubicBezTo>
                <a:cubicBezTo>
                  <a:pt x="956" y="18"/>
                  <a:pt x="966" y="24"/>
                  <a:pt x="977" y="31"/>
                </a:cubicBezTo>
                <a:cubicBezTo>
                  <a:pt x="987" y="38"/>
                  <a:pt x="996" y="45"/>
                  <a:pt x="1005" y="54"/>
                </a:cubicBezTo>
                <a:cubicBezTo>
                  <a:pt x="1013" y="63"/>
                  <a:pt x="1021" y="72"/>
                  <a:pt x="1028" y="82"/>
                </a:cubicBezTo>
                <a:cubicBezTo>
                  <a:pt x="1034" y="92"/>
                  <a:pt x="1040" y="103"/>
                  <a:pt x="1045" y="114"/>
                </a:cubicBezTo>
                <a:cubicBezTo>
                  <a:pt x="1049" y="125"/>
                  <a:pt x="1053" y="137"/>
                  <a:pt x="1055" y="149"/>
                </a:cubicBezTo>
                <a:cubicBezTo>
                  <a:pt x="1058" y="161"/>
                  <a:pt x="1059" y="173"/>
                  <a:pt x="1059" y="185"/>
                </a:cubicBezTo>
                <a:lnTo>
                  <a:pt x="1059" y="874"/>
                </a:lnTo>
                <a:cubicBezTo>
                  <a:pt x="1059" y="886"/>
                  <a:pt x="1058" y="898"/>
                  <a:pt x="1055" y="910"/>
                </a:cubicBezTo>
                <a:cubicBezTo>
                  <a:pt x="1053" y="922"/>
                  <a:pt x="1049" y="933"/>
                  <a:pt x="1045" y="945"/>
                </a:cubicBezTo>
                <a:cubicBezTo>
                  <a:pt x="1040" y="956"/>
                  <a:pt x="1034" y="967"/>
                  <a:pt x="1028" y="977"/>
                </a:cubicBezTo>
                <a:cubicBezTo>
                  <a:pt x="1021" y="987"/>
                  <a:pt x="1013" y="996"/>
                  <a:pt x="1005" y="1005"/>
                </a:cubicBezTo>
                <a:cubicBezTo>
                  <a:pt x="996" y="1013"/>
                  <a:pt x="987" y="1021"/>
                  <a:pt x="977" y="1028"/>
                </a:cubicBezTo>
                <a:cubicBezTo>
                  <a:pt x="966" y="1035"/>
                  <a:pt x="956" y="1040"/>
                  <a:pt x="945" y="1045"/>
                </a:cubicBezTo>
                <a:cubicBezTo>
                  <a:pt x="933" y="1050"/>
                  <a:pt x="922" y="1053"/>
                  <a:pt x="910" y="1055"/>
                </a:cubicBezTo>
                <a:cubicBezTo>
                  <a:pt x="898" y="1058"/>
                  <a:pt x="886" y="1059"/>
                  <a:pt x="874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5"/>
                </a:cubicBezTo>
                <a:cubicBezTo>
                  <a:pt x="137" y="1053"/>
                  <a:pt x="125" y="1050"/>
                  <a:pt x="114" y="1045"/>
                </a:cubicBezTo>
                <a:cubicBezTo>
                  <a:pt x="103" y="1040"/>
                  <a:pt x="92" y="1035"/>
                  <a:pt x="82" y="1028"/>
                </a:cubicBezTo>
                <a:cubicBezTo>
                  <a:pt x="72" y="1021"/>
                  <a:pt x="62" y="1013"/>
                  <a:pt x="54" y="1005"/>
                </a:cubicBezTo>
                <a:cubicBezTo>
                  <a:pt x="45" y="996"/>
                  <a:pt x="38" y="987"/>
                  <a:pt x="31" y="977"/>
                </a:cubicBezTo>
                <a:cubicBezTo>
                  <a:pt x="24" y="967"/>
                  <a:pt x="18" y="956"/>
                  <a:pt x="14" y="945"/>
                </a:cubicBezTo>
                <a:cubicBezTo>
                  <a:pt x="9" y="933"/>
                  <a:pt x="6" y="922"/>
                  <a:pt x="3" y="910"/>
                </a:cubicBezTo>
                <a:cubicBezTo>
                  <a:pt x="1" y="898"/>
                  <a:pt x="0" y="886"/>
                  <a:pt x="0" y="874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533160" y="4181400"/>
            <a:ext cx="183240" cy="180360"/>
          </a:xfrm>
          <a:custGeom>
            <a:avLst/>
            <a:gdLst/>
            <a:ahLst/>
            <a:rect l="0" t="0" r="r" b="b"/>
            <a:pathLst>
              <a:path w="509" h="501">
                <a:moveTo>
                  <a:pt x="48" y="255"/>
                </a:moveTo>
                <a:cubicBezTo>
                  <a:pt x="48" y="141"/>
                  <a:pt x="140" y="47"/>
                  <a:pt x="254" y="47"/>
                </a:cubicBezTo>
                <a:cubicBezTo>
                  <a:pt x="318" y="47"/>
                  <a:pt x="374" y="75"/>
                  <a:pt x="411" y="120"/>
                </a:cubicBezTo>
                <a:cubicBezTo>
                  <a:pt x="420" y="130"/>
                  <a:pt x="435" y="131"/>
                  <a:pt x="445" y="123"/>
                </a:cubicBezTo>
                <a:cubicBezTo>
                  <a:pt x="455" y="114"/>
                  <a:pt x="456" y="98"/>
                  <a:pt x="448" y="88"/>
                </a:cubicBezTo>
                <a:cubicBezTo>
                  <a:pt x="401" y="34"/>
                  <a:pt x="332" y="0"/>
                  <a:pt x="254" y="0"/>
                </a:cubicBezTo>
                <a:cubicBezTo>
                  <a:pt x="114" y="0"/>
                  <a:pt x="0" y="114"/>
                  <a:pt x="0" y="255"/>
                </a:cubicBezTo>
                <a:lnTo>
                  <a:pt x="0" y="294"/>
                </a:lnTo>
                <a:cubicBezTo>
                  <a:pt x="0" y="307"/>
                  <a:pt x="11" y="318"/>
                  <a:pt x="24" y="318"/>
                </a:cubicBezTo>
                <a:cubicBezTo>
                  <a:pt x="37" y="318"/>
                  <a:pt x="48" y="307"/>
                  <a:pt x="48" y="294"/>
                </a:cubicBezTo>
                <a:lnTo>
                  <a:pt x="48" y="255"/>
                </a:lnTo>
                <a:moveTo>
                  <a:pt x="503" y="202"/>
                </a:moveTo>
                <a:cubicBezTo>
                  <a:pt x="501" y="189"/>
                  <a:pt x="488" y="181"/>
                  <a:pt x="475" y="184"/>
                </a:cubicBezTo>
                <a:cubicBezTo>
                  <a:pt x="462" y="187"/>
                  <a:pt x="454" y="199"/>
                  <a:pt x="457" y="212"/>
                </a:cubicBezTo>
                <a:cubicBezTo>
                  <a:pt x="460" y="226"/>
                  <a:pt x="461" y="240"/>
                  <a:pt x="461" y="255"/>
                </a:cubicBezTo>
                <a:lnTo>
                  <a:pt x="461" y="294"/>
                </a:lnTo>
                <a:cubicBezTo>
                  <a:pt x="461" y="307"/>
                  <a:pt x="472" y="318"/>
                  <a:pt x="485" y="318"/>
                </a:cubicBezTo>
                <a:cubicBezTo>
                  <a:pt x="498" y="318"/>
                  <a:pt x="509" y="307"/>
                  <a:pt x="509" y="294"/>
                </a:cubicBezTo>
                <a:lnTo>
                  <a:pt x="509" y="255"/>
                </a:lnTo>
                <a:cubicBezTo>
                  <a:pt x="509" y="237"/>
                  <a:pt x="507" y="219"/>
                  <a:pt x="503" y="202"/>
                </a:cubicBezTo>
                <a:moveTo>
                  <a:pt x="254" y="79"/>
                </a:moveTo>
                <a:cubicBezTo>
                  <a:pt x="235" y="79"/>
                  <a:pt x="217" y="82"/>
                  <a:pt x="200" y="88"/>
                </a:cubicBezTo>
                <a:cubicBezTo>
                  <a:pt x="185" y="93"/>
                  <a:pt x="181" y="111"/>
                  <a:pt x="192" y="124"/>
                </a:cubicBezTo>
                <a:cubicBezTo>
                  <a:pt x="199" y="132"/>
                  <a:pt x="210" y="135"/>
                  <a:pt x="221" y="132"/>
                </a:cubicBezTo>
                <a:cubicBezTo>
                  <a:pt x="231" y="129"/>
                  <a:pt x="242" y="128"/>
                  <a:pt x="254" y="128"/>
                </a:cubicBezTo>
                <a:cubicBezTo>
                  <a:pt x="325" y="128"/>
                  <a:pt x="382" y="184"/>
                  <a:pt x="382" y="255"/>
                </a:cubicBezTo>
                <a:lnTo>
                  <a:pt x="382" y="279"/>
                </a:lnTo>
                <a:cubicBezTo>
                  <a:pt x="382" y="304"/>
                  <a:pt x="380" y="329"/>
                  <a:pt x="378" y="354"/>
                </a:cubicBezTo>
                <a:cubicBezTo>
                  <a:pt x="376" y="368"/>
                  <a:pt x="387" y="381"/>
                  <a:pt x="402" y="381"/>
                </a:cubicBezTo>
                <a:cubicBezTo>
                  <a:pt x="413" y="381"/>
                  <a:pt x="423" y="373"/>
                  <a:pt x="425" y="361"/>
                </a:cubicBezTo>
                <a:cubicBezTo>
                  <a:pt x="428" y="334"/>
                  <a:pt x="430" y="307"/>
                  <a:pt x="430" y="279"/>
                </a:cubicBezTo>
                <a:lnTo>
                  <a:pt x="430" y="255"/>
                </a:lnTo>
                <a:cubicBezTo>
                  <a:pt x="430" y="158"/>
                  <a:pt x="351" y="79"/>
                  <a:pt x="254" y="79"/>
                </a:cubicBezTo>
                <a:moveTo>
                  <a:pt x="150" y="148"/>
                </a:moveTo>
                <a:cubicBezTo>
                  <a:pt x="141" y="138"/>
                  <a:pt x="125" y="137"/>
                  <a:pt x="116" y="148"/>
                </a:cubicBezTo>
                <a:cubicBezTo>
                  <a:pt x="93" y="177"/>
                  <a:pt x="79" y="214"/>
                  <a:pt x="79" y="255"/>
                </a:cubicBezTo>
                <a:lnTo>
                  <a:pt x="79" y="279"/>
                </a:lnTo>
                <a:cubicBezTo>
                  <a:pt x="79" y="303"/>
                  <a:pt x="77" y="327"/>
                  <a:pt x="72" y="351"/>
                </a:cubicBezTo>
                <a:cubicBezTo>
                  <a:pt x="68" y="366"/>
                  <a:pt x="80" y="381"/>
                  <a:pt x="95" y="381"/>
                </a:cubicBezTo>
                <a:cubicBezTo>
                  <a:pt x="106" y="381"/>
                  <a:pt x="115" y="375"/>
                  <a:pt x="117" y="364"/>
                </a:cubicBezTo>
                <a:cubicBezTo>
                  <a:pt x="124" y="336"/>
                  <a:pt x="127" y="308"/>
                  <a:pt x="127" y="279"/>
                </a:cubicBezTo>
                <a:lnTo>
                  <a:pt x="127" y="255"/>
                </a:lnTo>
                <a:cubicBezTo>
                  <a:pt x="127" y="228"/>
                  <a:pt x="136" y="203"/>
                  <a:pt x="150" y="182"/>
                </a:cubicBezTo>
                <a:cubicBezTo>
                  <a:pt x="157" y="172"/>
                  <a:pt x="158" y="158"/>
                  <a:pt x="150" y="148"/>
                </a:cubicBezTo>
                <a:moveTo>
                  <a:pt x="254" y="159"/>
                </a:moveTo>
                <a:cubicBezTo>
                  <a:pt x="201" y="159"/>
                  <a:pt x="159" y="202"/>
                  <a:pt x="159" y="255"/>
                </a:cubicBezTo>
                <a:lnTo>
                  <a:pt x="159" y="279"/>
                </a:lnTo>
                <a:cubicBezTo>
                  <a:pt x="159" y="315"/>
                  <a:pt x="154" y="350"/>
                  <a:pt x="145" y="384"/>
                </a:cubicBezTo>
                <a:cubicBezTo>
                  <a:pt x="141" y="399"/>
                  <a:pt x="152" y="413"/>
                  <a:pt x="166" y="413"/>
                </a:cubicBezTo>
                <a:cubicBezTo>
                  <a:pt x="176" y="413"/>
                  <a:pt x="184" y="407"/>
                  <a:pt x="187" y="398"/>
                </a:cubicBezTo>
                <a:cubicBezTo>
                  <a:pt x="197" y="359"/>
                  <a:pt x="202" y="319"/>
                  <a:pt x="202" y="279"/>
                </a:cubicBezTo>
                <a:lnTo>
                  <a:pt x="202" y="255"/>
                </a:lnTo>
                <a:cubicBezTo>
                  <a:pt x="202" y="226"/>
                  <a:pt x="226" y="203"/>
                  <a:pt x="254" y="203"/>
                </a:cubicBezTo>
                <a:cubicBezTo>
                  <a:pt x="282" y="203"/>
                  <a:pt x="307" y="226"/>
                  <a:pt x="307" y="255"/>
                </a:cubicBezTo>
                <a:lnTo>
                  <a:pt x="307" y="279"/>
                </a:lnTo>
                <a:cubicBezTo>
                  <a:pt x="307" y="315"/>
                  <a:pt x="303" y="351"/>
                  <a:pt x="296" y="386"/>
                </a:cubicBezTo>
                <a:cubicBezTo>
                  <a:pt x="293" y="400"/>
                  <a:pt x="304" y="413"/>
                  <a:pt x="318" y="413"/>
                </a:cubicBezTo>
                <a:cubicBezTo>
                  <a:pt x="328" y="413"/>
                  <a:pt x="337" y="406"/>
                  <a:pt x="339" y="396"/>
                </a:cubicBezTo>
                <a:cubicBezTo>
                  <a:pt x="346" y="358"/>
                  <a:pt x="350" y="319"/>
                  <a:pt x="350" y="279"/>
                </a:cubicBezTo>
                <a:lnTo>
                  <a:pt x="350" y="255"/>
                </a:lnTo>
                <a:cubicBezTo>
                  <a:pt x="350" y="202"/>
                  <a:pt x="308" y="159"/>
                  <a:pt x="254" y="159"/>
                </a:cubicBezTo>
                <a:moveTo>
                  <a:pt x="278" y="255"/>
                </a:moveTo>
                <a:cubicBezTo>
                  <a:pt x="278" y="241"/>
                  <a:pt x="267" y="231"/>
                  <a:pt x="254" y="231"/>
                </a:cubicBezTo>
                <a:cubicBezTo>
                  <a:pt x="241" y="231"/>
                  <a:pt x="230" y="241"/>
                  <a:pt x="230" y="255"/>
                </a:cubicBezTo>
                <a:lnTo>
                  <a:pt x="230" y="279"/>
                </a:lnTo>
                <a:cubicBezTo>
                  <a:pt x="230" y="339"/>
                  <a:pt x="219" y="398"/>
                  <a:pt x="198" y="453"/>
                </a:cubicBezTo>
                <a:lnTo>
                  <a:pt x="192" y="468"/>
                </a:lnTo>
                <a:cubicBezTo>
                  <a:pt x="187" y="480"/>
                  <a:pt x="194" y="494"/>
                  <a:pt x="206" y="499"/>
                </a:cubicBezTo>
                <a:cubicBezTo>
                  <a:pt x="218" y="504"/>
                  <a:pt x="232" y="497"/>
                  <a:pt x="237" y="485"/>
                </a:cubicBezTo>
                <a:lnTo>
                  <a:pt x="242" y="470"/>
                </a:lnTo>
                <a:cubicBezTo>
                  <a:pt x="266" y="409"/>
                  <a:pt x="278" y="344"/>
                  <a:pt x="278" y="279"/>
                </a:cubicBezTo>
                <a:lnTo>
                  <a:pt x="278" y="255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1019160" y="3483720"/>
            <a:ext cx="10173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and Isabella.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1019160" y="4073040"/>
            <a:ext cx="18068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Weight of Heritage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1019160" y="4369680"/>
            <a:ext cx="55692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Recurring names (Catherine/Cathy, Linton) symbolize the inescapable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438120" y="5200560"/>
            <a:ext cx="381240" cy="381240"/>
          </a:xfrm>
          <a:custGeom>
            <a:avLst/>
            <a:gdLst/>
            <a:ahLst/>
            <a:rect l="0" t="0" r="r" b="b"/>
            <a:pathLst>
              <a:path w="1059" h="1059">
                <a:moveTo>
                  <a:pt x="0" y="87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3"/>
                </a:cubicBezTo>
                <a:cubicBezTo>
                  <a:pt x="922" y="6"/>
                  <a:pt x="933" y="9"/>
                  <a:pt x="945" y="14"/>
                </a:cubicBezTo>
                <a:cubicBezTo>
                  <a:pt x="956" y="19"/>
                  <a:pt x="966" y="24"/>
                  <a:pt x="977" y="31"/>
                </a:cubicBezTo>
                <a:cubicBezTo>
                  <a:pt x="987" y="38"/>
                  <a:pt x="996" y="45"/>
                  <a:pt x="1005" y="54"/>
                </a:cubicBezTo>
                <a:cubicBezTo>
                  <a:pt x="1013" y="63"/>
                  <a:pt x="1021" y="72"/>
                  <a:pt x="1028" y="82"/>
                </a:cubicBezTo>
                <a:cubicBezTo>
                  <a:pt x="1034" y="92"/>
                  <a:pt x="1040" y="103"/>
                  <a:pt x="1045" y="114"/>
                </a:cubicBezTo>
                <a:cubicBezTo>
                  <a:pt x="1049" y="125"/>
                  <a:pt x="1053" y="137"/>
                  <a:pt x="1055" y="149"/>
                </a:cubicBezTo>
                <a:cubicBezTo>
                  <a:pt x="1058" y="161"/>
                  <a:pt x="1059" y="173"/>
                  <a:pt x="1059" y="185"/>
                </a:cubicBezTo>
                <a:lnTo>
                  <a:pt x="1059" y="873"/>
                </a:lnTo>
                <a:cubicBezTo>
                  <a:pt x="1059" y="885"/>
                  <a:pt x="1058" y="898"/>
                  <a:pt x="1055" y="910"/>
                </a:cubicBezTo>
                <a:cubicBezTo>
                  <a:pt x="1053" y="922"/>
                  <a:pt x="1049" y="934"/>
                  <a:pt x="1045" y="945"/>
                </a:cubicBezTo>
                <a:cubicBezTo>
                  <a:pt x="1040" y="956"/>
                  <a:pt x="1034" y="967"/>
                  <a:pt x="1028" y="977"/>
                </a:cubicBezTo>
                <a:cubicBezTo>
                  <a:pt x="1021" y="987"/>
                  <a:pt x="1013" y="996"/>
                  <a:pt x="1005" y="1005"/>
                </a:cubicBezTo>
                <a:cubicBezTo>
                  <a:pt x="996" y="1013"/>
                  <a:pt x="987" y="1021"/>
                  <a:pt x="977" y="1028"/>
                </a:cubicBezTo>
                <a:cubicBezTo>
                  <a:pt x="966" y="1035"/>
                  <a:pt x="956" y="1040"/>
                  <a:pt x="945" y="1045"/>
                </a:cubicBezTo>
                <a:cubicBezTo>
                  <a:pt x="933" y="1050"/>
                  <a:pt x="922" y="1053"/>
                  <a:pt x="910" y="1056"/>
                </a:cubicBezTo>
                <a:cubicBezTo>
                  <a:pt x="898" y="1058"/>
                  <a:pt x="886" y="1059"/>
                  <a:pt x="874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3"/>
                  <a:pt x="125" y="1050"/>
                  <a:pt x="114" y="1045"/>
                </a:cubicBezTo>
                <a:cubicBezTo>
                  <a:pt x="103" y="1040"/>
                  <a:pt x="92" y="1035"/>
                  <a:pt x="82" y="1028"/>
                </a:cubicBezTo>
                <a:cubicBezTo>
                  <a:pt x="72" y="1021"/>
                  <a:pt x="62" y="1013"/>
                  <a:pt x="54" y="1005"/>
                </a:cubicBezTo>
                <a:cubicBezTo>
                  <a:pt x="45" y="996"/>
                  <a:pt x="38" y="987"/>
                  <a:pt x="31" y="977"/>
                </a:cubicBezTo>
                <a:cubicBezTo>
                  <a:pt x="24" y="967"/>
                  <a:pt x="18" y="956"/>
                  <a:pt x="14" y="945"/>
                </a:cubicBezTo>
                <a:cubicBezTo>
                  <a:pt x="9" y="934"/>
                  <a:pt x="6" y="922"/>
                  <a:pt x="3" y="910"/>
                </a:cubicBezTo>
                <a:cubicBezTo>
                  <a:pt x="1" y="898"/>
                  <a:pt x="0" y="885"/>
                  <a:pt x="0" y="873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438120" y="5200560"/>
            <a:ext cx="381240" cy="381240"/>
          </a:xfrm>
          <a:custGeom>
            <a:avLst/>
            <a:gdLst/>
            <a:ahLst/>
            <a:rect l="0" t="0" r="r" b="b"/>
            <a:pathLst>
              <a:path fill="none" w="1059" h="1059">
                <a:moveTo>
                  <a:pt x="0" y="87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3"/>
                </a:cubicBezTo>
                <a:cubicBezTo>
                  <a:pt x="922" y="6"/>
                  <a:pt x="933" y="9"/>
                  <a:pt x="945" y="14"/>
                </a:cubicBezTo>
                <a:cubicBezTo>
                  <a:pt x="956" y="19"/>
                  <a:pt x="966" y="24"/>
                  <a:pt x="977" y="31"/>
                </a:cubicBezTo>
                <a:cubicBezTo>
                  <a:pt x="987" y="38"/>
                  <a:pt x="996" y="45"/>
                  <a:pt x="1005" y="54"/>
                </a:cubicBezTo>
                <a:cubicBezTo>
                  <a:pt x="1013" y="63"/>
                  <a:pt x="1021" y="72"/>
                  <a:pt x="1028" y="82"/>
                </a:cubicBezTo>
                <a:cubicBezTo>
                  <a:pt x="1034" y="92"/>
                  <a:pt x="1040" y="103"/>
                  <a:pt x="1045" y="114"/>
                </a:cubicBezTo>
                <a:cubicBezTo>
                  <a:pt x="1049" y="125"/>
                  <a:pt x="1053" y="137"/>
                  <a:pt x="1055" y="149"/>
                </a:cubicBezTo>
                <a:cubicBezTo>
                  <a:pt x="1058" y="161"/>
                  <a:pt x="1059" y="173"/>
                  <a:pt x="1059" y="185"/>
                </a:cubicBezTo>
                <a:lnTo>
                  <a:pt x="1059" y="873"/>
                </a:lnTo>
                <a:cubicBezTo>
                  <a:pt x="1059" y="885"/>
                  <a:pt x="1058" y="898"/>
                  <a:pt x="1055" y="910"/>
                </a:cubicBezTo>
                <a:cubicBezTo>
                  <a:pt x="1053" y="922"/>
                  <a:pt x="1049" y="934"/>
                  <a:pt x="1045" y="945"/>
                </a:cubicBezTo>
                <a:cubicBezTo>
                  <a:pt x="1040" y="956"/>
                  <a:pt x="1034" y="967"/>
                  <a:pt x="1028" y="977"/>
                </a:cubicBezTo>
                <a:cubicBezTo>
                  <a:pt x="1021" y="987"/>
                  <a:pt x="1013" y="996"/>
                  <a:pt x="1005" y="1005"/>
                </a:cubicBezTo>
                <a:cubicBezTo>
                  <a:pt x="996" y="1013"/>
                  <a:pt x="987" y="1021"/>
                  <a:pt x="977" y="1028"/>
                </a:cubicBezTo>
                <a:cubicBezTo>
                  <a:pt x="966" y="1035"/>
                  <a:pt x="956" y="1040"/>
                  <a:pt x="945" y="1045"/>
                </a:cubicBezTo>
                <a:cubicBezTo>
                  <a:pt x="933" y="1050"/>
                  <a:pt x="922" y="1053"/>
                  <a:pt x="910" y="1056"/>
                </a:cubicBezTo>
                <a:cubicBezTo>
                  <a:pt x="898" y="1058"/>
                  <a:pt x="886" y="1059"/>
                  <a:pt x="874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3"/>
                  <a:pt x="125" y="1050"/>
                  <a:pt x="114" y="1045"/>
                </a:cubicBezTo>
                <a:cubicBezTo>
                  <a:pt x="103" y="1040"/>
                  <a:pt x="92" y="1035"/>
                  <a:pt x="82" y="1028"/>
                </a:cubicBezTo>
                <a:cubicBezTo>
                  <a:pt x="72" y="1021"/>
                  <a:pt x="62" y="1013"/>
                  <a:pt x="54" y="1005"/>
                </a:cubicBezTo>
                <a:cubicBezTo>
                  <a:pt x="45" y="996"/>
                  <a:pt x="38" y="987"/>
                  <a:pt x="31" y="977"/>
                </a:cubicBezTo>
                <a:cubicBezTo>
                  <a:pt x="24" y="967"/>
                  <a:pt x="18" y="956"/>
                  <a:pt x="14" y="945"/>
                </a:cubicBezTo>
                <a:cubicBezTo>
                  <a:pt x="9" y="934"/>
                  <a:pt x="6" y="922"/>
                  <a:pt x="3" y="910"/>
                </a:cubicBezTo>
                <a:cubicBezTo>
                  <a:pt x="1" y="898"/>
                  <a:pt x="0" y="885"/>
                  <a:pt x="0" y="873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558000" y="5316840"/>
            <a:ext cx="148680" cy="171360"/>
          </a:xfrm>
          <a:custGeom>
            <a:avLst/>
            <a:gdLst/>
            <a:ahLst/>
            <a:rect l="0" t="0" r="r" b="b"/>
            <a:pathLst>
              <a:path w="413" h="476">
                <a:moveTo>
                  <a:pt x="16" y="158"/>
                </a:moveTo>
                <a:lnTo>
                  <a:pt x="16" y="15"/>
                </a:lnTo>
                <a:cubicBezTo>
                  <a:pt x="16" y="7"/>
                  <a:pt x="23" y="0"/>
                  <a:pt x="32" y="0"/>
                </a:cubicBezTo>
                <a:lnTo>
                  <a:pt x="95" y="0"/>
                </a:lnTo>
                <a:cubicBezTo>
                  <a:pt x="104" y="0"/>
                  <a:pt x="111" y="7"/>
                  <a:pt x="111" y="15"/>
                </a:cubicBezTo>
                <a:lnTo>
                  <a:pt x="111" y="55"/>
                </a:lnTo>
                <a:cubicBezTo>
                  <a:pt x="111" y="59"/>
                  <a:pt x="115" y="63"/>
                  <a:pt x="119" y="63"/>
                </a:cubicBezTo>
                <a:lnTo>
                  <a:pt x="151" y="63"/>
                </a:lnTo>
                <a:cubicBezTo>
                  <a:pt x="155" y="63"/>
                  <a:pt x="159" y="59"/>
                  <a:pt x="159" y="55"/>
                </a:cubicBezTo>
                <a:lnTo>
                  <a:pt x="159" y="15"/>
                </a:lnTo>
                <a:cubicBezTo>
                  <a:pt x="159" y="7"/>
                  <a:pt x="166" y="0"/>
                  <a:pt x="174" y="0"/>
                </a:cubicBezTo>
                <a:lnTo>
                  <a:pt x="238" y="0"/>
                </a:lnTo>
                <a:cubicBezTo>
                  <a:pt x="247" y="0"/>
                  <a:pt x="254" y="7"/>
                  <a:pt x="254" y="15"/>
                </a:cubicBezTo>
                <a:lnTo>
                  <a:pt x="254" y="55"/>
                </a:lnTo>
                <a:cubicBezTo>
                  <a:pt x="254" y="59"/>
                  <a:pt x="257" y="63"/>
                  <a:pt x="262" y="63"/>
                </a:cubicBezTo>
                <a:lnTo>
                  <a:pt x="293" y="63"/>
                </a:lnTo>
                <a:cubicBezTo>
                  <a:pt x="298" y="63"/>
                  <a:pt x="301" y="59"/>
                  <a:pt x="301" y="55"/>
                </a:cubicBezTo>
                <a:lnTo>
                  <a:pt x="301" y="15"/>
                </a:lnTo>
                <a:cubicBezTo>
                  <a:pt x="301" y="7"/>
                  <a:pt x="309" y="0"/>
                  <a:pt x="318" y="0"/>
                </a:cubicBezTo>
                <a:lnTo>
                  <a:pt x="382" y="0"/>
                </a:lnTo>
                <a:cubicBezTo>
                  <a:pt x="390" y="0"/>
                  <a:pt x="397" y="7"/>
                  <a:pt x="397" y="15"/>
                </a:cubicBezTo>
                <a:lnTo>
                  <a:pt x="397" y="158"/>
                </a:lnTo>
                <a:cubicBezTo>
                  <a:pt x="397" y="168"/>
                  <a:pt x="393" y="178"/>
                  <a:pt x="385" y="184"/>
                </a:cubicBezTo>
                <a:lnTo>
                  <a:pt x="334" y="223"/>
                </a:lnTo>
                <a:lnTo>
                  <a:pt x="350" y="365"/>
                </a:lnTo>
                <a:lnTo>
                  <a:pt x="63" y="365"/>
                </a:lnTo>
                <a:lnTo>
                  <a:pt x="79" y="223"/>
                </a:lnTo>
                <a:lnTo>
                  <a:pt x="28" y="184"/>
                </a:lnTo>
                <a:cubicBezTo>
                  <a:pt x="20" y="178"/>
                  <a:pt x="16" y="168"/>
                  <a:pt x="16" y="158"/>
                </a:cubicBezTo>
                <a:moveTo>
                  <a:pt x="190" y="254"/>
                </a:moveTo>
                <a:lnTo>
                  <a:pt x="222" y="254"/>
                </a:lnTo>
                <a:cubicBezTo>
                  <a:pt x="231" y="254"/>
                  <a:pt x="238" y="247"/>
                  <a:pt x="238" y="238"/>
                </a:cubicBezTo>
                <a:lnTo>
                  <a:pt x="238" y="190"/>
                </a:lnTo>
                <a:cubicBezTo>
                  <a:pt x="238" y="172"/>
                  <a:pt x="224" y="158"/>
                  <a:pt x="206" y="158"/>
                </a:cubicBezTo>
                <a:cubicBezTo>
                  <a:pt x="189" y="158"/>
                  <a:pt x="174" y="172"/>
                  <a:pt x="174" y="190"/>
                </a:cubicBezTo>
                <a:lnTo>
                  <a:pt x="174" y="238"/>
                </a:lnTo>
                <a:cubicBezTo>
                  <a:pt x="174" y="247"/>
                  <a:pt x="182" y="254"/>
                  <a:pt x="190" y="254"/>
                </a:cubicBezTo>
                <a:moveTo>
                  <a:pt x="6" y="438"/>
                </a:moveTo>
                <a:lnTo>
                  <a:pt x="48" y="397"/>
                </a:lnTo>
                <a:lnTo>
                  <a:pt x="366" y="397"/>
                </a:lnTo>
                <a:lnTo>
                  <a:pt x="407" y="438"/>
                </a:lnTo>
                <a:cubicBezTo>
                  <a:pt x="411" y="442"/>
                  <a:pt x="413" y="448"/>
                  <a:pt x="413" y="454"/>
                </a:cubicBezTo>
                <a:cubicBezTo>
                  <a:pt x="413" y="466"/>
                  <a:pt x="403" y="476"/>
                  <a:pt x="391" y="476"/>
                </a:cubicBezTo>
                <a:lnTo>
                  <a:pt x="22" y="476"/>
                </a:lnTo>
                <a:cubicBezTo>
                  <a:pt x="10" y="476"/>
                  <a:pt x="0" y="466"/>
                  <a:pt x="0" y="454"/>
                </a:cubicBezTo>
                <a:cubicBezTo>
                  <a:pt x="0" y="448"/>
                  <a:pt x="2" y="442"/>
                  <a:pt x="6" y="438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1019160" y="4607640"/>
            <a:ext cx="44352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past. Characters are haunted echoes of their ancestors.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1019160" y="5196960"/>
            <a:ext cx="22190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Struggle for Ownership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1019160" y="5493600"/>
            <a:ext cx="5366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Heathcliff disrupts Victorian class structure, rising from a homeless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1019160" y="5731920"/>
            <a:ext cx="56851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"gipsy" to the legal master of both Wuthering Heights and Thrushcross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7476840" y="957240"/>
            <a:ext cx="4281840" cy="5419800"/>
          </a:xfrm>
          <a:custGeom>
            <a:avLst/>
            <a:gdLst/>
            <a:ahLst/>
            <a:rect l="0" t="0" r="r" b="b"/>
            <a:pathLst>
              <a:path w="11894" h="15055">
                <a:moveTo>
                  <a:pt x="0" y="14963"/>
                </a:moveTo>
                <a:lnTo>
                  <a:pt x="0" y="92"/>
                </a:lnTo>
                <a:cubicBezTo>
                  <a:pt x="0" y="80"/>
                  <a:pt x="2" y="68"/>
                  <a:pt x="4" y="57"/>
                </a:cubicBezTo>
                <a:cubicBezTo>
                  <a:pt x="7" y="45"/>
                  <a:pt x="11" y="35"/>
                  <a:pt x="16" y="27"/>
                </a:cubicBezTo>
                <a:cubicBezTo>
                  <a:pt x="21" y="18"/>
                  <a:pt x="26" y="11"/>
                  <a:pt x="33" y="7"/>
                </a:cubicBezTo>
                <a:cubicBezTo>
                  <a:pt x="39" y="2"/>
                  <a:pt x="46" y="0"/>
                  <a:pt x="53" y="0"/>
                </a:cubicBezTo>
                <a:lnTo>
                  <a:pt x="11802" y="0"/>
                </a:lnTo>
                <a:cubicBezTo>
                  <a:pt x="11814" y="0"/>
                  <a:pt x="11826" y="2"/>
                  <a:pt x="11837" y="7"/>
                </a:cubicBezTo>
                <a:cubicBezTo>
                  <a:pt x="11848" y="11"/>
                  <a:pt x="11859" y="18"/>
                  <a:pt x="11867" y="27"/>
                </a:cubicBezTo>
                <a:cubicBezTo>
                  <a:pt x="11876" y="35"/>
                  <a:pt x="11883" y="45"/>
                  <a:pt x="11887" y="57"/>
                </a:cubicBezTo>
                <a:cubicBezTo>
                  <a:pt x="11892" y="68"/>
                  <a:pt x="11894" y="80"/>
                  <a:pt x="11894" y="92"/>
                </a:cubicBezTo>
                <a:lnTo>
                  <a:pt x="11894" y="14963"/>
                </a:lnTo>
                <a:cubicBezTo>
                  <a:pt x="11894" y="14975"/>
                  <a:pt x="11892" y="14987"/>
                  <a:pt x="11887" y="14998"/>
                </a:cubicBezTo>
                <a:cubicBezTo>
                  <a:pt x="11883" y="15010"/>
                  <a:pt x="11876" y="15020"/>
                  <a:pt x="11867" y="15028"/>
                </a:cubicBezTo>
                <a:cubicBezTo>
                  <a:pt x="11859" y="15037"/>
                  <a:pt x="11848" y="15044"/>
                  <a:pt x="11837" y="15048"/>
                </a:cubicBezTo>
                <a:cubicBezTo>
                  <a:pt x="11826" y="15053"/>
                  <a:pt x="11814" y="15055"/>
                  <a:pt x="11802" y="15055"/>
                </a:cubicBezTo>
                <a:lnTo>
                  <a:pt x="53" y="15055"/>
                </a:lnTo>
                <a:cubicBezTo>
                  <a:pt x="46" y="15055"/>
                  <a:pt x="39" y="15053"/>
                  <a:pt x="33" y="15048"/>
                </a:cubicBezTo>
                <a:cubicBezTo>
                  <a:pt x="26" y="15044"/>
                  <a:pt x="21" y="15037"/>
                  <a:pt x="16" y="15028"/>
                </a:cubicBezTo>
                <a:cubicBezTo>
                  <a:pt x="11" y="15020"/>
                  <a:pt x="7" y="15010"/>
                  <a:pt x="4" y="14998"/>
                </a:cubicBezTo>
                <a:cubicBezTo>
                  <a:pt x="2" y="14987"/>
                  <a:pt x="0" y="14975"/>
                  <a:pt x="0" y="1496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7476840" y="952200"/>
            <a:ext cx="4276080" cy="18720"/>
          </a:xfrm>
          <a:custGeom>
            <a:avLst/>
            <a:gdLst/>
            <a:ahLst/>
            <a:rect l="0" t="0" r="r" b="b"/>
            <a:pathLst>
              <a:path w="11878" h="52">
                <a:moveTo>
                  <a:pt x="11859" y="52"/>
                </a:moveTo>
                <a:lnTo>
                  <a:pt x="11858" y="51"/>
                </a:lnTo>
                <a:cubicBezTo>
                  <a:pt x="11842" y="36"/>
                  <a:pt x="11824" y="27"/>
                  <a:pt x="11802" y="27"/>
                </a:cubicBezTo>
                <a:lnTo>
                  <a:pt x="53" y="27"/>
                </a:lnTo>
                <a:lnTo>
                  <a:pt x="0" y="14"/>
                </a:lnTo>
                <a:cubicBezTo>
                  <a:pt x="16" y="5"/>
                  <a:pt x="34" y="0"/>
                  <a:pt x="53" y="0"/>
                </a:cubicBezTo>
                <a:lnTo>
                  <a:pt x="11802" y="0"/>
                </a:lnTo>
                <a:cubicBezTo>
                  <a:pt x="11831" y="0"/>
                  <a:pt x="11856" y="11"/>
                  <a:pt x="11877" y="31"/>
                </a:cubicBezTo>
                <a:cubicBezTo>
                  <a:pt x="11877" y="32"/>
                  <a:pt x="11877" y="32"/>
                  <a:pt x="11878" y="34"/>
                </a:cubicBezTo>
                <a:lnTo>
                  <a:pt x="11859" y="52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7476840" y="6363360"/>
            <a:ext cx="4276080" cy="18720"/>
          </a:xfrm>
          <a:custGeom>
            <a:avLst/>
            <a:gdLst/>
            <a:ahLst/>
            <a:rect l="0" t="0" r="r" b="b"/>
            <a:pathLst>
              <a:path w="11878" h="52">
                <a:moveTo>
                  <a:pt x="53" y="23"/>
                </a:moveTo>
                <a:lnTo>
                  <a:pt x="53" y="24"/>
                </a:lnTo>
                <a:lnTo>
                  <a:pt x="11802" y="24"/>
                </a:lnTo>
                <a:cubicBezTo>
                  <a:pt x="11824" y="24"/>
                  <a:pt x="11842" y="16"/>
                  <a:pt x="11858" y="1"/>
                </a:cubicBezTo>
                <a:cubicBezTo>
                  <a:pt x="11858" y="0"/>
                  <a:pt x="11859" y="0"/>
                  <a:pt x="11859" y="0"/>
                </a:cubicBezTo>
                <a:lnTo>
                  <a:pt x="11878" y="18"/>
                </a:lnTo>
                <a:cubicBezTo>
                  <a:pt x="11877" y="19"/>
                  <a:pt x="11877" y="19"/>
                  <a:pt x="11877" y="20"/>
                </a:cubicBezTo>
                <a:cubicBezTo>
                  <a:pt x="11856" y="40"/>
                  <a:pt x="11831" y="52"/>
                  <a:pt x="11802" y="52"/>
                </a:cubicBezTo>
                <a:lnTo>
                  <a:pt x="53" y="52"/>
                </a:lnTo>
                <a:cubicBezTo>
                  <a:pt x="34" y="52"/>
                  <a:pt x="16" y="46"/>
                  <a:pt x="0" y="37"/>
                </a:cubicBezTo>
                <a:lnTo>
                  <a:pt x="53" y="23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11745360" y="963360"/>
            <a:ext cx="18360" cy="5407560"/>
          </a:xfrm>
          <a:custGeom>
            <a:avLst/>
            <a:gdLst/>
            <a:ahLst/>
            <a:rect l="0" t="0" r="r" b="b"/>
            <a:pathLst>
              <a:path w="51" h="15021">
                <a:moveTo>
                  <a:pt x="0" y="15002"/>
                </a:moveTo>
                <a:cubicBezTo>
                  <a:pt x="15" y="14986"/>
                  <a:pt x="23" y="14968"/>
                  <a:pt x="23" y="14946"/>
                </a:cubicBezTo>
                <a:lnTo>
                  <a:pt x="23" y="75"/>
                </a:lnTo>
                <a:cubicBezTo>
                  <a:pt x="23" y="53"/>
                  <a:pt x="15" y="35"/>
                  <a:pt x="0" y="19"/>
                </a:cubicBezTo>
                <a:lnTo>
                  <a:pt x="19" y="0"/>
                </a:lnTo>
                <a:cubicBezTo>
                  <a:pt x="40" y="21"/>
                  <a:pt x="51" y="46"/>
                  <a:pt x="51" y="75"/>
                </a:cubicBezTo>
                <a:lnTo>
                  <a:pt x="51" y="14946"/>
                </a:lnTo>
                <a:cubicBezTo>
                  <a:pt x="51" y="14975"/>
                  <a:pt x="40" y="15000"/>
                  <a:pt x="19" y="15021"/>
                </a:cubicBezTo>
                <a:lnTo>
                  <a:pt x="0" y="15002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7457760" y="957240"/>
            <a:ext cx="38520" cy="5419800"/>
          </a:xfrm>
          <a:custGeom>
            <a:avLst/>
            <a:gdLst/>
            <a:ahLst/>
            <a:rect l="0" t="0" r="r" b="b"/>
            <a:pathLst>
              <a:path w="107" h="15055">
                <a:moveTo>
                  <a:pt x="107" y="13"/>
                </a:moveTo>
                <a:lnTo>
                  <a:pt x="107" y="15042"/>
                </a:lnTo>
                <a:lnTo>
                  <a:pt x="55" y="15055"/>
                </a:lnTo>
                <a:cubicBezTo>
                  <a:pt x="47" y="15051"/>
                  <a:pt x="39" y="15045"/>
                  <a:pt x="32" y="15038"/>
                </a:cubicBezTo>
                <a:cubicBezTo>
                  <a:pt x="11" y="15017"/>
                  <a:pt x="0" y="14992"/>
                  <a:pt x="0" y="14963"/>
                </a:cubicBezTo>
                <a:lnTo>
                  <a:pt x="0" y="92"/>
                </a:lnTo>
                <a:cubicBezTo>
                  <a:pt x="0" y="63"/>
                  <a:pt x="11" y="38"/>
                  <a:pt x="32" y="17"/>
                </a:cubicBezTo>
                <a:cubicBezTo>
                  <a:pt x="39" y="10"/>
                  <a:pt x="47" y="4"/>
                  <a:pt x="55" y="0"/>
                </a:cubicBezTo>
                <a:lnTo>
                  <a:pt x="107" y="13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99" name="" descr=""/>
          <p:cNvPicPr/>
          <p:nvPr/>
        </p:nvPicPr>
        <p:blipFill>
          <a:blip r:embed="rId1"/>
          <a:stretch/>
        </p:blipFill>
        <p:spPr>
          <a:xfrm>
            <a:off x="7848720" y="1190520"/>
            <a:ext cx="3542760" cy="495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0" name=""/>
          <p:cNvSpPr txBox="1"/>
          <p:nvPr/>
        </p:nvSpPr>
        <p:spPr>
          <a:xfrm>
            <a:off x="1019160" y="5969880"/>
            <a:ext cx="6436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Grange.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11611080" y="6517800"/>
            <a:ext cx="1436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10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428400" y="990360"/>
            <a:ext cx="221760" cy="218160"/>
          </a:xfrm>
          <a:custGeom>
            <a:avLst/>
            <a:gdLst/>
            <a:ahLst/>
            <a:rect l="0" t="0" r="r" b="b"/>
            <a:pathLst>
              <a:path w="616" h="606">
                <a:moveTo>
                  <a:pt x="58" y="307"/>
                </a:moveTo>
                <a:cubicBezTo>
                  <a:pt x="58" y="169"/>
                  <a:pt x="169" y="58"/>
                  <a:pt x="307" y="58"/>
                </a:cubicBezTo>
                <a:cubicBezTo>
                  <a:pt x="384" y="58"/>
                  <a:pt x="452" y="91"/>
                  <a:pt x="498" y="145"/>
                </a:cubicBezTo>
                <a:cubicBezTo>
                  <a:pt x="508" y="157"/>
                  <a:pt x="526" y="158"/>
                  <a:pt x="538" y="148"/>
                </a:cubicBezTo>
                <a:cubicBezTo>
                  <a:pt x="550" y="138"/>
                  <a:pt x="552" y="119"/>
                  <a:pt x="541" y="107"/>
                </a:cubicBezTo>
                <a:cubicBezTo>
                  <a:pt x="485" y="42"/>
                  <a:pt x="402" y="0"/>
                  <a:pt x="307" y="0"/>
                </a:cubicBezTo>
                <a:cubicBezTo>
                  <a:pt x="138" y="0"/>
                  <a:pt x="0" y="138"/>
                  <a:pt x="0" y="307"/>
                </a:cubicBezTo>
                <a:lnTo>
                  <a:pt x="0" y="355"/>
                </a:lnTo>
                <a:cubicBezTo>
                  <a:pt x="0" y="371"/>
                  <a:pt x="13" y="384"/>
                  <a:pt x="29" y="384"/>
                </a:cubicBezTo>
                <a:cubicBezTo>
                  <a:pt x="45" y="384"/>
                  <a:pt x="58" y="371"/>
                  <a:pt x="58" y="355"/>
                </a:cubicBezTo>
                <a:lnTo>
                  <a:pt x="58" y="307"/>
                </a:lnTo>
                <a:moveTo>
                  <a:pt x="609" y="244"/>
                </a:moveTo>
                <a:cubicBezTo>
                  <a:pt x="606" y="228"/>
                  <a:pt x="590" y="218"/>
                  <a:pt x="575" y="222"/>
                </a:cubicBezTo>
                <a:cubicBezTo>
                  <a:pt x="559" y="225"/>
                  <a:pt x="549" y="240"/>
                  <a:pt x="553" y="256"/>
                </a:cubicBezTo>
                <a:cubicBezTo>
                  <a:pt x="556" y="272"/>
                  <a:pt x="558" y="290"/>
                  <a:pt x="558" y="307"/>
                </a:cubicBezTo>
                <a:lnTo>
                  <a:pt x="558" y="355"/>
                </a:lnTo>
                <a:cubicBezTo>
                  <a:pt x="558" y="371"/>
                  <a:pt x="571" y="384"/>
                  <a:pt x="587" y="384"/>
                </a:cubicBezTo>
                <a:cubicBezTo>
                  <a:pt x="603" y="384"/>
                  <a:pt x="616" y="371"/>
                  <a:pt x="616" y="355"/>
                </a:cubicBezTo>
                <a:lnTo>
                  <a:pt x="616" y="307"/>
                </a:lnTo>
                <a:cubicBezTo>
                  <a:pt x="616" y="286"/>
                  <a:pt x="613" y="264"/>
                  <a:pt x="609" y="244"/>
                </a:cubicBezTo>
                <a:moveTo>
                  <a:pt x="307" y="96"/>
                </a:moveTo>
                <a:cubicBezTo>
                  <a:pt x="284" y="96"/>
                  <a:pt x="262" y="100"/>
                  <a:pt x="242" y="106"/>
                </a:cubicBezTo>
                <a:cubicBezTo>
                  <a:pt x="224" y="112"/>
                  <a:pt x="219" y="135"/>
                  <a:pt x="232" y="150"/>
                </a:cubicBezTo>
                <a:cubicBezTo>
                  <a:pt x="240" y="160"/>
                  <a:pt x="254" y="163"/>
                  <a:pt x="267" y="159"/>
                </a:cubicBezTo>
                <a:cubicBezTo>
                  <a:pt x="280" y="156"/>
                  <a:pt x="293" y="154"/>
                  <a:pt x="307" y="154"/>
                </a:cubicBezTo>
                <a:cubicBezTo>
                  <a:pt x="393" y="154"/>
                  <a:pt x="462" y="223"/>
                  <a:pt x="462" y="307"/>
                </a:cubicBezTo>
                <a:lnTo>
                  <a:pt x="462" y="337"/>
                </a:lnTo>
                <a:cubicBezTo>
                  <a:pt x="462" y="367"/>
                  <a:pt x="460" y="398"/>
                  <a:pt x="457" y="428"/>
                </a:cubicBezTo>
                <a:cubicBezTo>
                  <a:pt x="455" y="445"/>
                  <a:pt x="468" y="461"/>
                  <a:pt x="486" y="461"/>
                </a:cubicBezTo>
                <a:cubicBezTo>
                  <a:pt x="500" y="461"/>
                  <a:pt x="512" y="451"/>
                  <a:pt x="514" y="437"/>
                </a:cubicBezTo>
                <a:cubicBezTo>
                  <a:pt x="518" y="404"/>
                  <a:pt x="520" y="371"/>
                  <a:pt x="520" y="337"/>
                </a:cubicBezTo>
                <a:lnTo>
                  <a:pt x="520" y="307"/>
                </a:lnTo>
                <a:cubicBezTo>
                  <a:pt x="520" y="191"/>
                  <a:pt x="425" y="96"/>
                  <a:pt x="307" y="96"/>
                </a:cubicBezTo>
                <a:moveTo>
                  <a:pt x="181" y="179"/>
                </a:moveTo>
                <a:cubicBezTo>
                  <a:pt x="170" y="166"/>
                  <a:pt x="151" y="165"/>
                  <a:pt x="140" y="178"/>
                </a:cubicBezTo>
                <a:cubicBezTo>
                  <a:pt x="113" y="214"/>
                  <a:pt x="96" y="259"/>
                  <a:pt x="96" y="307"/>
                </a:cubicBezTo>
                <a:lnTo>
                  <a:pt x="96" y="337"/>
                </a:lnTo>
                <a:cubicBezTo>
                  <a:pt x="96" y="366"/>
                  <a:pt x="93" y="395"/>
                  <a:pt x="87" y="423"/>
                </a:cubicBezTo>
                <a:cubicBezTo>
                  <a:pt x="83" y="442"/>
                  <a:pt x="96" y="461"/>
                  <a:pt x="115" y="461"/>
                </a:cubicBezTo>
                <a:cubicBezTo>
                  <a:pt x="128" y="461"/>
                  <a:pt x="139" y="453"/>
                  <a:pt x="142" y="440"/>
                </a:cubicBezTo>
                <a:cubicBezTo>
                  <a:pt x="150" y="406"/>
                  <a:pt x="154" y="372"/>
                  <a:pt x="154" y="337"/>
                </a:cubicBezTo>
                <a:lnTo>
                  <a:pt x="154" y="307"/>
                </a:lnTo>
                <a:cubicBezTo>
                  <a:pt x="154" y="275"/>
                  <a:pt x="164" y="244"/>
                  <a:pt x="181" y="220"/>
                </a:cubicBezTo>
                <a:cubicBezTo>
                  <a:pt x="190" y="207"/>
                  <a:pt x="191" y="190"/>
                  <a:pt x="181" y="179"/>
                </a:cubicBezTo>
                <a:moveTo>
                  <a:pt x="307" y="192"/>
                </a:moveTo>
                <a:cubicBezTo>
                  <a:pt x="244" y="192"/>
                  <a:pt x="192" y="244"/>
                  <a:pt x="192" y="307"/>
                </a:cubicBezTo>
                <a:lnTo>
                  <a:pt x="192" y="337"/>
                </a:lnTo>
                <a:cubicBezTo>
                  <a:pt x="192" y="380"/>
                  <a:pt x="187" y="423"/>
                  <a:pt x="176" y="465"/>
                </a:cubicBezTo>
                <a:cubicBezTo>
                  <a:pt x="171" y="482"/>
                  <a:pt x="184" y="499"/>
                  <a:pt x="201" y="499"/>
                </a:cubicBezTo>
                <a:cubicBezTo>
                  <a:pt x="213" y="499"/>
                  <a:pt x="223" y="492"/>
                  <a:pt x="226" y="481"/>
                </a:cubicBezTo>
                <a:cubicBezTo>
                  <a:pt x="238" y="434"/>
                  <a:pt x="245" y="386"/>
                  <a:pt x="245" y="337"/>
                </a:cubicBezTo>
                <a:lnTo>
                  <a:pt x="245" y="307"/>
                </a:lnTo>
                <a:cubicBezTo>
                  <a:pt x="245" y="273"/>
                  <a:pt x="273" y="245"/>
                  <a:pt x="307" y="245"/>
                </a:cubicBezTo>
                <a:cubicBezTo>
                  <a:pt x="342" y="245"/>
                  <a:pt x="371" y="273"/>
                  <a:pt x="371" y="307"/>
                </a:cubicBezTo>
                <a:lnTo>
                  <a:pt x="371" y="337"/>
                </a:lnTo>
                <a:cubicBezTo>
                  <a:pt x="371" y="381"/>
                  <a:pt x="366" y="424"/>
                  <a:pt x="358" y="467"/>
                </a:cubicBezTo>
                <a:cubicBezTo>
                  <a:pt x="355" y="483"/>
                  <a:pt x="367" y="499"/>
                  <a:pt x="384" y="499"/>
                </a:cubicBezTo>
                <a:cubicBezTo>
                  <a:pt x="397" y="499"/>
                  <a:pt x="407" y="491"/>
                  <a:pt x="410" y="479"/>
                </a:cubicBezTo>
                <a:cubicBezTo>
                  <a:pt x="419" y="432"/>
                  <a:pt x="423" y="385"/>
                  <a:pt x="423" y="337"/>
                </a:cubicBezTo>
                <a:lnTo>
                  <a:pt x="423" y="307"/>
                </a:lnTo>
                <a:cubicBezTo>
                  <a:pt x="423" y="244"/>
                  <a:pt x="372" y="192"/>
                  <a:pt x="307" y="192"/>
                </a:cubicBezTo>
                <a:moveTo>
                  <a:pt x="336" y="307"/>
                </a:moveTo>
                <a:cubicBezTo>
                  <a:pt x="336" y="291"/>
                  <a:pt x="323" y="279"/>
                  <a:pt x="307" y="279"/>
                </a:cubicBezTo>
                <a:cubicBezTo>
                  <a:pt x="291" y="279"/>
                  <a:pt x="278" y="291"/>
                  <a:pt x="278" y="307"/>
                </a:cubicBezTo>
                <a:lnTo>
                  <a:pt x="278" y="337"/>
                </a:lnTo>
                <a:cubicBezTo>
                  <a:pt x="278" y="409"/>
                  <a:pt x="265" y="480"/>
                  <a:pt x="239" y="547"/>
                </a:cubicBezTo>
                <a:lnTo>
                  <a:pt x="232" y="566"/>
                </a:lnTo>
                <a:cubicBezTo>
                  <a:pt x="227" y="582"/>
                  <a:pt x="234" y="598"/>
                  <a:pt x="249" y="604"/>
                </a:cubicBezTo>
                <a:cubicBezTo>
                  <a:pt x="264" y="610"/>
                  <a:pt x="281" y="602"/>
                  <a:pt x="286" y="587"/>
                </a:cubicBezTo>
                <a:lnTo>
                  <a:pt x="293" y="568"/>
                </a:lnTo>
                <a:cubicBezTo>
                  <a:pt x="322" y="494"/>
                  <a:pt x="336" y="416"/>
                  <a:pt x="336" y="337"/>
                </a:cubicBezTo>
                <a:lnTo>
                  <a:pt x="336" y="307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428760" y="241560"/>
            <a:ext cx="702936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Heathcliff &amp; Catherine: Mirrors of the Soul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452160" y="1557000"/>
            <a:ext cx="5420160" cy="1743480"/>
          </a:xfrm>
          <a:custGeom>
            <a:avLst/>
            <a:gdLst/>
            <a:ahLst/>
            <a:rect l="0" t="0" r="r" b="b"/>
            <a:pathLst>
              <a:path w="15056" h="4843">
                <a:moveTo>
                  <a:pt x="0" y="4843"/>
                </a:moveTo>
                <a:lnTo>
                  <a:pt x="0" y="0"/>
                </a:lnTo>
                <a:lnTo>
                  <a:pt x="14967" y="0"/>
                </a:lnTo>
                <a:cubicBezTo>
                  <a:pt x="14979" y="0"/>
                  <a:pt x="14990" y="3"/>
                  <a:pt x="15001" y="7"/>
                </a:cubicBezTo>
                <a:cubicBezTo>
                  <a:pt x="15012" y="12"/>
                  <a:pt x="15022" y="18"/>
                  <a:pt x="15030" y="27"/>
                </a:cubicBezTo>
                <a:cubicBezTo>
                  <a:pt x="15038" y="35"/>
                  <a:pt x="15045" y="45"/>
                  <a:pt x="15049" y="55"/>
                </a:cubicBezTo>
                <a:cubicBezTo>
                  <a:pt x="15054" y="66"/>
                  <a:pt x="15056" y="78"/>
                  <a:pt x="15056" y="90"/>
                </a:cubicBezTo>
                <a:lnTo>
                  <a:pt x="15056" y="4754"/>
                </a:lnTo>
                <a:cubicBezTo>
                  <a:pt x="15056" y="4766"/>
                  <a:pt x="15054" y="4777"/>
                  <a:pt x="15049" y="4788"/>
                </a:cubicBezTo>
                <a:cubicBezTo>
                  <a:pt x="15045" y="4799"/>
                  <a:pt x="15038" y="4809"/>
                  <a:pt x="15030" y="4817"/>
                </a:cubicBezTo>
                <a:cubicBezTo>
                  <a:pt x="15022" y="4826"/>
                  <a:pt x="15012" y="4832"/>
                  <a:pt x="15001" y="4837"/>
                </a:cubicBezTo>
                <a:cubicBezTo>
                  <a:pt x="14990" y="4841"/>
                  <a:pt x="14979" y="4843"/>
                  <a:pt x="14967" y="4843"/>
                </a:cubicBezTo>
                <a:lnTo>
                  <a:pt x="0" y="4843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428400" y="1552320"/>
            <a:ext cx="5438520" cy="18360"/>
          </a:xfrm>
          <a:custGeom>
            <a:avLst/>
            <a:gdLst/>
            <a:ahLst/>
            <a:rect l="0" t="0" r="r" b="b"/>
            <a:pathLst>
              <a:path w="15107" h="51">
                <a:moveTo>
                  <a:pt x="15088" y="51"/>
                </a:moveTo>
                <a:cubicBezTo>
                  <a:pt x="15087" y="51"/>
                  <a:pt x="15087" y="50"/>
                  <a:pt x="15087" y="50"/>
                </a:cubicBezTo>
                <a:cubicBezTo>
                  <a:pt x="15072" y="35"/>
                  <a:pt x="15054" y="28"/>
                  <a:pt x="15033" y="28"/>
                </a:cubicBezTo>
                <a:lnTo>
                  <a:pt x="132" y="28"/>
                </a:lnTo>
                <a:lnTo>
                  <a:pt x="0" y="1"/>
                </a:lnTo>
                <a:lnTo>
                  <a:pt x="0" y="0"/>
                </a:lnTo>
                <a:lnTo>
                  <a:pt x="15033" y="0"/>
                </a:lnTo>
                <a:cubicBezTo>
                  <a:pt x="15061" y="0"/>
                  <a:pt x="15085" y="10"/>
                  <a:pt x="15105" y="31"/>
                </a:cubicBezTo>
                <a:cubicBezTo>
                  <a:pt x="15106" y="32"/>
                  <a:pt x="15106" y="32"/>
                  <a:pt x="15107" y="33"/>
                </a:cubicBezTo>
                <a:lnTo>
                  <a:pt x="15088" y="51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428400" y="3287160"/>
            <a:ext cx="5438520" cy="18360"/>
          </a:xfrm>
          <a:custGeom>
            <a:avLst/>
            <a:gdLst/>
            <a:ahLst/>
            <a:rect l="0" t="0" r="r" b="b"/>
            <a:pathLst>
              <a:path w="15107" h="51">
                <a:moveTo>
                  <a:pt x="132" y="23"/>
                </a:moveTo>
                <a:lnTo>
                  <a:pt x="15033" y="23"/>
                </a:lnTo>
                <a:cubicBezTo>
                  <a:pt x="15054" y="23"/>
                  <a:pt x="15072" y="16"/>
                  <a:pt x="15087" y="1"/>
                </a:cubicBezTo>
                <a:cubicBezTo>
                  <a:pt x="15087" y="0"/>
                  <a:pt x="15087" y="0"/>
                  <a:pt x="15088" y="0"/>
                </a:cubicBezTo>
                <a:lnTo>
                  <a:pt x="15107" y="18"/>
                </a:lnTo>
                <a:cubicBezTo>
                  <a:pt x="15106" y="19"/>
                  <a:pt x="15106" y="19"/>
                  <a:pt x="15105" y="20"/>
                </a:cubicBezTo>
                <a:cubicBezTo>
                  <a:pt x="15085" y="40"/>
                  <a:pt x="15061" y="51"/>
                  <a:pt x="15033" y="51"/>
                </a:cubicBezTo>
                <a:lnTo>
                  <a:pt x="0" y="51"/>
                </a:lnTo>
                <a:lnTo>
                  <a:pt x="0" y="50"/>
                </a:lnTo>
                <a:lnTo>
                  <a:pt x="132" y="23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5859360" y="1563120"/>
            <a:ext cx="17640" cy="1731600"/>
          </a:xfrm>
          <a:custGeom>
            <a:avLst/>
            <a:gdLst/>
            <a:ahLst/>
            <a:rect l="0" t="0" r="r" b="b"/>
            <a:pathLst>
              <a:path w="49" h="4810">
                <a:moveTo>
                  <a:pt x="0" y="4791"/>
                </a:moveTo>
                <a:cubicBezTo>
                  <a:pt x="14" y="4776"/>
                  <a:pt x="23" y="4758"/>
                  <a:pt x="23" y="4737"/>
                </a:cubicBezTo>
                <a:lnTo>
                  <a:pt x="23" y="73"/>
                </a:lnTo>
                <a:cubicBezTo>
                  <a:pt x="23" y="52"/>
                  <a:pt x="14" y="34"/>
                  <a:pt x="0" y="19"/>
                </a:cubicBezTo>
                <a:lnTo>
                  <a:pt x="18" y="0"/>
                </a:lnTo>
                <a:cubicBezTo>
                  <a:pt x="39" y="20"/>
                  <a:pt x="49" y="44"/>
                  <a:pt x="49" y="73"/>
                </a:cubicBezTo>
                <a:lnTo>
                  <a:pt x="49" y="4737"/>
                </a:lnTo>
                <a:cubicBezTo>
                  <a:pt x="49" y="4765"/>
                  <a:pt x="39" y="4790"/>
                  <a:pt x="18" y="4810"/>
                </a:cubicBezTo>
                <a:lnTo>
                  <a:pt x="0" y="4791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760320" y="944640"/>
            <a:ext cx="166716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4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Identity Fusion</a:t>
            </a:r>
            <a:endParaRPr b="0" lang="en-US" sz="17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746640" y="1784160"/>
            <a:ext cx="2225880" cy="25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9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"Nelly, I am Heathcliff!"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697320" y="2128320"/>
            <a:ext cx="4722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This famous declaration signifies a </a:t>
            </a:r>
            <a:r>
              <a:rPr b="1" lang="en-US" sz="116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complete collapse of individual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697320" y="2366640"/>
            <a:ext cx="47250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6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identity</a:t>
            </a:r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. Unlike traditional romance, Catherine cannot conceive of a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697320" y="2604600"/>
            <a:ext cx="47721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universe where she exists without him. He is more "herself" than she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433080" y="3624120"/>
            <a:ext cx="343440" cy="343080"/>
          </a:xfrm>
          <a:custGeom>
            <a:avLst/>
            <a:gdLst/>
            <a:ahLst/>
            <a:rect l="0" t="0" r="r" b="b"/>
            <a:pathLst>
              <a:path w="954" h="953">
                <a:moveTo>
                  <a:pt x="0" y="761"/>
                </a:moveTo>
                <a:lnTo>
                  <a:pt x="0" y="191"/>
                </a:lnTo>
                <a:cubicBezTo>
                  <a:pt x="0" y="179"/>
                  <a:pt x="2" y="166"/>
                  <a:pt x="4" y="154"/>
                </a:cubicBezTo>
                <a:cubicBezTo>
                  <a:pt x="6" y="142"/>
                  <a:pt x="10" y="130"/>
                  <a:pt x="15" y="118"/>
                </a:cubicBezTo>
                <a:cubicBezTo>
                  <a:pt x="20" y="107"/>
                  <a:pt x="26" y="95"/>
                  <a:pt x="33" y="85"/>
                </a:cubicBezTo>
                <a:cubicBezTo>
                  <a:pt x="40" y="75"/>
                  <a:pt x="48" y="65"/>
                  <a:pt x="56" y="56"/>
                </a:cubicBezTo>
                <a:cubicBezTo>
                  <a:pt x="65" y="47"/>
                  <a:pt x="75" y="39"/>
                  <a:pt x="85" y="32"/>
                </a:cubicBezTo>
                <a:cubicBezTo>
                  <a:pt x="96" y="25"/>
                  <a:pt x="107" y="19"/>
                  <a:pt x="119" y="14"/>
                </a:cubicBezTo>
                <a:cubicBezTo>
                  <a:pt x="130" y="10"/>
                  <a:pt x="142" y="6"/>
                  <a:pt x="155" y="4"/>
                </a:cubicBezTo>
                <a:cubicBezTo>
                  <a:pt x="167" y="1"/>
                  <a:pt x="179" y="0"/>
                  <a:pt x="192" y="0"/>
                </a:cubicBezTo>
                <a:lnTo>
                  <a:pt x="762" y="0"/>
                </a:lnTo>
                <a:cubicBezTo>
                  <a:pt x="775" y="0"/>
                  <a:pt x="787" y="1"/>
                  <a:pt x="800" y="4"/>
                </a:cubicBezTo>
                <a:cubicBezTo>
                  <a:pt x="812" y="6"/>
                  <a:pt x="824" y="10"/>
                  <a:pt x="836" y="14"/>
                </a:cubicBezTo>
                <a:cubicBezTo>
                  <a:pt x="847" y="19"/>
                  <a:pt x="858" y="25"/>
                  <a:pt x="869" y="32"/>
                </a:cubicBezTo>
                <a:cubicBezTo>
                  <a:pt x="879" y="39"/>
                  <a:pt x="889" y="47"/>
                  <a:pt x="898" y="56"/>
                </a:cubicBezTo>
                <a:cubicBezTo>
                  <a:pt x="907" y="65"/>
                  <a:pt x="915" y="75"/>
                  <a:pt x="922" y="85"/>
                </a:cubicBezTo>
                <a:cubicBezTo>
                  <a:pt x="929" y="95"/>
                  <a:pt x="934" y="107"/>
                  <a:pt x="939" y="118"/>
                </a:cubicBezTo>
                <a:cubicBezTo>
                  <a:pt x="944" y="130"/>
                  <a:pt x="948" y="142"/>
                  <a:pt x="950" y="154"/>
                </a:cubicBezTo>
                <a:cubicBezTo>
                  <a:pt x="953" y="166"/>
                  <a:pt x="954" y="179"/>
                  <a:pt x="954" y="191"/>
                </a:cubicBezTo>
                <a:lnTo>
                  <a:pt x="954" y="761"/>
                </a:lnTo>
                <a:cubicBezTo>
                  <a:pt x="954" y="773"/>
                  <a:pt x="953" y="786"/>
                  <a:pt x="950" y="798"/>
                </a:cubicBezTo>
                <a:cubicBezTo>
                  <a:pt x="948" y="811"/>
                  <a:pt x="944" y="823"/>
                  <a:pt x="939" y="834"/>
                </a:cubicBezTo>
                <a:cubicBezTo>
                  <a:pt x="934" y="846"/>
                  <a:pt x="929" y="857"/>
                  <a:pt x="922" y="867"/>
                </a:cubicBezTo>
                <a:cubicBezTo>
                  <a:pt x="915" y="878"/>
                  <a:pt x="907" y="888"/>
                  <a:pt x="898" y="897"/>
                </a:cubicBezTo>
                <a:cubicBezTo>
                  <a:pt x="889" y="906"/>
                  <a:pt x="879" y="914"/>
                  <a:pt x="869" y="921"/>
                </a:cubicBezTo>
                <a:cubicBezTo>
                  <a:pt x="858" y="928"/>
                  <a:pt x="847" y="934"/>
                  <a:pt x="836" y="939"/>
                </a:cubicBezTo>
                <a:cubicBezTo>
                  <a:pt x="824" y="944"/>
                  <a:pt x="812" y="947"/>
                  <a:pt x="800" y="950"/>
                </a:cubicBezTo>
                <a:cubicBezTo>
                  <a:pt x="787" y="952"/>
                  <a:pt x="775" y="953"/>
                  <a:pt x="762" y="953"/>
                </a:cubicBezTo>
                <a:lnTo>
                  <a:pt x="192" y="953"/>
                </a:lnTo>
                <a:cubicBezTo>
                  <a:pt x="179" y="953"/>
                  <a:pt x="167" y="952"/>
                  <a:pt x="155" y="950"/>
                </a:cubicBezTo>
                <a:cubicBezTo>
                  <a:pt x="142" y="947"/>
                  <a:pt x="130" y="944"/>
                  <a:pt x="119" y="939"/>
                </a:cubicBezTo>
                <a:cubicBezTo>
                  <a:pt x="107" y="934"/>
                  <a:pt x="96" y="928"/>
                  <a:pt x="85" y="921"/>
                </a:cubicBezTo>
                <a:cubicBezTo>
                  <a:pt x="75" y="914"/>
                  <a:pt x="65" y="906"/>
                  <a:pt x="56" y="897"/>
                </a:cubicBezTo>
                <a:cubicBezTo>
                  <a:pt x="48" y="888"/>
                  <a:pt x="40" y="878"/>
                  <a:pt x="33" y="867"/>
                </a:cubicBezTo>
                <a:cubicBezTo>
                  <a:pt x="26" y="857"/>
                  <a:pt x="20" y="846"/>
                  <a:pt x="15" y="834"/>
                </a:cubicBezTo>
                <a:cubicBezTo>
                  <a:pt x="10" y="823"/>
                  <a:pt x="6" y="811"/>
                  <a:pt x="4" y="798"/>
                </a:cubicBezTo>
                <a:cubicBezTo>
                  <a:pt x="2" y="786"/>
                  <a:pt x="0" y="773"/>
                  <a:pt x="0" y="761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433080" y="3624120"/>
            <a:ext cx="343440" cy="343080"/>
          </a:xfrm>
          <a:custGeom>
            <a:avLst/>
            <a:gdLst/>
            <a:ahLst/>
            <a:rect l="0" t="0" r="r" b="b"/>
            <a:pathLst>
              <a:path fill="none" w="954" h="953">
                <a:moveTo>
                  <a:pt x="0" y="761"/>
                </a:moveTo>
                <a:lnTo>
                  <a:pt x="0" y="191"/>
                </a:lnTo>
                <a:cubicBezTo>
                  <a:pt x="0" y="179"/>
                  <a:pt x="2" y="166"/>
                  <a:pt x="4" y="154"/>
                </a:cubicBezTo>
                <a:cubicBezTo>
                  <a:pt x="6" y="142"/>
                  <a:pt x="10" y="130"/>
                  <a:pt x="15" y="118"/>
                </a:cubicBezTo>
                <a:cubicBezTo>
                  <a:pt x="20" y="107"/>
                  <a:pt x="26" y="95"/>
                  <a:pt x="33" y="85"/>
                </a:cubicBezTo>
                <a:cubicBezTo>
                  <a:pt x="40" y="75"/>
                  <a:pt x="48" y="65"/>
                  <a:pt x="56" y="56"/>
                </a:cubicBezTo>
                <a:cubicBezTo>
                  <a:pt x="65" y="47"/>
                  <a:pt x="75" y="39"/>
                  <a:pt x="85" y="32"/>
                </a:cubicBezTo>
                <a:cubicBezTo>
                  <a:pt x="96" y="25"/>
                  <a:pt x="107" y="19"/>
                  <a:pt x="119" y="14"/>
                </a:cubicBezTo>
                <a:cubicBezTo>
                  <a:pt x="130" y="10"/>
                  <a:pt x="142" y="6"/>
                  <a:pt x="155" y="4"/>
                </a:cubicBezTo>
                <a:cubicBezTo>
                  <a:pt x="167" y="1"/>
                  <a:pt x="179" y="0"/>
                  <a:pt x="192" y="0"/>
                </a:cubicBezTo>
                <a:lnTo>
                  <a:pt x="762" y="0"/>
                </a:lnTo>
                <a:cubicBezTo>
                  <a:pt x="775" y="0"/>
                  <a:pt x="787" y="1"/>
                  <a:pt x="800" y="4"/>
                </a:cubicBezTo>
                <a:cubicBezTo>
                  <a:pt x="812" y="6"/>
                  <a:pt x="824" y="10"/>
                  <a:pt x="836" y="14"/>
                </a:cubicBezTo>
                <a:cubicBezTo>
                  <a:pt x="847" y="19"/>
                  <a:pt x="858" y="25"/>
                  <a:pt x="869" y="32"/>
                </a:cubicBezTo>
                <a:cubicBezTo>
                  <a:pt x="879" y="39"/>
                  <a:pt x="889" y="47"/>
                  <a:pt x="898" y="56"/>
                </a:cubicBezTo>
                <a:cubicBezTo>
                  <a:pt x="907" y="65"/>
                  <a:pt x="915" y="75"/>
                  <a:pt x="922" y="85"/>
                </a:cubicBezTo>
                <a:cubicBezTo>
                  <a:pt x="929" y="95"/>
                  <a:pt x="934" y="107"/>
                  <a:pt x="939" y="118"/>
                </a:cubicBezTo>
                <a:cubicBezTo>
                  <a:pt x="944" y="130"/>
                  <a:pt x="948" y="142"/>
                  <a:pt x="950" y="154"/>
                </a:cubicBezTo>
                <a:cubicBezTo>
                  <a:pt x="953" y="166"/>
                  <a:pt x="954" y="179"/>
                  <a:pt x="954" y="191"/>
                </a:cubicBezTo>
                <a:lnTo>
                  <a:pt x="954" y="761"/>
                </a:lnTo>
                <a:cubicBezTo>
                  <a:pt x="954" y="773"/>
                  <a:pt x="953" y="786"/>
                  <a:pt x="950" y="798"/>
                </a:cubicBezTo>
                <a:cubicBezTo>
                  <a:pt x="948" y="811"/>
                  <a:pt x="944" y="823"/>
                  <a:pt x="939" y="834"/>
                </a:cubicBezTo>
                <a:cubicBezTo>
                  <a:pt x="934" y="846"/>
                  <a:pt x="929" y="857"/>
                  <a:pt x="922" y="867"/>
                </a:cubicBezTo>
                <a:cubicBezTo>
                  <a:pt x="915" y="878"/>
                  <a:pt x="907" y="888"/>
                  <a:pt x="898" y="897"/>
                </a:cubicBezTo>
                <a:cubicBezTo>
                  <a:pt x="889" y="906"/>
                  <a:pt x="879" y="914"/>
                  <a:pt x="869" y="921"/>
                </a:cubicBezTo>
                <a:cubicBezTo>
                  <a:pt x="858" y="928"/>
                  <a:pt x="847" y="934"/>
                  <a:pt x="836" y="939"/>
                </a:cubicBezTo>
                <a:cubicBezTo>
                  <a:pt x="824" y="944"/>
                  <a:pt x="812" y="947"/>
                  <a:pt x="800" y="950"/>
                </a:cubicBezTo>
                <a:cubicBezTo>
                  <a:pt x="787" y="952"/>
                  <a:pt x="775" y="953"/>
                  <a:pt x="762" y="953"/>
                </a:cubicBezTo>
                <a:lnTo>
                  <a:pt x="192" y="953"/>
                </a:lnTo>
                <a:cubicBezTo>
                  <a:pt x="179" y="953"/>
                  <a:pt x="167" y="952"/>
                  <a:pt x="155" y="950"/>
                </a:cubicBezTo>
                <a:cubicBezTo>
                  <a:pt x="142" y="947"/>
                  <a:pt x="130" y="944"/>
                  <a:pt x="119" y="939"/>
                </a:cubicBezTo>
                <a:cubicBezTo>
                  <a:pt x="107" y="934"/>
                  <a:pt x="96" y="928"/>
                  <a:pt x="85" y="921"/>
                </a:cubicBezTo>
                <a:cubicBezTo>
                  <a:pt x="75" y="914"/>
                  <a:pt x="65" y="906"/>
                  <a:pt x="56" y="897"/>
                </a:cubicBezTo>
                <a:cubicBezTo>
                  <a:pt x="48" y="888"/>
                  <a:pt x="40" y="878"/>
                  <a:pt x="33" y="867"/>
                </a:cubicBezTo>
                <a:cubicBezTo>
                  <a:pt x="26" y="857"/>
                  <a:pt x="20" y="846"/>
                  <a:pt x="15" y="834"/>
                </a:cubicBezTo>
                <a:cubicBezTo>
                  <a:pt x="10" y="823"/>
                  <a:pt x="6" y="811"/>
                  <a:pt x="4" y="798"/>
                </a:cubicBezTo>
                <a:cubicBezTo>
                  <a:pt x="2" y="786"/>
                  <a:pt x="0" y="773"/>
                  <a:pt x="0" y="761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523800" y="3714480"/>
            <a:ext cx="162360" cy="162360"/>
          </a:xfrm>
          <a:custGeom>
            <a:avLst/>
            <a:gdLst/>
            <a:ahLst/>
            <a:rect l="0" t="0" r="r" b="b"/>
            <a:pathLst>
              <a:path w="451" h="451">
                <a:moveTo>
                  <a:pt x="226" y="57"/>
                </a:moveTo>
                <a:cubicBezTo>
                  <a:pt x="272" y="57"/>
                  <a:pt x="310" y="94"/>
                  <a:pt x="310" y="141"/>
                </a:cubicBezTo>
                <a:cubicBezTo>
                  <a:pt x="310" y="188"/>
                  <a:pt x="272" y="225"/>
                  <a:pt x="226" y="225"/>
                </a:cubicBezTo>
                <a:cubicBezTo>
                  <a:pt x="179" y="225"/>
                  <a:pt x="141" y="264"/>
                  <a:pt x="141" y="311"/>
                </a:cubicBezTo>
                <a:cubicBezTo>
                  <a:pt x="141" y="357"/>
                  <a:pt x="179" y="395"/>
                  <a:pt x="226" y="395"/>
                </a:cubicBezTo>
                <a:cubicBezTo>
                  <a:pt x="133" y="395"/>
                  <a:pt x="56" y="320"/>
                  <a:pt x="56" y="225"/>
                </a:cubicBezTo>
                <a:cubicBezTo>
                  <a:pt x="56" y="132"/>
                  <a:pt x="133" y="57"/>
                  <a:pt x="226" y="57"/>
                </a:cubicBezTo>
                <a:moveTo>
                  <a:pt x="226" y="451"/>
                </a:moveTo>
                <a:cubicBezTo>
                  <a:pt x="241" y="451"/>
                  <a:pt x="255" y="450"/>
                  <a:pt x="270" y="447"/>
                </a:cubicBezTo>
                <a:cubicBezTo>
                  <a:pt x="284" y="444"/>
                  <a:pt x="298" y="440"/>
                  <a:pt x="312" y="434"/>
                </a:cubicBezTo>
                <a:cubicBezTo>
                  <a:pt x="326" y="429"/>
                  <a:pt x="339" y="422"/>
                  <a:pt x="351" y="414"/>
                </a:cubicBezTo>
                <a:cubicBezTo>
                  <a:pt x="363" y="405"/>
                  <a:pt x="375" y="396"/>
                  <a:pt x="385" y="386"/>
                </a:cubicBezTo>
                <a:cubicBezTo>
                  <a:pt x="395" y="375"/>
                  <a:pt x="405" y="364"/>
                  <a:pt x="413" y="351"/>
                </a:cubicBezTo>
                <a:cubicBezTo>
                  <a:pt x="421" y="339"/>
                  <a:pt x="428" y="326"/>
                  <a:pt x="434" y="312"/>
                </a:cubicBezTo>
                <a:cubicBezTo>
                  <a:pt x="439" y="299"/>
                  <a:pt x="444" y="285"/>
                  <a:pt x="447" y="270"/>
                </a:cubicBezTo>
                <a:cubicBezTo>
                  <a:pt x="449" y="255"/>
                  <a:pt x="451" y="240"/>
                  <a:pt x="451" y="225"/>
                </a:cubicBezTo>
                <a:cubicBezTo>
                  <a:pt x="451" y="211"/>
                  <a:pt x="449" y="196"/>
                  <a:pt x="447" y="181"/>
                </a:cubicBezTo>
                <a:cubicBezTo>
                  <a:pt x="444" y="167"/>
                  <a:pt x="439" y="153"/>
                  <a:pt x="434" y="139"/>
                </a:cubicBezTo>
                <a:cubicBezTo>
                  <a:pt x="428" y="126"/>
                  <a:pt x="421" y="113"/>
                  <a:pt x="413" y="100"/>
                </a:cubicBezTo>
                <a:cubicBezTo>
                  <a:pt x="405" y="88"/>
                  <a:pt x="395" y="77"/>
                  <a:pt x="385" y="66"/>
                </a:cubicBezTo>
                <a:cubicBezTo>
                  <a:pt x="375" y="56"/>
                  <a:pt x="363" y="46"/>
                  <a:pt x="351" y="38"/>
                </a:cubicBezTo>
                <a:cubicBezTo>
                  <a:pt x="339" y="30"/>
                  <a:pt x="326" y="23"/>
                  <a:pt x="312" y="17"/>
                </a:cubicBezTo>
                <a:cubicBezTo>
                  <a:pt x="298" y="12"/>
                  <a:pt x="284" y="7"/>
                  <a:pt x="270" y="5"/>
                </a:cubicBezTo>
                <a:cubicBezTo>
                  <a:pt x="255" y="2"/>
                  <a:pt x="241" y="0"/>
                  <a:pt x="226" y="0"/>
                </a:cubicBezTo>
                <a:cubicBezTo>
                  <a:pt x="211" y="0"/>
                  <a:pt x="196" y="2"/>
                  <a:pt x="182" y="5"/>
                </a:cubicBezTo>
                <a:cubicBezTo>
                  <a:pt x="167" y="7"/>
                  <a:pt x="153" y="12"/>
                  <a:pt x="140" y="17"/>
                </a:cubicBezTo>
                <a:cubicBezTo>
                  <a:pt x="126" y="23"/>
                  <a:pt x="112" y="30"/>
                  <a:pt x="100" y="38"/>
                </a:cubicBezTo>
                <a:cubicBezTo>
                  <a:pt x="87" y="46"/>
                  <a:pt x="76" y="56"/>
                  <a:pt x="66" y="66"/>
                </a:cubicBezTo>
                <a:cubicBezTo>
                  <a:pt x="55" y="77"/>
                  <a:pt x="46" y="88"/>
                  <a:pt x="38" y="100"/>
                </a:cubicBezTo>
                <a:cubicBezTo>
                  <a:pt x="29" y="113"/>
                  <a:pt x="22" y="126"/>
                  <a:pt x="17" y="139"/>
                </a:cubicBezTo>
                <a:cubicBezTo>
                  <a:pt x="11" y="153"/>
                  <a:pt x="7" y="167"/>
                  <a:pt x="4" y="181"/>
                </a:cubicBezTo>
                <a:cubicBezTo>
                  <a:pt x="1" y="196"/>
                  <a:pt x="0" y="211"/>
                  <a:pt x="0" y="225"/>
                </a:cubicBezTo>
                <a:cubicBezTo>
                  <a:pt x="0" y="240"/>
                  <a:pt x="1" y="255"/>
                  <a:pt x="4" y="270"/>
                </a:cubicBezTo>
                <a:cubicBezTo>
                  <a:pt x="7" y="285"/>
                  <a:pt x="11" y="299"/>
                  <a:pt x="17" y="312"/>
                </a:cubicBezTo>
                <a:cubicBezTo>
                  <a:pt x="22" y="326"/>
                  <a:pt x="29" y="339"/>
                  <a:pt x="38" y="351"/>
                </a:cubicBezTo>
                <a:cubicBezTo>
                  <a:pt x="46" y="364"/>
                  <a:pt x="55" y="375"/>
                  <a:pt x="66" y="386"/>
                </a:cubicBezTo>
                <a:cubicBezTo>
                  <a:pt x="76" y="396"/>
                  <a:pt x="87" y="405"/>
                  <a:pt x="100" y="414"/>
                </a:cubicBezTo>
                <a:cubicBezTo>
                  <a:pt x="112" y="422"/>
                  <a:pt x="126" y="429"/>
                  <a:pt x="140" y="434"/>
                </a:cubicBezTo>
                <a:cubicBezTo>
                  <a:pt x="153" y="440"/>
                  <a:pt x="167" y="444"/>
                  <a:pt x="182" y="447"/>
                </a:cubicBezTo>
                <a:cubicBezTo>
                  <a:pt x="196" y="450"/>
                  <a:pt x="211" y="451"/>
                  <a:pt x="226" y="451"/>
                </a:cubicBezTo>
                <a:moveTo>
                  <a:pt x="254" y="141"/>
                </a:moveTo>
                <a:cubicBezTo>
                  <a:pt x="254" y="133"/>
                  <a:pt x="251" y="127"/>
                  <a:pt x="246" y="121"/>
                </a:cubicBezTo>
                <a:cubicBezTo>
                  <a:pt x="240" y="116"/>
                  <a:pt x="234" y="113"/>
                  <a:pt x="226" y="113"/>
                </a:cubicBezTo>
                <a:cubicBezTo>
                  <a:pt x="218" y="113"/>
                  <a:pt x="211" y="116"/>
                  <a:pt x="206" y="121"/>
                </a:cubicBezTo>
                <a:cubicBezTo>
                  <a:pt x="200" y="127"/>
                  <a:pt x="198" y="133"/>
                  <a:pt x="198" y="141"/>
                </a:cubicBezTo>
                <a:cubicBezTo>
                  <a:pt x="198" y="149"/>
                  <a:pt x="200" y="155"/>
                  <a:pt x="206" y="161"/>
                </a:cubicBezTo>
                <a:cubicBezTo>
                  <a:pt x="211" y="166"/>
                  <a:pt x="218" y="169"/>
                  <a:pt x="226" y="169"/>
                </a:cubicBezTo>
                <a:cubicBezTo>
                  <a:pt x="234" y="169"/>
                  <a:pt x="240" y="166"/>
                  <a:pt x="246" y="161"/>
                </a:cubicBezTo>
                <a:cubicBezTo>
                  <a:pt x="251" y="155"/>
                  <a:pt x="254" y="149"/>
                  <a:pt x="254" y="141"/>
                </a:cubicBezTo>
                <a:moveTo>
                  <a:pt x="198" y="311"/>
                </a:moveTo>
                <a:cubicBezTo>
                  <a:pt x="198" y="303"/>
                  <a:pt x="200" y="296"/>
                  <a:pt x="206" y="291"/>
                </a:cubicBezTo>
                <a:cubicBezTo>
                  <a:pt x="211" y="285"/>
                  <a:pt x="218" y="283"/>
                  <a:pt x="226" y="283"/>
                </a:cubicBezTo>
                <a:cubicBezTo>
                  <a:pt x="234" y="283"/>
                  <a:pt x="240" y="285"/>
                  <a:pt x="246" y="291"/>
                </a:cubicBezTo>
                <a:cubicBezTo>
                  <a:pt x="251" y="296"/>
                  <a:pt x="254" y="303"/>
                  <a:pt x="254" y="311"/>
                </a:cubicBezTo>
                <a:cubicBezTo>
                  <a:pt x="254" y="319"/>
                  <a:pt x="251" y="325"/>
                  <a:pt x="246" y="331"/>
                </a:cubicBezTo>
                <a:cubicBezTo>
                  <a:pt x="240" y="336"/>
                  <a:pt x="234" y="339"/>
                  <a:pt x="226" y="339"/>
                </a:cubicBezTo>
                <a:cubicBezTo>
                  <a:pt x="218" y="339"/>
                  <a:pt x="211" y="336"/>
                  <a:pt x="206" y="331"/>
                </a:cubicBezTo>
                <a:cubicBezTo>
                  <a:pt x="200" y="325"/>
                  <a:pt x="198" y="319"/>
                  <a:pt x="198" y="311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697320" y="2842920"/>
            <a:ext cx="1494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is.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925920" y="3632760"/>
            <a:ext cx="1928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Two Halves of One Soul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925920" y="3919320"/>
            <a:ext cx="4600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Catherine describes her soul and Heathcliff's as being made of the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925920" y="4138200"/>
            <a:ext cx="48571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6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same substance</a:t>
            </a:r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, whereas Edgar's is as different as "moonbeam from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925920" y="4366800"/>
            <a:ext cx="44370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lightning." They are spiritual twins who reflect each other's wild,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433080" y="5119560"/>
            <a:ext cx="343440" cy="343080"/>
          </a:xfrm>
          <a:custGeom>
            <a:avLst/>
            <a:gdLst/>
            <a:ahLst/>
            <a:rect l="0" t="0" r="r" b="b"/>
            <a:pathLst>
              <a:path w="954" h="953">
                <a:moveTo>
                  <a:pt x="0" y="762"/>
                </a:moveTo>
                <a:lnTo>
                  <a:pt x="0" y="191"/>
                </a:lnTo>
                <a:cubicBezTo>
                  <a:pt x="0" y="179"/>
                  <a:pt x="2" y="166"/>
                  <a:pt x="4" y="154"/>
                </a:cubicBezTo>
                <a:cubicBezTo>
                  <a:pt x="6" y="142"/>
                  <a:pt x="10" y="130"/>
                  <a:pt x="15" y="118"/>
                </a:cubicBezTo>
                <a:cubicBezTo>
                  <a:pt x="20" y="106"/>
                  <a:pt x="26" y="95"/>
                  <a:pt x="33" y="85"/>
                </a:cubicBezTo>
                <a:cubicBezTo>
                  <a:pt x="40" y="75"/>
                  <a:pt x="48" y="65"/>
                  <a:pt x="56" y="56"/>
                </a:cubicBezTo>
                <a:cubicBezTo>
                  <a:pt x="65" y="47"/>
                  <a:pt x="75" y="39"/>
                  <a:pt x="85" y="32"/>
                </a:cubicBezTo>
                <a:cubicBezTo>
                  <a:pt x="96" y="25"/>
                  <a:pt x="107" y="19"/>
                  <a:pt x="119" y="14"/>
                </a:cubicBezTo>
                <a:cubicBezTo>
                  <a:pt x="130" y="10"/>
                  <a:pt x="142" y="6"/>
                  <a:pt x="155" y="4"/>
                </a:cubicBezTo>
                <a:cubicBezTo>
                  <a:pt x="167" y="1"/>
                  <a:pt x="179" y="0"/>
                  <a:pt x="192" y="0"/>
                </a:cubicBezTo>
                <a:lnTo>
                  <a:pt x="762" y="0"/>
                </a:lnTo>
                <a:cubicBezTo>
                  <a:pt x="775" y="0"/>
                  <a:pt x="787" y="1"/>
                  <a:pt x="800" y="4"/>
                </a:cubicBezTo>
                <a:cubicBezTo>
                  <a:pt x="812" y="6"/>
                  <a:pt x="824" y="10"/>
                  <a:pt x="836" y="14"/>
                </a:cubicBezTo>
                <a:cubicBezTo>
                  <a:pt x="847" y="19"/>
                  <a:pt x="858" y="25"/>
                  <a:pt x="869" y="32"/>
                </a:cubicBezTo>
                <a:cubicBezTo>
                  <a:pt x="879" y="39"/>
                  <a:pt x="889" y="47"/>
                  <a:pt x="898" y="56"/>
                </a:cubicBezTo>
                <a:cubicBezTo>
                  <a:pt x="907" y="65"/>
                  <a:pt x="915" y="75"/>
                  <a:pt x="922" y="85"/>
                </a:cubicBezTo>
                <a:cubicBezTo>
                  <a:pt x="929" y="95"/>
                  <a:pt x="934" y="106"/>
                  <a:pt x="939" y="118"/>
                </a:cubicBezTo>
                <a:cubicBezTo>
                  <a:pt x="944" y="130"/>
                  <a:pt x="948" y="142"/>
                  <a:pt x="950" y="154"/>
                </a:cubicBezTo>
                <a:cubicBezTo>
                  <a:pt x="953" y="166"/>
                  <a:pt x="954" y="179"/>
                  <a:pt x="954" y="191"/>
                </a:cubicBezTo>
                <a:lnTo>
                  <a:pt x="954" y="762"/>
                </a:lnTo>
                <a:cubicBezTo>
                  <a:pt x="954" y="774"/>
                  <a:pt x="953" y="787"/>
                  <a:pt x="950" y="799"/>
                </a:cubicBezTo>
                <a:cubicBezTo>
                  <a:pt x="948" y="812"/>
                  <a:pt x="944" y="823"/>
                  <a:pt x="939" y="835"/>
                </a:cubicBezTo>
                <a:cubicBezTo>
                  <a:pt x="934" y="847"/>
                  <a:pt x="929" y="858"/>
                  <a:pt x="922" y="868"/>
                </a:cubicBezTo>
                <a:cubicBezTo>
                  <a:pt x="915" y="879"/>
                  <a:pt x="907" y="888"/>
                  <a:pt x="898" y="897"/>
                </a:cubicBezTo>
                <a:cubicBezTo>
                  <a:pt x="889" y="906"/>
                  <a:pt x="879" y="914"/>
                  <a:pt x="869" y="921"/>
                </a:cubicBezTo>
                <a:cubicBezTo>
                  <a:pt x="858" y="928"/>
                  <a:pt x="847" y="934"/>
                  <a:pt x="836" y="939"/>
                </a:cubicBezTo>
                <a:cubicBezTo>
                  <a:pt x="824" y="944"/>
                  <a:pt x="812" y="947"/>
                  <a:pt x="800" y="950"/>
                </a:cubicBezTo>
                <a:cubicBezTo>
                  <a:pt x="787" y="952"/>
                  <a:pt x="775" y="953"/>
                  <a:pt x="762" y="953"/>
                </a:cubicBezTo>
                <a:lnTo>
                  <a:pt x="192" y="953"/>
                </a:lnTo>
                <a:cubicBezTo>
                  <a:pt x="179" y="953"/>
                  <a:pt x="167" y="952"/>
                  <a:pt x="155" y="950"/>
                </a:cubicBezTo>
                <a:cubicBezTo>
                  <a:pt x="142" y="947"/>
                  <a:pt x="130" y="944"/>
                  <a:pt x="119" y="939"/>
                </a:cubicBezTo>
                <a:cubicBezTo>
                  <a:pt x="107" y="934"/>
                  <a:pt x="96" y="928"/>
                  <a:pt x="85" y="921"/>
                </a:cubicBezTo>
                <a:cubicBezTo>
                  <a:pt x="75" y="914"/>
                  <a:pt x="65" y="906"/>
                  <a:pt x="56" y="897"/>
                </a:cubicBezTo>
                <a:cubicBezTo>
                  <a:pt x="48" y="888"/>
                  <a:pt x="40" y="879"/>
                  <a:pt x="33" y="868"/>
                </a:cubicBezTo>
                <a:cubicBezTo>
                  <a:pt x="26" y="858"/>
                  <a:pt x="20" y="847"/>
                  <a:pt x="15" y="835"/>
                </a:cubicBezTo>
                <a:cubicBezTo>
                  <a:pt x="10" y="823"/>
                  <a:pt x="6" y="812"/>
                  <a:pt x="4" y="799"/>
                </a:cubicBezTo>
                <a:cubicBezTo>
                  <a:pt x="2" y="787"/>
                  <a:pt x="0" y="774"/>
                  <a:pt x="0" y="762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433080" y="5119560"/>
            <a:ext cx="343440" cy="343080"/>
          </a:xfrm>
          <a:custGeom>
            <a:avLst/>
            <a:gdLst/>
            <a:ahLst/>
            <a:rect l="0" t="0" r="r" b="b"/>
            <a:pathLst>
              <a:path fill="none" w="954" h="953">
                <a:moveTo>
                  <a:pt x="0" y="762"/>
                </a:moveTo>
                <a:lnTo>
                  <a:pt x="0" y="191"/>
                </a:lnTo>
                <a:cubicBezTo>
                  <a:pt x="0" y="179"/>
                  <a:pt x="2" y="166"/>
                  <a:pt x="4" y="154"/>
                </a:cubicBezTo>
                <a:cubicBezTo>
                  <a:pt x="6" y="142"/>
                  <a:pt x="10" y="130"/>
                  <a:pt x="15" y="118"/>
                </a:cubicBezTo>
                <a:cubicBezTo>
                  <a:pt x="20" y="106"/>
                  <a:pt x="26" y="95"/>
                  <a:pt x="33" y="85"/>
                </a:cubicBezTo>
                <a:cubicBezTo>
                  <a:pt x="40" y="75"/>
                  <a:pt x="48" y="65"/>
                  <a:pt x="56" y="56"/>
                </a:cubicBezTo>
                <a:cubicBezTo>
                  <a:pt x="65" y="47"/>
                  <a:pt x="75" y="39"/>
                  <a:pt x="85" y="32"/>
                </a:cubicBezTo>
                <a:cubicBezTo>
                  <a:pt x="96" y="25"/>
                  <a:pt x="107" y="19"/>
                  <a:pt x="119" y="14"/>
                </a:cubicBezTo>
                <a:cubicBezTo>
                  <a:pt x="130" y="10"/>
                  <a:pt x="142" y="6"/>
                  <a:pt x="155" y="4"/>
                </a:cubicBezTo>
                <a:cubicBezTo>
                  <a:pt x="167" y="1"/>
                  <a:pt x="179" y="0"/>
                  <a:pt x="192" y="0"/>
                </a:cubicBezTo>
                <a:lnTo>
                  <a:pt x="762" y="0"/>
                </a:lnTo>
                <a:cubicBezTo>
                  <a:pt x="775" y="0"/>
                  <a:pt x="787" y="1"/>
                  <a:pt x="800" y="4"/>
                </a:cubicBezTo>
                <a:cubicBezTo>
                  <a:pt x="812" y="6"/>
                  <a:pt x="824" y="10"/>
                  <a:pt x="836" y="14"/>
                </a:cubicBezTo>
                <a:cubicBezTo>
                  <a:pt x="847" y="19"/>
                  <a:pt x="858" y="25"/>
                  <a:pt x="869" y="32"/>
                </a:cubicBezTo>
                <a:cubicBezTo>
                  <a:pt x="879" y="39"/>
                  <a:pt x="889" y="47"/>
                  <a:pt x="898" y="56"/>
                </a:cubicBezTo>
                <a:cubicBezTo>
                  <a:pt x="907" y="65"/>
                  <a:pt x="915" y="75"/>
                  <a:pt x="922" y="85"/>
                </a:cubicBezTo>
                <a:cubicBezTo>
                  <a:pt x="929" y="95"/>
                  <a:pt x="934" y="106"/>
                  <a:pt x="939" y="118"/>
                </a:cubicBezTo>
                <a:cubicBezTo>
                  <a:pt x="944" y="130"/>
                  <a:pt x="948" y="142"/>
                  <a:pt x="950" y="154"/>
                </a:cubicBezTo>
                <a:cubicBezTo>
                  <a:pt x="953" y="166"/>
                  <a:pt x="954" y="179"/>
                  <a:pt x="954" y="191"/>
                </a:cubicBezTo>
                <a:lnTo>
                  <a:pt x="954" y="762"/>
                </a:lnTo>
                <a:cubicBezTo>
                  <a:pt x="954" y="774"/>
                  <a:pt x="953" y="787"/>
                  <a:pt x="950" y="799"/>
                </a:cubicBezTo>
                <a:cubicBezTo>
                  <a:pt x="948" y="812"/>
                  <a:pt x="944" y="823"/>
                  <a:pt x="939" y="835"/>
                </a:cubicBezTo>
                <a:cubicBezTo>
                  <a:pt x="934" y="847"/>
                  <a:pt x="929" y="858"/>
                  <a:pt x="922" y="868"/>
                </a:cubicBezTo>
                <a:cubicBezTo>
                  <a:pt x="915" y="879"/>
                  <a:pt x="907" y="888"/>
                  <a:pt x="898" y="897"/>
                </a:cubicBezTo>
                <a:cubicBezTo>
                  <a:pt x="889" y="906"/>
                  <a:pt x="879" y="914"/>
                  <a:pt x="869" y="921"/>
                </a:cubicBezTo>
                <a:cubicBezTo>
                  <a:pt x="858" y="928"/>
                  <a:pt x="847" y="934"/>
                  <a:pt x="836" y="939"/>
                </a:cubicBezTo>
                <a:cubicBezTo>
                  <a:pt x="824" y="944"/>
                  <a:pt x="812" y="947"/>
                  <a:pt x="800" y="950"/>
                </a:cubicBezTo>
                <a:cubicBezTo>
                  <a:pt x="787" y="952"/>
                  <a:pt x="775" y="953"/>
                  <a:pt x="762" y="953"/>
                </a:cubicBezTo>
                <a:lnTo>
                  <a:pt x="192" y="953"/>
                </a:lnTo>
                <a:cubicBezTo>
                  <a:pt x="179" y="953"/>
                  <a:pt x="167" y="952"/>
                  <a:pt x="155" y="950"/>
                </a:cubicBezTo>
                <a:cubicBezTo>
                  <a:pt x="142" y="947"/>
                  <a:pt x="130" y="944"/>
                  <a:pt x="119" y="939"/>
                </a:cubicBezTo>
                <a:cubicBezTo>
                  <a:pt x="107" y="934"/>
                  <a:pt x="96" y="928"/>
                  <a:pt x="85" y="921"/>
                </a:cubicBezTo>
                <a:cubicBezTo>
                  <a:pt x="75" y="914"/>
                  <a:pt x="65" y="906"/>
                  <a:pt x="56" y="897"/>
                </a:cubicBezTo>
                <a:cubicBezTo>
                  <a:pt x="48" y="888"/>
                  <a:pt x="40" y="879"/>
                  <a:pt x="33" y="868"/>
                </a:cubicBezTo>
                <a:cubicBezTo>
                  <a:pt x="26" y="858"/>
                  <a:pt x="20" y="847"/>
                  <a:pt x="15" y="835"/>
                </a:cubicBezTo>
                <a:cubicBezTo>
                  <a:pt x="10" y="823"/>
                  <a:pt x="6" y="812"/>
                  <a:pt x="4" y="799"/>
                </a:cubicBezTo>
                <a:cubicBezTo>
                  <a:pt x="2" y="787"/>
                  <a:pt x="0" y="774"/>
                  <a:pt x="0" y="762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533160" y="5209920"/>
            <a:ext cx="142200" cy="162360"/>
          </a:xfrm>
          <a:custGeom>
            <a:avLst/>
            <a:gdLst/>
            <a:ahLst/>
            <a:rect l="0" t="0" r="r" b="b"/>
            <a:pathLst>
              <a:path w="395" h="451">
                <a:moveTo>
                  <a:pt x="140" y="5"/>
                </a:moveTo>
                <a:cubicBezTo>
                  <a:pt x="147" y="-1"/>
                  <a:pt x="158" y="-1"/>
                  <a:pt x="164" y="5"/>
                </a:cubicBezTo>
                <a:cubicBezTo>
                  <a:pt x="189" y="28"/>
                  <a:pt x="211" y="53"/>
                  <a:pt x="233" y="79"/>
                </a:cubicBezTo>
                <a:cubicBezTo>
                  <a:pt x="242" y="66"/>
                  <a:pt x="253" y="53"/>
                  <a:pt x="265" y="41"/>
                </a:cubicBezTo>
                <a:cubicBezTo>
                  <a:pt x="272" y="35"/>
                  <a:pt x="283" y="35"/>
                  <a:pt x="291" y="41"/>
                </a:cubicBezTo>
                <a:cubicBezTo>
                  <a:pt x="321" y="70"/>
                  <a:pt x="347" y="109"/>
                  <a:pt x="365" y="146"/>
                </a:cubicBezTo>
                <a:cubicBezTo>
                  <a:pt x="383" y="182"/>
                  <a:pt x="395" y="219"/>
                  <a:pt x="395" y="244"/>
                </a:cubicBezTo>
                <a:cubicBezTo>
                  <a:pt x="395" y="357"/>
                  <a:pt x="307" y="451"/>
                  <a:pt x="197" y="451"/>
                </a:cubicBezTo>
                <a:cubicBezTo>
                  <a:pt x="87" y="451"/>
                  <a:pt x="0" y="356"/>
                  <a:pt x="0" y="244"/>
                </a:cubicBezTo>
                <a:cubicBezTo>
                  <a:pt x="0" y="211"/>
                  <a:pt x="16" y="169"/>
                  <a:pt x="40" y="129"/>
                </a:cubicBezTo>
                <a:cubicBezTo>
                  <a:pt x="65" y="86"/>
                  <a:pt x="99" y="43"/>
                  <a:pt x="140" y="5"/>
                </a:cubicBezTo>
                <a:moveTo>
                  <a:pt x="198" y="367"/>
                </a:moveTo>
                <a:cubicBezTo>
                  <a:pt x="221" y="367"/>
                  <a:pt x="240" y="361"/>
                  <a:pt x="259" y="348"/>
                </a:cubicBezTo>
                <a:cubicBezTo>
                  <a:pt x="297" y="323"/>
                  <a:pt x="307" y="271"/>
                  <a:pt x="284" y="230"/>
                </a:cubicBezTo>
                <a:cubicBezTo>
                  <a:pt x="280" y="222"/>
                  <a:pt x="270" y="222"/>
                  <a:pt x="264" y="229"/>
                </a:cubicBezTo>
                <a:lnTo>
                  <a:pt x="242" y="254"/>
                </a:lnTo>
                <a:cubicBezTo>
                  <a:pt x="236" y="261"/>
                  <a:pt x="225" y="261"/>
                  <a:pt x="220" y="254"/>
                </a:cubicBezTo>
                <a:cubicBezTo>
                  <a:pt x="205" y="235"/>
                  <a:pt x="180" y="203"/>
                  <a:pt x="165" y="184"/>
                </a:cubicBezTo>
                <a:cubicBezTo>
                  <a:pt x="159" y="177"/>
                  <a:pt x="149" y="177"/>
                  <a:pt x="143" y="184"/>
                </a:cubicBezTo>
                <a:cubicBezTo>
                  <a:pt x="113" y="221"/>
                  <a:pt x="98" y="245"/>
                  <a:pt x="98" y="271"/>
                </a:cubicBezTo>
                <a:cubicBezTo>
                  <a:pt x="99" y="331"/>
                  <a:pt x="143" y="367"/>
                  <a:pt x="198" y="367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925920" y="4586040"/>
            <a:ext cx="1509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unrefined true selves.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925920" y="5128200"/>
            <a:ext cx="1571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A Tormented Unity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925920" y="5414760"/>
            <a:ext cx="4633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Their connection is not soothing but </a:t>
            </a:r>
            <a:r>
              <a:rPr b="1" lang="en-US" sz="116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fiery and rebellious</a:t>
            </a:r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. Because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925920" y="5633640"/>
            <a:ext cx="4405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they are the same, they possess an innate knowledge of how to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925920" y="5862240"/>
            <a:ext cx="47815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destroy one another, making their bond a source of both sustenance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6328800" y="990360"/>
            <a:ext cx="166320" cy="221400"/>
          </a:xfrm>
          <a:custGeom>
            <a:avLst/>
            <a:gdLst/>
            <a:ahLst/>
            <a:rect l="0" t="0" r="r" b="b"/>
            <a:pathLst>
              <a:path w="462" h="615">
                <a:moveTo>
                  <a:pt x="382" y="55"/>
                </a:moveTo>
                <a:cubicBezTo>
                  <a:pt x="389" y="38"/>
                  <a:pt x="383" y="19"/>
                  <a:pt x="369" y="8"/>
                </a:cubicBezTo>
                <a:cubicBezTo>
                  <a:pt x="354" y="-3"/>
                  <a:pt x="334" y="-2"/>
                  <a:pt x="321" y="10"/>
                </a:cubicBezTo>
                <a:lnTo>
                  <a:pt x="13" y="279"/>
                </a:lnTo>
                <a:cubicBezTo>
                  <a:pt x="1" y="290"/>
                  <a:pt x="-3" y="307"/>
                  <a:pt x="2" y="322"/>
                </a:cubicBezTo>
                <a:cubicBezTo>
                  <a:pt x="8" y="337"/>
                  <a:pt x="22" y="347"/>
                  <a:pt x="38" y="347"/>
                </a:cubicBezTo>
                <a:lnTo>
                  <a:pt x="173" y="347"/>
                </a:lnTo>
                <a:lnTo>
                  <a:pt x="80" y="562"/>
                </a:lnTo>
                <a:cubicBezTo>
                  <a:pt x="73" y="578"/>
                  <a:pt x="78" y="598"/>
                  <a:pt x="92" y="608"/>
                </a:cubicBezTo>
                <a:cubicBezTo>
                  <a:pt x="107" y="619"/>
                  <a:pt x="127" y="618"/>
                  <a:pt x="141" y="606"/>
                </a:cubicBezTo>
                <a:lnTo>
                  <a:pt x="448" y="337"/>
                </a:lnTo>
                <a:cubicBezTo>
                  <a:pt x="460" y="327"/>
                  <a:pt x="465" y="310"/>
                  <a:pt x="459" y="295"/>
                </a:cubicBezTo>
                <a:cubicBezTo>
                  <a:pt x="453" y="280"/>
                  <a:pt x="439" y="270"/>
                  <a:pt x="423" y="270"/>
                </a:cubicBezTo>
                <a:lnTo>
                  <a:pt x="289" y="270"/>
                </a:lnTo>
                <a:lnTo>
                  <a:pt x="382" y="55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925920" y="6081480"/>
            <a:ext cx="13291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and immense pain.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7119720" y="1471320"/>
            <a:ext cx="3848400" cy="2200680"/>
          </a:xfrm>
          <a:custGeom>
            <a:avLst/>
            <a:gdLst/>
            <a:ahLst/>
            <a:rect l="0" t="0" r="r" b="b"/>
            <a:pathLst>
              <a:path w="10690" h="6113">
                <a:moveTo>
                  <a:pt x="0" y="6024"/>
                </a:moveTo>
                <a:lnTo>
                  <a:pt x="0" y="89"/>
                </a:lnTo>
                <a:cubicBezTo>
                  <a:pt x="0" y="78"/>
                  <a:pt x="2" y="66"/>
                  <a:pt x="7" y="55"/>
                </a:cubicBezTo>
                <a:cubicBezTo>
                  <a:pt x="11" y="44"/>
                  <a:pt x="18" y="35"/>
                  <a:pt x="26" y="26"/>
                </a:cubicBezTo>
                <a:cubicBezTo>
                  <a:pt x="35" y="18"/>
                  <a:pt x="44" y="12"/>
                  <a:pt x="55" y="7"/>
                </a:cubicBezTo>
                <a:cubicBezTo>
                  <a:pt x="66" y="3"/>
                  <a:pt x="77" y="0"/>
                  <a:pt x="89" y="0"/>
                </a:cubicBezTo>
                <a:lnTo>
                  <a:pt x="10601" y="0"/>
                </a:lnTo>
                <a:cubicBezTo>
                  <a:pt x="10613" y="0"/>
                  <a:pt x="10624" y="3"/>
                  <a:pt x="10635" y="7"/>
                </a:cubicBezTo>
                <a:cubicBezTo>
                  <a:pt x="10646" y="12"/>
                  <a:pt x="10656" y="18"/>
                  <a:pt x="10664" y="26"/>
                </a:cubicBezTo>
                <a:cubicBezTo>
                  <a:pt x="10673" y="35"/>
                  <a:pt x="10679" y="44"/>
                  <a:pt x="10683" y="55"/>
                </a:cubicBezTo>
                <a:cubicBezTo>
                  <a:pt x="10688" y="66"/>
                  <a:pt x="10690" y="78"/>
                  <a:pt x="10690" y="89"/>
                </a:cubicBezTo>
                <a:lnTo>
                  <a:pt x="10690" y="6024"/>
                </a:lnTo>
                <a:cubicBezTo>
                  <a:pt x="10690" y="6036"/>
                  <a:pt x="10688" y="6047"/>
                  <a:pt x="10683" y="6058"/>
                </a:cubicBezTo>
                <a:cubicBezTo>
                  <a:pt x="10679" y="6069"/>
                  <a:pt x="10673" y="6079"/>
                  <a:pt x="10664" y="6087"/>
                </a:cubicBezTo>
                <a:cubicBezTo>
                  <a:pt x="10656" y="6095"/>
                  <a:pt x="10646" y="6102"/>
                  <a:pt x="10635" y="6106"/>
                </a:cubicBezTo>
                <a:cubicBezTo>
                  <a:pt x="10624" y="6111"/>
                  <a:pt x="10613" y="6113"/>
                  <a:pt x="10601" y="6113"/>
                </a:cubicBezTo>
                <a:lnTo>
                  <a:pt x="89" y="6113"/>
                </a:lnTo>
                <a:cubicBezTo>
                  <a:pt x="77" y="6113"/>
                  <a:pt x="66" y="6111"/>
                  <a:pt x="55" y="6106"/>
                </a:cubicBezTo>
                <a:cubicBezTo>
                  <a:pt x="44" y="6102"/>
                  <a:pt x="35" y="6095"/>
                  <a:pt x="26" y="6087"/>
                </a:cubicBezTo>
                <a:cubicBezTo>
                  <a:pt x="18" y="6079"/>
                  <a:pt x="11" y="6069"/>
                  <a:pt x="7" y="6058"/>
                </a:cubicBezTo>
                <a:cubicBezTo>
                  <a:pt x="2" y="6047"/>
                  <a:pt x="0" y="6036"/>
                  <a:pt x="0" y="602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7119720" y="1471320"/>
            <a:ext cx="3848400" cy="2200680"/>
          </a:xfrm>
          <a:custGeom>
            <a:avLst/>
            <a:gdLst/>
            <a:ahLst/>
            <a:rect l="0" t="0" r="r" b="b"/>
            <a:pathLst>
              <a:path fill="none" w="10690" h="6113">
                <a:moveTo>
                  <a:pt x="0" y="6024"/>
                </a:moveTo>
                <a:lnTo>
                  <a:pt x="0" y="89"/>
                </a:lnTo>
                <a:cubicBezTo>
                  <a:pt x="0" y="78"/>
                  <a:pt x="2" y="66"/>
                  <a:pt x="7" y="55"/>
                </a:cubicBezTo>
                <a:cubicBezTo>
                  <a:pt x="11" y="44"/>
                  <a:pt x="18" y="35"/>
                  <a:pt x="26" y="26"/>
                </a:cubicBezTo>
                <a:cubicBezTo>
                  <a:pt x="35" y="18"/>
                  <a:pt x="44" y="12"/>
                  <a:pt x="55" y="7"/>
                </a:cubicBezTo>
                <a:cubicBezTo>
                  <a:pt x="66" y="3"/>
                  <a:pt x="77" y="0"/>
                  <a:pt x="89" y="0"/>
                </a:cubicBezTo>
                <a:lnTo>
                  <a:pt x="10601" y="0"/>
                </a:lnTo>
                <a:cubicBezTo>
                  <a:pt x="10613" y="0"/>
                  <a:pt x="10624" y="3"/>
                  <a:pt x="10635" y="7"/>
                </a:cubicBezTo>
                <a:cubicBezTo>
                  <a:pt x="10646" y="12"/>
                  <a:pt x="10656" y="18"/>
                  <a:pt x="10664" y="26"/>
                </a:cubicBezTo>
                <a:cubicBezTo>
                  <a:pt x="10673" y="35"/>
                  <a:pt x="10679" y="44"/>
                  <a:pt x="10683" y="55"/>
                </a:cubicBezTo>
                <a:cubicBezTo>
                  <a:pt x="10688" y="66"/>
                  <a:pt x="10690" y="78"/>
                  <a:pt x="10690" y="89"/>
                </a:cubicBezTo>
                <a:lnTo>
                  <a:pt x="10690" y="6024"/>
                </a:lnTo>
                <a:cubicBezTo>
                  <a:pt x="10690" y="6036"/>
                  <a:pt x="10688" y="6047"/>
                  <a:pt x="10683" y="6058"/>
                </a:cubicBezTo>
                <a:cubicBezTo>
                  <a:pt x="10679" y="6069"/>
                  <a:pt x="10673" y="6079"/>
                  <a:pt x="10664" y="6087"/>
                </a:cubicBezTo>
                <a:cubicBezTo>
                  <a:pt x="10656" y="6095"/>
                  <a:pt x="10646" y="6102"/>
                  <a:pt x="10635" y="6106"/>
                </a:cubicBezTo>
                <a:cubicBezTo>
                  <a:pt x="10624" y="6111"/>
                  <a:pt x="10613" y="6113"/>
                  <a:pt x="10601" y="6113"/>
                </a:cubicBezTo>
                <a:lnTo>
                  <a:pt x="89" y="6113"/>
                </a:lnTo>
                <a:cubicBezTo>
                  <a:pt x="77" y="6113"/>
                  <a:pt x="66" y="6111"/>
                  <a:pt x="55" y="6106"/>
                </a:cubicBezTo>
                <a:cubicBezTo>
                  <a:pt x="44" y="6102"/>
                  <a:pt x="35" y="6095"/>
                  <a:pt x="26" y="6087"/>
                </a:cubicBezTo>
                <a:cubicBezTo>
                  <a:pt x="18" y="6079"/>
                  <a:pt x="11" y="6069"/>
                  <a:pt x="7" y="6058"/>
                </a:cubicBezTo>
                <a:cubicBezTo>
                  <a:pt x="2" y="6047"/>
                  <a:pt x="0" y="6036"/>
                  <a:pt x="0" y="6024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7" name="" descr=""/>
          <p:cNvPicPr/>
          <p:nvPr/>
        </p:nvPicPr>
        <p:blipFill>
          <a:blip r:embed="rId1"/>
          <a:stretch/>
        </p:blipFill>
        <p:spPr>
          <a:xfrm>
            <a:off x="7153200" y="1514520"/>
            <a:ext cx="3771360" cy="211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8" name=""/>
          <p:cNvSpPr/>
          <p:nvPr/>
        </p:nvSpPr>
        <p:spPr>
          <a:xfrm>
            <a:off x="6319800" y="3900240"/>
            <a:ext cx="343080" cy="343440"/>
          </a:xfrm>
          <a:custGeom>
            <a:avLst/>
            <a:gdLst/>
            <a:ahLst/>
            <a:rect l="0" t="0" r="r" b="b"/>
            <a:pathLst>
              <a:path w="953" h="954">
                <a:moveTo>
                  <a:pt x="0" y="762"/>
                </a:moveTo>
                <a:lnTo>
                  <a:pt x="0" y="193"/>
                </a:lnTo>
                <a:cubicBezTo>
                  <a:pt x="0" y="180"/>
                  <a:pt x="1" y="168"/>
                  <a:pt x="3" y="155"/>
                </a:cubicBezTo>
                <a:cubicBezTo>
                  <a:pt x="6" y="143"/>
                  <a:pt x="9" y="131"/>
                  <a:pt x="14" y="119"/>
                </a:cubicBezTo>
                <a:cubicBezTo>
                  <a:pt x="19" y="107"/>
                  <a:pt x="25" y="96"/>
                  <a:pt x="32" y="85"/>
                </a:cubicBezTo>
                <a:cubicBezTo>
                  <a:pt x="39" y="75"/>
                  <a:pt x="47" y="65"/>
                  <a:pt x="56" y="56"/>
                </a:cubicBezTo>
                <a:cubicBezTo>
                  <a:pt x="66" y="47"/>
                  <a:pt x="75" y="39"/>
                  <a:pt x="86" y="32"/>
                </a:cubicBezTo>
                <a:cubicBezTo>
                  <a:pt x="96" y="25"/>
                  <a:pt x="107" y="20"/>
                  <a:pt x="119" y="15"/>
                </a:cubicBezTo>
                <a:cubicBezTo>
                  <a:pt x="130" y="10"/>
                  <a:pt x="142" y="6"/>
                  <a:pt x="155" y="4"/>
                </a:cubicBezTo>
                <a:cubicBezTo>
                  <a:pt x="167" y="1"/>
                  <a:pt x="180" y="0"/>
                  <a:pt x="192" y="0"/>
                </a:cubicBezTo>
                <a:lnTo>
                  <a:pt x="762" y="0"/>
                </a:lnTo>
                <a:cubicBezTo>
                  <a:pt x="774" y="0"/>
                  <a:pt x="787" y="1"/>
                  <a:pt x="799" y="4"/>
                </a:cubicBezTo>
                <a:cubicBezTo>
                  <a:pt x="811" y="6"/>
                  <a:pt x="823" y="10"/>
                  <a:pt x="835" y="15"/>
                </a:cubicBezTo>
                <a:cubicBezTo>
                  <a:pt x="846" y="20"/>
                  <a:pt x="858" y="25"/>
                  <a:pt x="868" y="32"/>
                </a:cubicBezTo>
                <a:cubicBezTo>
                  <a:pt x="878" y="39"/>
                  <a:pt x="888" y="47"/>
                  <a:pt x="897" y="56"/>
                </a:cubicBezTo>
                <a:cubicBezTo>
                  <a:pt x="906" y="65"/>
                  <a:pt x="914" y="75"/>
                  <a:pt x="921" y="85"/>
                </a:cubicBezTo>
                <a:cubicBezTo>
                  <a:pt x="928" y="96"/>
                  <a:pt x="934" y="107"/>
                  <a:pt x="939" y="119"/>
                </a:cubicBezTo>
                <a:cubicBezTo>
                  <a:pt x="943" y="131"/>
                  <a:pt x="947" y="143"/>
                  <a:pt x="949" y="155"/>
                </a:cubicBezTo>
                <a:cubicBezTo>
                  <a:pt x="952" y="168"/>
                  <a:pt x="953" y="180"/>
                  <a:pt x="953" y="193"/>
                </a:cubicBezTo>
                <a:lnTo>
                  <a:pt x="953" y="762"/>
                </a:lnTo>
                <a:cubicBezTo>
                  <a:pt x="953" y="775"/>
                  <a:pt x="952" y="787"/>
                  <a:pt x="949" y="800"/>
                </a:cubicBezTo>
                <a:cubicBezTo>
                  <a:pt x="947" y="812"/>
                  <a:pt x="943" y="824"/>
                  <a:pt x="939" y="835"/>
                </a:cubicBezTo>
                <a:cubicBezTo>
                  <a:pt x="934" y="847"/>
                  <a:pt x="928" y="858"/>
                  <a:pt x="921" y="869"/>
                </a:cubicBezTo>
                <a:cubicBezTo>
                  <a:pt x="914" y="879"/>
                  <a:pt x="906" y="889"/>
                  <a:pt x="897" y="898"/>
                </a:cubicBezTo>
                <a:cubicBezTo>
                  <a:pt x="888" y="906"/>
                  <a:pt x="878" y="914"/>
                  <a:pt x="868" y="921"/>
                </a:cubicBezTo>
                <a:cubicBezTo>
                  <a:pt x="858" y="928"/>
                  <a:pt x="846" y="934"/>
                  <a:pt x="835" y="939"/>
                </a:cubicBezTo>
                <a:cubicBezTo>
                  <a:pt x="823" y="944"/>
                  <a:pt x="811" y="948"/>
                  <a:pt x="799" y="950"/>
                </a:cubicBezTo>
                <a:cubicBezTo>
                  <a:pt x="787" y="952"/>
                  <a:pt x="774" y="954"/>
                  <a:pt x="762" y="954"/>
                </a:cubicBezTo>
                <a:lnTo>
                  <a:pt x="192" y="954"/>
                </a:lnTo>
                <a:cubicBezTo>
                  <a:pt x="180" y="954"/>
                  <a:pt x="167" y="952"/>
                  <a:pt x="155" y="950"/>
                </a:cubicBezTo>
                <a:cubicBezTo>
                  <a:pt x="142" y="948"/>
                  <a:pt x="130" y="944"/>
                  <a:pt x="119" y="939"/>
                </a:cubicBezTo>
                <a:cubicBezTo>
                  <a:pt x="107" y="934"/>
                  <a:pt x="96" y="928"/>
                  <a:pt x="86" y="921"/>
                </a:cubicBezTo>
                <a:cubicBezTo>
                  <a:pt x="75" y="914"/>
                  <a:pt x="66" y="906"/>
                  <a:pt x="56" y="898"/>
                </a:cubicBezTo>
                <a:cubicBezTo>
                  <a:pt x="47" y="889"/>
                  <a:pt x="39" y="879"/>
                  <a:pt x="32" y="869"/>
                </a:cubicBezTo>
                <a:cubicBezTo>
                  <a:pt x="25" y="858"/>
                  <a:pt x="19" y="847"/>
                  <a:pt x="14" y="835"/>
                </a:cubicBezTo>
                <a:cubicBezTo>
                  <a:pt x="9" y="824"/>
                  <a:pt x="6" y="812"/>
                  <a:pt x="3" y="800"/>
                </a:cubicBezTo>
                <a:cubicBezTo>
                  <a:pt x="1" y="787"/>
                  <a:pt x="0" y="775"/>
                  <a:pt x="0" y="762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6319800" y="3900240"/>
            <a:ext cx="343080" cy="343440"/>
          </a:xfrm>
          <a:custGeom>
            <a:avLst/>
            <a:gdLst/>
            <a:ahLst/>
            <a:rect l="0" t="0" r="r" b="b"/>
            <a:pathLst>
              <a:path fill="none" w="953" h="954">
                <a:moveTo>
                  <a:pt x="0" y="762"/>
                </a:moveTo>
                <a:lnTo>
                  <a:pt x="0" y="193"/>
                </a:lnTo>
                <a:cubicBezTo>
                  <a:pt x="0" y="180"/>
                  <a:pt x="1" y="168"/>
                  <a:pt x="3" y="155"/>
                </a:cubicBezTo>
                <a:cubicBezTo>
                  <a:pt x="6" y="143"/>
                  <a:pt x="9" y="131"/>
                  <a:pt x="14" y="119"/>
                </a:cubicBezTo>
                <a:cubicBezTo>
                  <a:pt x="19" y="107"/>
                  <a:pt x="25" y="96"/>
                  <a:pt x="32" y="85"/>
                </a:cubicBezTo>
                <a:cubicBezTo>
                  <a:pt x="39" y="75"/>
                  <a:pt x="47" y="65"/>
                  <a:pt x="56" y="56"/>
                </a:cubicBezTo>
                <a:cubicBezTo>
                  <a:pt x="66" y="47"/>
                  <a:pt x="75" y="39"/>
                  <a:pt x="86" y="32"/>
                </a:cubicBezTo>
                <a:cubicBezTo>
                  <a:pt x="96" y="25"/>
                  <a:pt x="107" y="20"/>
                  <a:pt x="119" y="15"/>
                </a:cubicBezTo>
                <a:cubicBezTo>
                  <a:pt x="130" y="10"/>
                  <a:pt x="142" y="6"/>
                  <a:pt x="155" y="4"/>
                </a:cubicBezTo>
                <a:cubicBezTo>
                  <a:pt x="167" y="1"/>
                  <a:pt x="180" y="0"/>
                  <a:pt x="192" y="0"/>
                </a:cubicBezTo>
                <a:lnTo>
                  <a:pt x="762" y="0"/>
                </a:lnTo>
                <a:cubicBezTo>
                  <a:pt x="774" y="0"/>
                  <a:pt x="787" y="1"/>
                  <a:pt x="799" y="4"/>
                </a:cubicBezTo>
                <a:cubicBezTo>
                  <a:pt x="811" y="6"/>
                  <a:pt x="823" y="10"/>
                  <a:pt x="835" y="15"/>
                </a:cubicBezTo>
                <a:cubicBezTo>
                  <a:pt x="846" y="20"/>
                  <a:pt x="858" y="25"/>
                  <a:pt x="868" y="32"/>
                </a:cubicBezTo>
                <a:cubicBezTo>
                  <a:pt x="878" y="39"/>
                  <a:pt x="888" y="47"/>
                  <a:pt x="897" y="56"/>
                </a:cubicBezTo>
                <a:cubicBezTo>
                  <a:pt x="906" y="65"/>
                  <a:pt x="914" y="75"/>
                  <a:pt x="921" y="85"/>
                </a:cubicBezTo>
                <a:cubicBezTo>
                  <a:pt x="928" y="96"/>
                  <a:pt x="934" y="107"/>
                  <a:pt x="939" y="119"/>
                </a:cubicBezTo>
                <a:cubicBezTo>
                  <a:pt x="943" y="131"/>
                  <a:pt x="947" y="143"/>
                  <a:pt x="949" y="155"/>
                </a:cubicBezTo>
                <a:cubicBezTo>
                  <a:pt x="952" y="168"/>
                  <a:pt x="953" y="180"/>
                  <a:pt x="953" y="193"/>
                </a:cubicBezTo>
                <a:lnTo>
                  <a:pt x="953" y="762"/>
                </a:lnTo>
                <a:cubicBezTo>
                  <a:pt x="953" y="775"/>
                  <a:pt x="952" y="787"/>
                  <a:pt x="949" y="800"/>
                </a:cubicBezTo>
                <a:cubicBezTo>
                  <a:pt x="947" y="812"/>
                  <a:pt x="943" y="824"/>
                  <a:pt x="939" y="835"/>
                </a:cubicBezTo>
                <a:cubicBezTo>
                  <a:pt x="934" y="847"/>
                  <a:pt x="928" y="858"/>
                  <a:pt x="921" y="869"/>
                </a:cubicBezTo>
                <a:cubicBezTo>
                  <a:pt x="914" y="879"/>
                  <a:pt x="906" y="889"/>
                  <a:pt x="897" y="898"/>
                </a:cubicBezTo>
                <a:cubicBezTo>
                  <a:pt x="888" y="906"/>
                  <a:pt x="878" y="914"/>
                  <a:pt x="868" y="921"/>
                </a:cubicBezTo>
                <a:cubicBezTo>
                  <a:pt x="858" y="928"/>
                  <a:pt x="846" y="934"/>
                  <a:pt x="835" y="939"/>
                </a:cubicBezTo>
                <a:cubicBezTo>
                  <a:pt x="823" y="944"/>
                  <a:pt x="811" y="948"/>
                  <a:pt x="799" y="950"/>
                </a:cubicBezTo>
                <a:cubicBezTo>
                  <a:pt x="787" y="952"/>
                  <a:pt x="774" y="954"/>
                  <a:pt x="762" y="954"/>
                </a:cubicBezTo>
                <a:lnTo>
                  <a:pt x="192" y="954"/>
                </a:lnTo>
                <a:cubicBezTo>
                  <a:pt x="180" y="954"/>
                  <a:pt x="167" y="952"/>
                  <a:pt x="155" y="950"/>
                </a:cubicBezTo>
                <a:cubicBezTo>
                  <a:pt x="142" y="948"/>
                  <a:pt x="130" y="944"/>
                  <a:pt x="119" y="939"/>
                </a:cubicBezTo>
                <a:cubicBezTo>
                  <a:pt x="107" y="934"/>
                  <a:pt x="96" y="928"/>
                  <a:pt x="86" y="921"/>
                </a:cubicBezTo>
                <a:cubicBezTo>
                  <a:pt x="75" y="914"/>
                  <a:pt x="66" y="906"/>
                  <a:pt x="56" y="898"/>
                </a:cubicBezTo>
                <a:cubicBezTo>
                  <a:pt x="47" y="889"/>
                  <a:pt x="39" y="879"/>
                  <a:pt x="32" y="869"/>
                </a:cubicBezTo>
                <a:cubicBezTo>
                  <a:pt x="25" y="858"/>
                  <a:pt x="19" y="847"/>
                  <a:pt x="14" y="835"/>
                </a:cubicBezTo>
                <a:cubicBezTo>
                  <a:pt x="9" y="824"/>
                  <a:pt x="6" y="812"/>
                  <a:pt x="3" y="800"/>
                </a:cubicBezTo>
                <a:cubicBezTo>
                  <a:pt x="1" y="787"/>
                  <a:pt x="0" y="775"/>
                  <a:pt x="0" y="762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6419520" y="3990960"/>
            <a:ext cx="142200" cy="162000"/>
          </a:xfrm>
          <a:custGeom>
            <a:avLst/>
            <a:gdLst/>
            <a:ahLst/>
            <a:rect l="0" t="0" r="r" b="b"/>
            <a:pathLst>
              <a:path w="395" h="450">
                <a:moveTo>
                  <a:pt x="325" y="112"/>
                </a:moveTo>
                <a:cubicBezTo>
                  <a:pt x="325" y="151"/>
                  <a:pt x="302" y="186"/>
                  <a:pt x="268" y="206"/>
                </a:cubicBezTo>
                <a:lnTo>
                  <a:pt x="268" y="225"/>
                </a:lnTo>
                <a:cubicBezTo>
                  <a:pt x="268" y="240"/>
                  <a:pt x="256" y="253"/>
                  <a:pt x="240" y="253"/>
                </a:cubicBezTo>
                <a:lnTo>
                  <a:pt x="156" y="253"/>
                </a:lnTo>
                <a:cubicBezTo>
                  <a:pt x="140" y="253"/>
                  <a:pt x="128" y="240"/>
                  <a:pt x="128" y="225"/>
                </a:cubicBezTo>
                <a:lnTo>
                  <a:pt x="128" y="206"/>
                </a:lnTo>
                <a:cubicBezTo>
                  <a:pt x="94" y="185"/>
                  <a:pt x="72" y="151"/>
                  <a:pt x="72" y="112"/>
                </a:cubicBezTo>
                <a:cubicBezTo>
                  <a:pt x="72" y="50"/>
                  <a:pt x="128" y="0"/>
                  <a:pt x="198" y="0"/>
                </a:cubicBezTo>
                <a:cubicBezTo>
                  <a:pt x="268" y="0"/>
                  <a:pt x="325" y="50"/>
                  <a:pt x="325" y="112"/>
                </a:cubicBezTo>
                <a:moveTo>
                  <a:pt x="149" y="154"/>
                </a:moveTo>
                <a:cubicBezTo>
                  <a:pt x="157" y="154"/>
                  <a:pt x="163" y="152"/>
                  <a:pt x="169" y="146"/>
                </a:cubicBezTo>
                <a:cubicBezTo>
                  <a:pt x="174" y="141"/>
                  <a:pt x="177" y="134"/>
                  <a:pt x="177" y="126"/>
                </a:cubicBezTo>
                <a:cubicBezTo>
                  <a:pt x="177" y="118"/>
                  <a:pt x="174" y="112"/>
                  <a:pt x="169" y="106"/>
                </a:cubicBezTo>
                <a:cubicBezTo>
                  <a:pt x="163" y="101"/>
                  <a:pt x="157" y="98"/>
                  <a:pt x="149" y="98"/>
                </a:cubicBezTo>
                <a:cubicBezTo>
                  <a:pt x="141" y="98"/>
                  <a:pt x="135" y="101"/>
                  <a:pt x="129" y="106"/>
                </a:cubicBezTo>
                <a:cubicBezTo>
                  <a:pt x="124" y="112"/>
                  <a:pt x="121" y="118"/>
                  <a:pt x="121" y="126"/>
                </a:cubicBezTo>
                <a:cubicBezTo>
                  <a:pt x="121" y="134"/>
                  <a:pt x="124" y="141"/>
                  <a:pt x="129" y="146"/>
                </a:cubicBezTo>
                <a:cubicBezTo>
                  <a:pt x="135" y="152"/>
                  <a:pt x="141" y="154"/>
                  <a:pt x="149" y="154"/>
                </a:cubicBezTo>
                <a:moveTo>
                  <a:pt x="276" y="126"/>
                </a:moveTo>
                <a:cubicBezTo>
                  <a:pt x="276" y="118"/>
                  <a:pt x="273" y="112"/>
                  <a:pt x="267" y="106"/>
                </a:cubicBezTo>
                <a:cubicBezTo>
                  <a:pt x="262" y="101"/>
                  <a:pt x="255" y="98"/>
                  <a:pt x="247" y="98"/>
                </a:cubicBezTo>
                <a:cubicBezTo>
                  <a:pt x="240" y="98"/>
                  <a:pt x="233" y="101"/>
                  <a:pt x="228" y="106"/>
                </a:cubicBezTo>
                <a:cubicBezTo>
                  <a:pt x="222" y="112"/>
                  <a:pt x="219" y="118"/>
                  <a:pt x="219" y="126"/>
                </a:cubicBezTo>
                <a:cubicBezTo>
                  <a:pt x="219" y="134"/>
                  <a:pt x="222" y="141"/>
                  <a:pt x="228" y="146"/>
                </a:cubicBezTo>
                <a:cubicBezTo>
                  <a:pt x="233" y="152"/>
                  <a:pt x="240" y="154"/>
                  <a:pt x="247" y="154"/>
                </a:cubicBezTo>
                <a:cubicBezTo>
                  <a:pt x="255" y="154"/>
                  <a:pt x="262" y="152"/>
                  <a:pt x="267" y="146"/>
                </a:cubicBezTo>
                <a:cubicBezTo>
                  <a:pt x="273" y="141"/>
                  <a:pt x="276" y="134"/>
                  <a:pt x="276" y="126"/>
                </a:cubicBezTo>
                <a:moveTo>
                  <a:pt x="3" y="240"/>
                </a:moveTo>
                <a:cubicBezTo>
                  <a:pt x="10" y="226"/>
                  <a:pt x="27" y="221"/>
                  <a:pt x="41" y="228"/>
                </a:cubicBezTo>
                <a:lnTo>
                  <a:pt x="198" y="306"/>
                </a:lnTo>
                <a:lnTo>
                  <a:pt x="354" y="228"/>
                </a:lnTo>
                <a:cubicBezTo>
                  <a:pt x="368" y="221"/>
                  <a:pt x="385" y="226"/>
                  <a:pt x="392" y="240"/>
                </a:cubicBezTo>
                <a:cubicBezTo>
                  <a:pt x="399" y="254"/>
                  <a:pt x="393" y="271"/>
                  <a:pt x="379" y="278"/>
                </a:cubicBezTo>
                <a:lnTo>
                  <a:pt x="261" y="337"/>
                </a:lnTo>
                <a:lnTo>
                  <a:pt x="380" y="397"/>
                </a:lnTo>
                <a:cubicBezTo>
                  <a:pt x="393" y="404"/>
                  <a:pt x="399" y="421"/>
                  <a:pt x="392" y="435"/>
                </a:cubicBezTo>
                <a:cubicBezTo>
                  <a:pt x="385" y="449"/>
                  <a:pt x="368" y="454"/>
                  <a:pt x="354" y="448"/>
                </a:cubicBezTo>
                <a:lnTo>
                  <a:pt x="198" y="370"/>
                </a:lnTo>
                <a:lnTo>
                  <a:pt x="41" y="448"/>
                </a:lnTo>
                <a:cubicBezTo>
                  <a:pt x="27" y="454"/>
                  <a:pt x="10" y="449"/>
                  <a:pt x="3" y="435"/>
                </a:cubicBezTo>
                <a:cubicBezTo>
                  <a:pt x="-4" y="421"/>
                  <a:pt x="2" y="404"/>
                  <a:pt x="16" y="397"/>
                </a:cubicBezTo>
                <a:lnTo>
                  <a:pt x="135" y="337"/>
                </a:lnTo>
                <a:lnTo>
                  <a:pt x="16" y="278"/>
                </a:lnTo>
                <a:cubicBezTo>
                  <a:pt x="2" y="271"/>
                  <a:pt x="-4" y="254"/>
                  <a:pt x="3" y="240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6621120" y="944640"/>
            <a:ext cx="210024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4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Defiance &amp; Divinity</a:t>
            </a:r>
            <a:endParaRPr b="0" lang="en-US" sz="17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6814440" y="3908880"/>
            <a:ext cx="1870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Beyond Life and Death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6814440" y="4195440"/>
            <a:ext cx="4813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bond defies the "civilized" social gap between the Earnshaws and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6814440" y="4414320"/>
            <a:ext cx="45270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Lintons. Even </a:t>
            </a:r>
            <a:r>
              <a:rPr b="1" lang="en-US" sz="116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death cannot sever it</a:t>
            </a:r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; Heathcliff is haunted by her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6814440" y="4642920"/>
            <a:ext cx="4685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ghost, viewing the grave not as an end, but as a thin veil separating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6319800" y="5233680"/>
            <a:ext cx="343080" cy="333720"/>
          </a:xfrm>
          <a:custGeom>
            <a:avLst/>
            <a:gdLst/>
            <a:ahLst/>
            <a:rect l="0" t="0" r="r" b="b"/>
            <a:pathLst>
              <a:path w="953" h="927">
                <a:moveTo>
                  <a:pt x="0" y="735"/>
                </a:moveTo>
                <a:lnTo>
                  <a:pt x="0" y="192"/>
                </a:lnTo>
                <a:cubicBezTo>
                  <a:pt x="0" y="179"/>
                  <a:pt x="1" y="167"/>
                  <a:pt x="3" y="155"/>
                </a:cubicBezTo>
                <a:cubicBezTo>
                  <a:pt x="6" y="142"/>
                  <a:pt x="9" y="130"/>
                  <a:pt x="14" y="119"/>
                </a:cubicBezTo>
                <a:cubicBezTo>
                  <a:pt x="19" y="107"/>
                  <a:pt x="25" y="96"/>
                  <a:pt x="32" y="85"/>
                </a:cubicBezTo>
                <a:cubicBezTo>
                  <a:pt x="39" y="75"/>
                  <a:pt x="47" y="65"/>
                  <a:pt x="56" y="56"/>
                </a:cubicBezTo>
                <a:cubicBezTo>
                  <a:pt x="66" y="48"/>
                  <a:pt x="75" y="40"/>
                  <a:pt x="86" y="33"/>
                </a:cubicBezTo>
                <a:cubicBezTo>
                  <a:pt x="96" y="26"/>
                  <a:pt x="107" y="20"/>
                  <a:pt x="119" y="15"/>
                </a:cubicBezTo>
                <a:cubicBezTo>
                  <a:pt x="130" y="10"/>
                  <a:pt x="142" y="6"/>
                  <a:pt x="155" y="4"/>
                </a:cubicBezTo>
                <a:cubicBezTo>
                  <a:pt x="167" y="2"/>
                  <a:pt x="180" y="0"/>
                  <a:pt x="192" y="0"/>
                </a:cubicBezTo>
                <a:lnTo>
                  <a:pt x="762" y="0"/>
                </a:lnTo>
                <a:cubicBezTo>
                  <a:pt x="774" y="0"/>
                  <a:pt x="787" y="2"/>
                  <a:pt x="799" y="4"/>
                </a:cubicBezTo>
                <a:cubicBezTo>
                  <a:pt x="811" y="6"/>
                  <a:pt x="823" y="10"/>
                  <a:pt x="835" y="15"/>
                </a:cubicBezTo>
                <a:cubicBezTo>
                  <a:pt x="846" y="20"/>
                  <a:pt x="858" y="26"/>
                  <a:pt x="868" y="33"/>
                </a:cubicBezTo>
                <a:cubicBezTo>
                  <a:pt x="878" y="40"/>
                  <a:pt x="888" y="48"/>
                  <a:pt x="897" y="56"/>
                </a:cubicBezTo>
                <a:cubicBezTo>
                  <a:pt x="906" y="65"/>
                  <a:pt x="914" y="75"/>
                  <a:pt x="921" y="85"/>
                </a:cubicBezTo>
                <a:cubicBezTo>
                  <a:pt x="928" y="96"/>
                  <a:pt x="934" y="107"/>
                  <a:pt x="939" y="119"/>
                </a:cubicBezTo>
                <a:cubicBezTo>
                  <a:pt x="943" y="130"/>
                  <a:pt x="947" y="142"/>
                  <a:pt x="949" y="155"/>
                </a:cubicBezTo>
                <a:cubicBezTo>
                  <a:pt x="952" y="167"/>
                  <a:pt x="953" y="179"/>
                  <a:pt x="953" y="192"/>
                </a:cubicBezTo>
                <a:lnTo>
                  <a:pt x="953" y="735"/>
                </a:lnTo>
                <a:cubicBezTo>
                  <a:pt x="953" y="748"/>
                  <a:pt x="952" y="761"/>
                  <a:pt x="949" y="773"/>
                </a:cubicBezTo>
                <a:cubicBezTo>
                  <a:pt x="947" y="786"/>
                  <a:pt x="943" y="798"/>
                  <a:pt x="939" y="809"/>
                </a:cubicBezTo>
                <a:cubicBezTo>
                  <a:pt x="934" y="821"/>
                  <a:pt x="928" y="832"/>
                  <a:pt x="921" y="842"/>
                </a:cubicBezTo>
                <a:cubicBezTo>
                  <a:pt x="914" y="853"/>
                  <a:pt x="906" y="862"/>
                  <a:pt x="897" y="871"/>
                </a:cubicBezTo>
                <a:cubicBezTo>
                  <a:pt x="888" y="880"/>
                  <a:pt x="878" y="888"/>
                  <a:pt x="868" y="895"/>
                </a:cubicBezTo>
                <a:cubicBezTo>
                  <a:pt x="858" y="902"/>
                  <a:pt x="846" y="908"/>
                  <a:pt x="835" y="913"/>
                </a:cubicBezTo>
                <a:cubicBezTo>
                  <a:pt x="823" y="918"/>
                  <a:pt x="811" y="921"/>
                  <a:pt x="799" y="924"/>
                </a:cubicBezTo>
                <a:cubicBezTo>
                  <a:pt x="787" y="926"/>
                  <a:pt x="774" y="927"/>
                  <a:pt x="762" y="927"/>
                </a:cubicBezTo>
                <a:lnTo>
                  <a:pt x="192" y="927"/>
                </a:lnTo>
                <a:cubicBezTo>
                  <a:pt x="180" y="927"/>
                  <a:pt x="167" y="926"/>
                  <a:pt x="155" y="924"/>
                </a:cubicBezTo>
                <a:cubicBezTo>
                  <a:pt x="142" y="921"/>
                  <a:pt x="130" y="918"/>
                  <a:pt x="119" y="913"/>
                </a:cubicBezTo>
                <a:cubicBezTo>
                  <a:pt x="107" y="908"/>
                  <a:pt x="96" y="902"/>
                  <a:pt x="86" y="895"/>
                </a:cubicBezTo>
                <a:cubicBezTo>
                  <a:pt x="75" y="888"/>
                  <a:pt x="66" y="880"/>
                  <a:pt x="56" y="871"/>
                </a:cubicBezTo>
                <a:cubicBezTo>
                  <a:pt x="47" y="862"/>
                  <a:pt x="39" y="853"/>
                  <a:pt x="32" y="842"/>
                </a:cubicBezTo>
                <a:cubicBezTo>
                  <a:pt x="25" y="832"/>
                  <a:pt x="19" y="821"/>
                  <a:pt x="14" y="809"/>
                </a:cubicBezTo>
                <a:cubicBezTo>
                  <a:pt x="9" y="798"/>
                  <a:pt x="6" y="786"/>
                  <a:pt x="3" y="773"/>
                </a:cubicBezTo>
                <a:cubicBezTo>
                  <a:pt x="1" y="761"/>
                  <a:pt x="0" y="748"/>
                  <a:pt x="0" y="735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6319800" y="5233680"/>
            <a:ext cx="343080" cy="333720"/>
          </a:xfrm>
          <a:custGeom>
            <a:avLst/>
            <a:gdLst/>
            <a:ahLst/>
            <a:rect l="0" t="0" r="r" b="b"/>
            <a:pathLst>
              <a:path fill="none" w="953" h="927">
                <a:moveTo>
                  <a:pt x="0" y="735"/>
                </a:moveTo>
                <a:lnTo>
                  <a:pt x="0" y="192"/>
                </a:lnTo>
                <a:cubicBezTo>
                  <a:pt x="0" y="179"/>
                  <a:pt x="1" y="167"/>
                  <a:pt x="3" y="155"/>
                </a:cubicBezTo>
                <a:cubicBezTo>
                  <a:pt x="6" y="142"/>
                  <a:pt x="9" y="130"/>
                  <a:pt x="14" y="119"/>
                </a:cubicBezTo>
                <a:cubicBezTo>
                  <a:pt x="19" y="107"/>
                  <a:pt x="25" y="96"/>
                  <a:pt x="32" y="85"/>
                </a:cubicBezTo>
                <a:cubicBezTo>
                  <a:pt x="39" y="75"/>
                  <a:pt x="47" y="65"/>
                  <a:pt x="56" y="56"/>
                </a:cubicBezTo>
                <a:cubicBezTo>
                  <a:pt x="66" y="48"/>
                  <a:pt x="75" y="40"/>
                  <a:pt x="86" y="33"/>
                </a:cubicBezTo>
                <a:cubicBezTo>
                  <a:pt x="96" y="26"/>
                  <a:pt x="107" y="20"/>
                  <a:pt x="119" y="15"/>
                </a:cubicBezTo>
                <a:cubicBezTo>
                  <a:pt x="130" y="10"/>
                  <a:pt x="142" y="6"/>
                  <a:pt x="155" y="4"/>
                </a:cubicBezTo>
                <a:cubicBezTo>
                  <a:pt x="167" y="2"/>
                  <a:pt x="180" y="0"/>
                  <a:pt x="192" y="0"/>
                </a:cubicBezTo>
                <a:lnTo>
                  <a:pt x="762" y="0"/>
                </a:lnTo>
                <a:cubicBezTo>
                  <a:pt x="774" y="0"/>
                  <a:pt x="787" y="2"/>
                  <a:pt x="799" y="4"/>
                </a:cubicBezTo>
                <a:cubicBezTo>
                  <a:pt x="811" y="6"/>
                  <a:pt x="823" y="10"/>
                  <a:pt x="835" y="15"/>
                </a:cubicBezTo>
                <a:cubicBezTo>
                  <a:pt x="846" y="20"/>
                  <a:pt x="858" y="26"/>
                  <a:pt x="868" y="33"/>
                </a:cubicBezTo>
                <a:cubicBezTo>
                  <a:pt x="878" y="40"/>
                  <a:pt x="888" y="48"/>
                  <a:pt x="897" y="56"/>
                </a:cubicBezTo>
                <a:cubicBezTo>
                  <a:pt x="906" y="65"/>
                  <a:pt x="914" y="75"/>
                  <a:pt x="921" y="85"/>
                </a:cubicBezTo>
                <a:cubicBezTo>
                  <a:pt x="928" y="96"/>
                  <a:pt x="934" y="107"/>
                  <a:pt x="939" y="119"/>
                </a:cubicBezTo>
                <a:cubicBezTo>
                  <a:pt x="943" y="130"/>
                  <a:pt x="947" y="142"/>
                  <a:pt x="949" y="155"/>
                </a:cubicBezTo>
                <a:cubicBezTo>
                  <a:pt x="952" y="167"/>
                  <a:pt x="953" y="179"/>
                  <a:pt x="953" y="192"/>
                </a:cubicBezTo>
                <a:lnTo>
                  <a:pt x="953" y="735"/>
                </a:lnTo>
                <a:cubicBezTo>
                  <a:pt x="953" y="748"/>
                  <a:pt x="952" y="761"/>
                  <a:pt x="949" y="773"/>
                </a:cubicBezTo>
                <a:cubicBezTo>
                  <a:pt x="947" y="786"/>
                  <a:pt x="943" y="798"/>
                  <a:pt x="939" y="809"/>
                </a:cubicBezTo>
                <a:cubicBezTo>
                  <a:pt x="934" y="821"/>
                  <a:pt x="928" y="832"/>
                  <a:pt x="921" y="842"/>
                </a:cubicBezTo>
                <a:cubicBezTo>
                  <a:pt x="914" y="853"/>
                  <a:pt x="906" y="862"/>
                  <a:pt x="897" y="871"/>
                </a:cubicBezTo>
                <a:cubicBezTo>
                  <a:pt x="888" y="880"/>
                  <a:pt x="878" y="888"/>
                  <a:pt x="868" y="895"/>
                </a:cubicBezTo>
                <a:cubicBezTo>
                  <a:pt x="858" y="902"/>
                  <a:pt x="846" y="908"/>
                  <a:pt x="835" y="913"/>
                </a:cubicBezTo>
                <a:cubicBezTo>
                  <a:pt x="823" y="918"/>
                  <a:pt x="811" y="921"/>
                  <a:pt x="799" y="924"/>
                </a:cubicBezTo>
                <a:cubicBezTo>
                  <a:pt x="787" y="926"/>
                  <a:pt x="774" y="927"/>
                  <a:pt x="762" y="927"/>
                </a:cubicBezTo>
                <a:lnTo>
                  <a:pt x="192" y="927"/>
                </a:lnTo>
                <a:cubicBezTo>
                  <a:pt x="180" y="927"/>
                  <a:pt x="167" y="926"/>
                  <a:pt x="155" y="924"/>
                </a:cubicBezTo>
                <a:cubicBezTo>
                  <a:pt x="142" y="921"/>
                  <a:pt x="130" y="918"/>
                  <a:pt x="119" y="913"/>
                </a:cubicBezTo>
                <a:cubicBezTo>
                  <a:pt x="107" y="908"/>
                  <a:pt x="96" y="902"/>
                  <a:pt x="86" y="895"/>
                </a:cubicBezTo>
                <a:cubicBezTo>
                  <a:pt x="75" y="888"/>
                  <a:pt x="66" y="880"/>
                  <a:pt x="56" y="871"/>
                </a:cubicBezTo>
                <a:cubicBezTo>
                  <a:pt x="47" y="862"/>
                  <a:pt x="39" y="853"/>
                  <a:pt x="32" y="842"/>
                </a:cubicBezTo>
                <a:cubicBezTo>
                  <a:pt x="25" y="832"/>
                  <a:pt x="19" y="821"/>
                  <a:pt x="14" y="809"/>
                </a:cubicBezTo>
                <a:cubicBezTo>
                  <a:pt x="9" y="798"/>
                  <a:pt x="6" y="786"/>
                  <a:pt x="3" y="773"/>
                </a:cubicBezTo>
                <a:cubicBezTo>
                  <a:pt x="1" y="761"/>
                  <a:pt x="0" y="748"/>
                  <a:pt x="0" y="735"/>
                </a:cubicBezTo>
              </a:path>
            </a:pathLst>
          </a:custGeom>
          <a:ln w="9360">
            <a:solidFill>
              <a:srgbClr val="dbeafe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6391080" y="5314680"/>
            <a:ext cx="203040" cy="162360"/>
          </a:xfrm>
          <a:custGeom>
            <a:avLst/>
            <a:gdLst/>
            <a:ahLst/>
            <a:rect l="0" t="0" r="r" b="b"/>
            <a:pathLst>
              <a:path w="564" h="451">
                <a:moveTo>
                  <a:pt x="302" y="21"/>
                </a:moveTo>
                <a:cubicBezTo>
                  <a:pt x="302" y="10"/>
                  <a:pt x="293" y="0"/>
                  <a:pt x="281" y="0"/>
                </a:cubicBezTo>
                <a:cubicBezTo>
                  <a:pt x="270" y="0"/>
                  <a:pt x="260" y="10"/>
                  <a:pt x="260" y="21"/>
                </a:cubicBezTo>
                <a:lnTo>
                  <a:pt x="260" y="42"/>
                </a:lnTo>
                <a:lnTo>
                  <a:pt x="232" y="42"/>
                </a:lnTo>
                <a:cubicBezTo>
                  <a:pt x="220" y="42"/>
                  <a:pt x="211" y="52"/>
                  <a:pt x="211" y="64"/>
                </a:cubicBezTo>
                <a:cubicBezTo>
                  <a:pt x="211" y="75"/>
                  <a:pt x="220" y="85"/>
                  <a:pt x="232" y="85"/>
                </a:cubicBezTo>
                <a:lnTo>
                  <a:pt x="260" y="85"/>
                </a:lnTo>
                <a:lnTo>
                  <a:pt x="260" y="125"/>
                </a:lnTo>
                <a:lnTo>
                  <a:pt x="161" y="185"/>
                </a:lnTo>
                <a:cubicBezTo>
                  <a:pt x="148" y="193"/>
                  <a:pt x="141" y="206"/>
                  <a:pt x="141" y="221"/>
                </a:cubicBezTo>
                <a:lnTo>
                  <a:pt x="141" y="451"/>
                </a:lnTo>
                <a:lnTo>
                  <a:pt x="225" y="451"/>
                </a:lnTo>
                <a:lnTo>
                  <a:pt x="225" y="367"/>
                </a:lnTo>
                <a:cubicBezTo>
                  <a:pt x="225" y="336"/>
                  <a:pt x="250" y="310"/>
                  <a:pt x="281" y="310"/>
                </a:cubicBezTo>
                <a:cubicBezTo>
                  <a:pt x="312" y="310"/>
                  <a:pt x="338" y="336"/>
                  <a:pt x="338" y="367"/>
                </a:cubicBezTo>
                <a:lnTo>
                  <a:pt x="338" y="451"/>
                </a:lnTo>
                <a:lnTo>
                  <a:pt x="422" y="451"/>
                </a:lnTo>
                <a:lnTo>
                  <a:pt x="422" y="221"/>
                </a:lnTo>
                <a:cubicBezTo>
                  <a:pt x="422" y="206"/>
                  <a:pt x="414" y="193"/>
                  <a:pt x="402" y="185"/>
                </a:cubicBezTo>
                <a:lnTo>
                  <a:pt x="302" y="125"/>
                </a:lnTo>
                <a:lnTo>
                  <a:pt x="302" y="85"/>
                </a:lnTo>
                <a:lnTo>
                  <a:pt x="331" y="85"/>
                </a:lnTo>
                <a:cubicBezTo>
                  <a:pt x="342" y="85"/>
                  <a:pt x="352" y="75"/>
                  <a:pt x="352" y="64"/>
                </a:cubicBezTo>
                <a:cubicBezTo>
                  <a:pt x="352" y="52"/>
                  <a:pt x="342" y="42"/>
                  <a:pt x="331" y="42"/>
                </a:cubicBezTo>
                <a:lnTo>
                  <a:pt x="302" y="42"/>
                </a:lnTo>
                <a:lnTo>
                  <a:pt x="302" y="21"/>
                </a:lnTo>
                <a:moveTo>
                  <a:pt x="22" y="291"/>
                </a:moveTo>
                <a:cubicBezTo>
                  <a:pt x="8" y="298"/>
                  <a:pt x="0" y="312"/>
                  <a:pt x="0" y="329"/>
                </a:cubicBezTo>
                <a:lnTo>
                  <a:pt x="0" y="409"/>
                </a:lnTo>
                <a:cubicBezTo>
                  <a:pt x="0" y="433"/>
                  <a:pt x="19" y="451"/>
                  <a:pt x="42" y="451"/>
                </a:cubicBezTo>
                <a:lnTo>
                  <a:pt x="113" y="451"/>
                </a:lnTo>
                <a:lnTo>
                  <a:pt x="113" y="241"/>
                </a:lnTo>
                <a:lnTo>
                  <a:pt x="22" y="291"/>
                </a:lnTo>
                <a:moveTo>
                  <a:pt x="521" y="451"/>
                </a:moveTo>
                <a:cubicBezTo>
                  <a:pt x="545" y="451"/>
                  <a:pt x="564" y="433"/>
                  <a:pt x="564" y="409"/>
                </a:cubicBezTo>
                <a:lnTo>
                  <a:pt x="564" y="329"/>
                </a:lnTo>
                <a:cubicBezTo>
                  <a:pt x="564" y="312"/>
                  <a:pt x="555" y="298"/>
                  <a:pt x="542" y="291"/>
                </a:cubicBezTo>
                <a:lnTo>
                  <a:pt x="450" y="241"/>
                </a:lnTo>
                <a:lnTo>
                  <a:pt x="450" y="451"/>
                </a:lnTo>
                <a:lnTo>
                  <a:pt x="521" y="451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6814440" y="4862160"/>
            <a:ext cx="952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their reunion.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6814440" y="5242320"/>
            <a:ext cx="1448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Rejection of 'God'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6814440" y="5528880"/>
            <a:ext cx="4479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They effectively replace traditional religion with </a:t>
            </a:r>
            <a:r>
              <a:rPr b="1" lang="en-US" sz="116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idolatry of each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6814440" y="5748120"/>
            <a:ext cx="43819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6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other</a:t>
            </a:r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. Catherine dreams of being miserable in Heaven, and for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6814440" y="5967000"/>
            <a:ext cx="48729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Heathcliff, existence without Catherine is "hell." Their spiritual home is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6814440" y="6186240"/>
            <a:ext cx="2171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6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wild moors, not the church.</a:t>
            </a:r>
            <a:endParaRPr b="0" lang="en-US" sz="1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11611080" y="6517800"/>
            <a:ext cx="1436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10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428400" y="942840"/>
            <a:ext cx="371880" cy="371880"/>
          </a:xfrm>
          <a:custGeom>
            <a:avLst/>
            <a:gdLst/>
            <a:ahLst/>
            <a:rect l="0" t="0" r="r" b="b"/>
            <a:pathLst>
              <a:path w="1033" h="1033">
                <a:moveTo>
                  <a:pt x="0" y="849"/>
                </a:moveTo>
                <a:lnTo>
                  <a:pt x="0" y="182"/>
                </a:lnTo>
                <a:cubicBezTo>
                  <a:pt x="0" y="170"/>
                  <a:pt x="1" y="159"/>
                  <a:pt x="4" y="147"/>
                </a:cubicBezTo>
                <a:cubicBezTo>
                  <a:pt x="6" y="135"/>
                  <a:pt x="9" y="124"/>
                  <a:pt x="14" y="113"/>
                </a:cubicBezTo>
                <a:cubicBezTo>
                  <a:pt x="19" y="101"/>
                  <a:pt x="24" y="91"/>
                  <a:pt x="31" y="81"/>
                </a:cubicBezTo>
                <a:cubicBezTo>
                  <a:pt x="38" y="71"/>
                  <a:pt x="45" y="62"/>
                  <a:pt x="54" y="53"/>
                </a:cubicBezTo>
                <a:cubicBezTo>
                  <a:pt x="62" y="45"/>
                  <a:pt x="71" y="37"/>
                  <a:pt x="81" y="31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5" y="6"/>
                  <a:pt x="147" y="3"/>
                </a:cubicBezTo>
                <a:cubicBezTo>
                  <a:pt x="159" y="1"/>
                  <a:pt x="171" y="0"/>
                  <a:pt x="183" y="0"/>
                </a:cubicBezTo>
                <a:lnTo>
                  <a:pt x="850" y="0"/>
                </a:lnTo>
                <a:cubicBezTo>
                  <a:pt x="862" y="0"/>
                  <a:pt x="874" y="1"/>
                  <a:pt x="886" y="3"/>
                </a:cubicBezTo>
                <a:cubicBezTo>
                  <a:pt x="898" y="6"/>
                  <a:pt x="909" y="9"/>
                  <a:pt x="920" y="14"/>
                </a:cubicBezTo>
                <a:cubicBezTo>
                  <a:pt x="931" y="18"/>
                  <a:pt x="942" y="24"/>
                  <a:pt x="952" y="31"/>
                </a:cubicBezTo>
                <a:cubicBezTo>
                  <a:pt x="962" y="37"/>
                  <a:pt x="971" y="45"/>
                  <a:pt x="980" y="53"/>
                </a:cubicBezTo>
                <a:cubicBezTo>
                  <a:pt x="988" y="62"/>
                  <a:pt x="996" y="71"/>
                  <a:pt x="1002" y="81"/>
                </a:cubicBezTo>
                <a:cubicBezTo>
                  <a:pt x="1009" y="91"/>
                  <a:pt x="1015" y="101"/>
                  <a:pt x="1019" y="113"/>
                </a:cubicBezTo>
                <a:cubicBezTo>
                  <a:pt x="1024" y="124"/>
                  <a:pt x="1027" y="135"/>
                  <a:pt x="1029" y="147"/>
                </a:cubicBezTo>
                <a:cubicBezTo>
                  <a:pt x="1032" y="159"/>
                  <a:pt x="1033" y="170"/>
                  <a:pt x="1033" y="182"/>
                </a:cubicBezTo>
                <a:lnTo>
                  <a:pt x="1033" y="849"/>
                </a:lnTo>
                <a:cubicBezTo>
                  <a:pt x="1033" y="861"/>
                  <a:pt x="1032" y="873"/>
                  <a:pt x="1029" y="885"/>
                </a:cubicBezTo>
                <a:cubicBezTo>
                  <a:pt x="1027" y="897"/>
                  <a:pt x="1024" y="908"/>
                  <a:pt x="1019" y="919"/>
                </a:cubicBezTo>
                <a:cubicBezTo>
                  <a:pt x="1015" y="930"/>
                  <a:pt x="1009" y="941"/>
                  <a:pt x="1002" y="951"/>
                </a:cubicBezTo>
                <a:cubicBezTo>
                  <a:pt x="996" y="961"/>
                  <a:pt x="988" y="970"/>
                  <a:pt x="980" y="978"/>
                </a:cubicBezTo>
                <a:cubicBezTo>
                  <a:pt x="971" y="987"/>
                  <a:pt x="962" y="995"/>
                  <a:pt x="952" y="1002"/>
                </a:cubicBezTo>
                <a:cubicBezTo>
                  <a:pt x="942" y="1009"/>
                  <a:pt x="931" y="1014"/>
                  <a:pt x="920" y="1019"/>
                </a:cubicBezTo>
                <a:cubicBezTo>
                  <a:pt x="909" y="1023"/>
                  <a:pt x="898" y="1027"/>
                  <a:pt x="886" y="1029"/>
                </a:cubicBezTo>
                <a:cubicBezTo>
                  <a:pt x="874" y="1032"/>
                  <a:pt x="862" y="1033"/>
                  <a:pt x="850" y="1033"/>
                </a:cubicBezTo>
                <a:lnTo>
                  <a:pt x="183" y="1033"/>
                </a:lnTo>
                <a:cubicBezTo>
                  <a:pt x="171" y="1033"/>
                  <a:pt x="159" y="1032"/>
                  <a:pt x="147" y="1029"/>
                </a:cubicBezTo>
                <a:cubicBezTo>
                  <a:pt x="135" y="1027"/>
                  <a:pt x="124" y="1023"/>
                  <a:pt x="113" y="1019"/>
                </a:cubicBezTo>
                <a:cubicBezTo>
                  <a:pt x="102" y="1014"/>
                  <a:pt x="91" y="1009"/>
                  <a:pt x="81" y="1002"/>
                </a:cubicBezTo>
                <a:cubicBezTo>
                  <a:pt x="71" y="995"/>
                  <a:pt x="62" y="987"/>
                  <a:pt x="54" y="978"/>
                </a:cubicBezTo>
                <a:cubicBezTo>
                  <a:pt x="45" y="970"/>
                  <a:pt x="38" y="961"/>
                  <a:pt x="31" y="951"/>
                </a:cubicBezTo>
                <a:cubicBezTo>
                  <a:pt x="24" y="941"/>
                  <a:pt x="19" y="930"/>
                  <a:pt x="14" y="919"/>
                </a:cubicBezTo>
                <a:cubicBezTo>
                  <a:pt x="9" y="908"/>
                  <a:pt x="6" y="897"/>
                  <a:pt x="4" y="885"/>
                </a:cubicBezTo>
                <a:cubicBezTo>
                  <a:pt x="1" y="873"/>
                  <a:pt x="0" y="861"/>
                  <a:pt x="0" y="849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523800" y="1052280"/>
            <a:ext cx="171000" cy="146520"/>
          </a:xfrm>
          <a:custGeom>
            <a:avLst/>
            <a:gdLst/>
            <a:ahLst/>
            <a:rect l="0" t="0" r="r" b="b"/>
            <a:pathLst>
              <a:path w="475" h="407">
                <a:moveTo>
                  <a:pt x="110" y="2"/>
                </a:moveTo>
                <a:cubicBezTo>
                  <a:pt x="132" y="-1"/>
                  <a:pt x="154" y="1"/>
                  <a:pt x="174" y="7"/>
                </a:cubicBezTo>
                <a:lnTo>
                  <a:pt x="221" y="79"/>
                </a:lnTo>
                <a:lnTo>
                  <a:pt x="150" y="150"/>
                </a:lnTo>
                <a:cubicBezTo>
                  <a:pt x="149" y="151"/>
                  <a:pt x="148" y="153"/>
                  <a:pt x="148" y="155"/>
                </a:cubicBezTo>
                <a:cubicBezTo>
                  <a:pt x="148" y="157"/>
                  <a:pt x="149" y="159"/>
                  <a:pt x="150" y="160"/>
                </a:cubicBezTo>
                <a:lnTo>
                  <a:pt x="255" y="257"/>
                </a:lnTo>
                <a:cubicBezTo>
                  <a:pt x="258" y="259"/>
                  <a:pt x="262" y="259"/>
                  <a:pt x="265" y="257"/>
                </a:cubicBezTo>
                <a:cubicBezTo>
                  <a:pt x="268" y="255"/>
                  <a:pt x="268" y="251"/>
                  <a:pt x="266" y="247"/>
                </a:cubicBezTo>
                <a:lnTo>
                  <a:pt x="210" y="157"/>
                </a:lnTo>
                <a:lnTo>
                  <a:pt x="294" y="86"/>
                </a:lnTo>
                <a:cubicBezTo>
                  <a:pt x="297" y="84"/>
                  <a:pt x="298" y="80"/>
                  <a:pt x="297" y="77"/>
                </a:cubicBezTo>
                <a:lnTo>
                  <a:pt x="276" y="19"/>
                </a:lnTo>
                <a:cubicBezTo>
                  <a:pt x="302" y="3"/>
                  <a:pt x="333" y="-3"/>
                  <a:pt x="364" y="2"/>
                </a:cubicBezTo>
                <a:cubicBezTo>
                  <a:pt x="428" y="13"/>
                  <a:pt x="475" y="68"/>
                  <a:pt x="475" y="134"/>
                </a:cubicBezTo>
                <a:lnTo>
                  <a:pt x="475" y="139"/>
                </a:lnTo>
                <a:cubicBezTo>
                  <a:pt x="475" y="178"/>
                  <a:pt x="459" y="214"/>
                  <a:pt x="431" y="241"/>
                </a:cubicBezTo>
                <a:lnTo>
                  <a:pt x="263" y="397"/>
                </a:lnTo>
                <a:cubicBezTo>
                  <a:pt x="257" y="403"/>
                  <a:pt x="247" y="407"/>
                  <a:pt x="238" y="407"/>
                </a:cubicBezTo>
                <a:cubicBezTo>
                  <a:pt x="228" y="407"/>
                  <a:pt x="219" y="403"/>
                  <a:pt x="212" y="397"/>
                </a:cubicBezTo>
                <a:lnTo>
                  <a:pt x="44" y="241"/>
                </a:lnTo>
                <a:cubicBezTo>
                  <a:pt x="16" y="214"/>
                  <a:pt x="0" y="178"/>
                  <a:pt x="0" y="139"/>
                </a:cubicBezTo>
                <a:lnTo>
                  <a:pt x="0" y="134"/>
                </a:lnTo>
                <a:cubicBezTo>
                  <a:pt x="0" y="68"/>
                  <a:pt x="46" y="13"/>
                  <a:pt x="110" y="2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428760" y="241560"/>
            <a:ext cx="547236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Love as a Weapon of Destruction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447480" y="1447560"/>
            <a:ext cx="5486760" cy="2162520"/>
          </a:xfrm>
          <a:custGeom>
            <a:avLst/>
            <a:gdLst/>
            <a:ahLst/>
            <a:rect l="0" t="0" r="r" b="b"/>
            <a:pathLst>
              <a:path w="15241" h="6007">
                <a:moveTo>
                  <a:pt x="0" y="6007"/>
                </a:moveTo>
                <a:lnTo>
                  <a:pt x="0" y="0"/>
                </a:lnTo>
                <a:lnTo>
                  <a:pt x="15059" y="0"/>
                </a:lnTo>
                <a:cubicBezTo>
                  <a:pt x="15071" y="0"/>
                  <a:pt x="15082" y="1"/>
                  <a:pt x="15094" y="4"/>
                </a:cubicBezTo>
                <a:cubicBezTo>
                  <a:pt x="15106" y="6"/>
                  <a:pt x="15117" y="9"/>
                  <a:pt x="15128" y="14"/>
                </a:cubicBezTo>
                <a:cubicBezTo>
                  <a:pt x="15139" y="19"/>
                  <a:pt x="15150" y="24"/>
                  <a:pt x="15160" y="31"/>
                </a:cubicBezTo>
                <a:cubicBezTo>
                  <a:pt x="15170" y="38"/>
                  <a:pt x="15179" y="45"/>
                  <a:pt x="15188" y="54"/>
                </a:cubicBezTo>
                <a:cubicBezTo>
                  <a:pt x="15196" y="62"/>
                  <a:pt x="15204" y="71"/>
                  <a:pt x="15210" y="81"/>
                </a:cubicBezTo>
                <a:cubicBezTo>
                  <a:pt x="15217" y="91"/>
                  <a:pt x="15223" y="102"/>
                  <a:pt x="15227" y="113"/>
                </a:cubicBezTo>
                <a:cubicBezTo>
                  <a:pt x="15232" y="124"/>
                  <a:pt x="15235" y="135"/>
                  <a:pt x="15238" y="147"/>
                </a:cubicBezTo>
                <a:cubicBezTo>
                  <a:pt x="15240" y="159"/>
                  <a:pt x="15241" y="171"/>
                  <a:pt x="15241" y="183"/>
                </a:cubicBezTo>
                <a:lnTo>
                  <a:pt x="15241" y="5825"/>
                </a:lnTo>
                <a:cubicBezTo>
                  <a:pt x="15241" y="5837"/>
                  <a:pt x="15240" y="5849"/>
                  <a:pt x="15238" y="5860"/>
                </a:cubicBezTo>
                <a:cubicBezTo>
                  <a:pt x="15235" y="5872"/>
                  <a:pt x="15232" y="5883"/>
                  <a:pt x="15227" y="5895"/>
                </a:cubicBezTo>
                <a:cubicBezTo>
                  <a:pt x="15223" y="5906"/>
                  <a:pt x="15217" y="5916"/>
                  <a:pt x="15210" y="5926"/>
                </a:cubicBezTo>
                <a:cubicBezTo>
                  <a:pt x="15204" y="5936"/>
                  <a:pt x="15196" y="5945"/>
                  <a:pt x="15188" y="5954"/>
                </a:cubicBezTo>
                <a:cubicBezTo>
                  <a:pt x="15179" y="5962"/>
                  <a:pt x="15170" y="5970"/>
                  <a:pt x="15160" y="5976"/>
                </a:cubicBezTo>
                <a:cubicBezTo>
                  <a:pt x="15150" y="5983"/>
                  <a:pt x="15139" y="5989"/>
                  <a:pt x="15128" y="5993"/>
                </a:cubicBezTo>
                <a:cubicBezTo>
                  <a:pt x="15117" y="5998"/>
                  <a:pt x="15106" y="6001"/>
                  <a:pt x="15094" y="6004"/>
                </a:cubicBezTo>
                <a:cubicBezTo>
                  <a:pt x="15082" y="6006"/>
                  <a:pt x="15071" y="6007"/>
                  <a:pt x="15059" y="6007"/>
                </a:cubicBezTo>
                <a:lnTo>
                  <a:pt x="0" y="6007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428400" y="1447560"/>
            <a:ext cx="38520" cy="2162520"/>
          </a:xfrm>
          <a:custGeom>
            <a:avLst/>
            <a:gdLst/>
            <a:ahLst/>
            <a:rect l="0" t="0" r="r" b="b"/>
            <a:pathLst>
              <a:path w="107" h="6007">
                <a:moveTo>
                  <a:pt x="0" y="0"/>
                </a:moveTo>
                <a:lnTo>
                  <a:pt x="107" y="0"/>
                </a:lnTo>
                <a:lnTo>
                  <a:pt x="107" y="6007"/>
                </a:lnTo>
                <a:lnTo>
                  <a:pt x="0" y="60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929520" y="1005480"/>
            <a:ext cx="240804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Betrayal &amp; Vengeful Madness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428400" y="3809880"/>
            <a:ext cx="371880" cy="371880"/>
          </a:xfrm>
          <a:custGeom>
            <a:avLst/>
            <a:gdLst/>
            <a:ahLst/>
            <a:rect l="0" t="0" r="r" b="b"/>
            <a:pathLst>
              <a:path w="1033" h="1033">
                <a:moveTo>
                  <a:pt x="0" y="850"/>
                </a:moveTo>
                <a:lnTo>
                  <a:pt x="0" y="182"/>
                </a:lnTo>
                <a:cubicBezTo>
                  <a:pt x="0" y="170"/>
                  <a:pt x="1" y="159"/>
                  <a:pt x="4" y="147"/>
                </a:cubicBezTo>
                <a:cubicBezTo>
                  <a:pt x="6" y="135"/>
                  <a:pt x="9" y="124"/>
                  <a:pt x="14" y="113"/>
                </a:cubicBezTo>
                <a:cubicBezTo>
                  <a:pt x="19" y="101"/>
                  <a:pt x="24" y="91"/>
                  <a:pt x="31" y="81"/>
                </a:cubicBezTo>
                <a:cubicBezTo>
                  <a:pt x="38" y="71"/>
                  <a:pt x="45" y="62"/>
                  <a:pt x="54" y="53"/>
                </a:cubicBezTo>
                <a:cubicBezTo>
                  <a:pt x="62" y="45"/>
                  <a:pt x="71" y="37"/>
                  <a:pt x="81" y="31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5" y="6"/>
                  <a:pt x="147" y="3"/>
                </a:cubicBezTo>
                <a:cubicBezTo>
                  <a:pt x="159" y="1"/>
                  <a:pt x="171" y="0"/>
                  <a:pt x="183" y="0"/>
                </a:cubicBezTo>
                <a:lnTo>
                  <a:pt x="850" y="0"/>
                </a:lnTo>
                <a:cubicBezTo>
                  <a:pt x="862" y="0"/>
                  <a:pt x="874" y="1"/>
                  <a:pt x="886" y="3"/>
                </a:cubicBezTo>
                <a:cubicBezTo>
                  <a:pt x="898" y="6"/>
                  <a:pt x="909" y="9"/>
                  <a:pt x="920" y="14"/>
                </a:cubicBezTo>
                <a:cubicBezTo>
                  <a:pt x="931" y="18"/>
                  <a:pt x="942" y="24"/>
                  <a:pt x="952" y="31"/>
                </a:cubicBezTo>
                <a:cubicBezTo>
                  <a:pt x="962" y="37"/>
                  <a:pt x="971" y="45"/>
                  <a:pt x="980" y="53"/>
                </a:cubicBezTo>
                <a:cubicBezTo>
                  <a:pt x="988" y="62"/>
                  <a:pt x="996" y="71"/>
                  <a:pt x="1002" y="81"/>
                </a:cubicBezTo>
                <a:cubicBezTo>
                  <a:pt x="1009" y="91"/>
                  <a:pt x="1015" y="101"/>
                  <a:pt x="1019" y="113"/>
                </a:cubicBezTo>
                <a:cubicBezTo>
                  <a:pt x="1024" y="124"/>
                  <a:pt x="1027" y="135"/>
                  <a:pt x="1029" y="147"/>
                </a:cubicBezTo>
                <a:cubicBezTo>
                  <a:pt x="1032" y="159"/>
                  <a:pt x="1033" y="170"/>
                  <a:pt x="1033" y="182"/>
                </a:cubicBezTo>
                <a:lnTo>
                  <a:pt x="1033" y="850"/>
                </a:lnTo>
                <a:cubicBezTo>
                  <a:pt x="1033" y="862"/>
                  <a:pt x="1032" y="874"/>
                  <a:pt x="1029" y="886"/>
                </a:cubicBezTo>
                <a:cubicBezTo>
                  <a:pt x="1027" y="898"/>
                  <a:pt x="1024" y="909"/>
                  <a:pt x="1019" y="920"/>
                </a:cubicBezTo>
                <a:cubicBezTo>
                  <a:pt x="1015" y="931"/>
                  <a:pt x="1009" y="942"/>
                  <a:pt x="1002" y="952"/>
                </a:cubicBezTo>
                <a:cubicBezTo>
                  <a:pt x="996" y="962"/>
                  <a:pt x="988" y="971"/>
                  <a:pt x="980" y="979"/>
                </a:cubicBezTo>
                <a:cubicBezTo>
                  <a:pt x="971" y="988"/>
                  <a:pt x="962" y="995"/>
                  <a:pt x="952" y="1002"/>
                </a:cubicBezTo>
                <a:cubicBezTo>
                  <a:pt x="942" y="1009"/>
                  <a:pt x="931" y="1014"/>
                  <a:pt x="920" y="1019"/>
                </a:cubicBezTo>
                <a:cubicBezTo>
                  <a:pt x="909" y="1023"/>
                  <a:pt x="898" y="1027"/>
                  <a:pt x="886" y="1029"/>
                </a:cubicBezTo>
                <a:cubicBezTo>
                  <a:pt x="874" y="1032"/>
                  <a:pt x="862" y="1033"/>
                  <a:pt x="850" y="1033"/>
                </a:cubicBezTo>
                <a:lnTo>
                  <a:pt x="183" y="1033"/>
                </a:lnTo>
                <a:cubicBezTo>
                  <a:pt x="171" y="1033"/>
                  <a:pt x="159" y="1032"/>
                  <a:pt x="147" y="1029"/>
                </a:cubicBezTo>
                <a:cubicBezTo>
                  <a:pt x="135" y="1027"/>
                  <a:pt x="124" y="1023"/>
                  <a:pt x="113" y="1019"/>
                </a:cubicBezTo>
                <a:cubicBezTo>
                  <a:pt x="102" y="1014"/>
                  <a:pt x="91" y="1009"/>
                  <a:pt x="81" y="1002"/>
                </a:cubicBezTo>
                <a:cubicBezTo>
                  <a:pt x="71" y="995"/>
                  <a:pt x="62" y="988"/>
                  <a:pt x="54" y="979"/>
                </a:cubicBezTo>
                <a:cubicBezTo>
                  <a:pt x="45" y="971"/>
                  <a:pt x="38" y="962"/>
                  <a:pt x="31" y="952"/>
                </a:cubicBezTo>
                <a:cubicBezTo>
                  <a:pt x="24" y="942"/>
                  <a:pt x="19" y="931"/>
                  <a:pt x="14" y="920"/>
                </a:cubicBezTo>
                <a:cubicBezTo>
                  <a:pt x="9" y="909"/>
                  <a:pt x="6" y="898"/>
                  <a:pt x="4" y="886"/>
                </a:cubicBezTo>
                <a:cubicBezTo>
                  <a:pt x="1" y="874"/>
                  <a:pt x="0" y="862"/>
                  <a:pt x="0" y="850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542880" y="3905280"/>
            <a:ext cx="149400" cy="170640"/>
          </a:xfrm>
          <a:custGeom>
            <a:avLst/>
            <a:gdLst/>
            <a:ahLst/>
            <a:rect l="0" t="0" r="r" b="b"/>
            <a:pathLst>
              <a:path w="415" h="474">
                <a:moveTo>
                  <a:pt x="207" y="0"/>
                </a:moveTo>
                <a:cubicBezTo>
                  <a:pt x="223" y="0"/>
                  <a:pt x="237" y="13"/>
                  <a:pt x="237" y="29"/>
                </a:cubicBezTo>
                <a:lnTo>
                  <a:pt x="237" y="44"/>
                </a:lnTo>
                <a:lnTo>
                  <a:pt x="251" y="44"/>
                </a:lnTo>
                <a:cubicBezTo>
                  <a:pt x="268" y="44"/>
                  <a:pt x="281" y="57"/>
                  <a:pt x="281" y="74"/>
                </a:cubicBezTo>
                <a:cubicBezTo>
                  <a:pt x="281" y="90"/>
                  <a:pt x="268" y="103"/>
                  <a:pt x="251" y="103"/>
                </a:cubicBezTo>
                <a:lnTo>
                  <a:pt x="237" y="103"/>
                </a:lnTo>
                <a:lnTo>
                  <a:pt x="237" y="148"/>
                </a:lnTo>
                <a:lnTo>
                  <a:pt x="378" y="148"/>
                </a:lnTo>
                <a:cubicBezTo>
                  <a:pt x="399" y="148"/>
                  <a:pt x="415" y="164"/>
                  <a:pt x="415" y="185"/>
                </a:cubicBezTo>
                <a:cubicBezTo>
                  <a:pt x="415" y="190"/>
                  <a:pt x="414" y="194"/>
                  <a:pt x="412" y="199"/>
                </a:cubicBezTo>
                <a:lnTo>
                  <a:pt x="340" y="371"/>
                </a:lnTo>
                <a:lnTo>
                  <a:pt x="74" y="371"/>
                </a:lnTo>
                <a:lnTo>
                  <a:pt x="2" y="199"/>
                </a:lnTo>
                <a:cubicBezTo>
                  <a:pt x="1" y="194"/>
                  <a:pt x="0" y="190"/>
                  <a:pt x="0" y="185"/>
                </a:cubicBezTo>
                <a:cubicBezTo>
                  <a:pt x="0" y="164"/>
                  <a:pt x="16" y="148"/>
                  <a:pt x="37" y="148"/>
                </a:cubicBezTo>
                <a:lnTo>
                  <a:pt x="177" y="148"/>
                </a:lnTo>
                <a:lnTo>
                  <a:pt x="177" y="103"/>
                </a:lnTo>
                <a:lnTo>
                  <a:pt x="163" y="103"/>
                </a:lnTo>
                <a:cubicBezTo>
                  <a:pt x="146" y="103"/>
                  <a:pt x="133" y="90"/>
                  <a:pt x="133" y="74"/>
                </a:cubicBezTo>
                <a:cubicBezTo>
                  <a:pt x="133" y="57"/>
                  <a:pt x="146" y="44"/>
                  <a:pt x="163" y="44"/>
                </a:cubicBezTo>
                <a:lnTo>
                  <a:pt x="177" y="44"/>
                </a:lnTo>
                <a:lnTo>
                  <a:pt x="177" y="29"/>
                </a:lnTo>
                <a:cubicBezTo>
                  <a:pt x="177" y="13"/>
                  <a:pt x="191" y="0"/>
                  <a:pt x="207" y="0"/>
                </a:cubicBezTo>
                <a:moveTo>
                  <a:pt x="35" y="439"/>
                </a:moveTo>
                <a:lnTo>
                  <a:pt x="74" y="400"/>
                </a:lnTo>
                <a:lnTo>
                  <a:pt x="340" y="400"/>
                </a:lnTo>
                <a:lnTo>
                  <a:pt x="380" y="439"/>
                </a:lnTo>
                <a:cubicBezTo>
                  <a:pt x="383" y="443"/>
                  <a:pt x="386" y="448"/>
                  <a:pt x="386" y="454"/>
                </a:cubicBezTo>
                <a:cubicBezTo>
                  <a:pt x="386" y="465"/>
                  <a:pt x="376" y="474"/>
                  <a:pt x="365" y="474"/>
                </a:cubicBezTo>
                <a:lnTo>
                  <a:pt x="50" y="474"/>
                </a:lnTo>
                <a:cubicBezTo>
                  <a:pt x="39" y="474"/>
                  <a:pt x="29" y="465"/>
                  <a:pt x="29" y="454"/>
                </a:cubicBezTo>
                <a:cubicBezTo>
                  <a:pt x="29" y="448"/>
                  <a:pt x="31" y="443"/>
                  <a:pt x="35" y="439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630720" y="1612080"/>
            <a:ext cx="12672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3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Primal Catalyst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447480" y="4305240"/>
            <a:ext cx="5486760" cy="2171880"/>
          </a:xfrm>
          <a:custGeom>
            <a:avLst/>
            <a:gdLst/>
            <a:ahLst/>
            <a:rect l="0" t="0" r="r" b="b"/>
            <a:pathLst>
              <a:path w="15241" h="6033">
                <a:moveTo>
                  <a:pt x="0" y="6033"/>
                </a:moveTo>
                <a:lnTo>
                  <a:pt x="0" y="0"/>
                </a:lnTo>
                <a:lnTo>
                  <a:pt x="15059" y="0"/>
                </a:lnTo>
                <a:cubicBezTo>
                  <a:pt x="15071" y="0"/>
                  <a:pt x="15082" y="1"/>
                  <a:pt x="15094" y="3"/>
                </a:cubicBezTo>
                <a:cubicBezTo>
                  <a:pt x="15106" y="6"/>
                  <a:pt x="15117" y="9"/>
                  <a:pt x="15128" y="14"/>
                </a:cubicBezTo>
                <a:cubicBezTo>
                  <a:pt x="15139" y="18"/>
                  <a:pt x="15150" y="24"/>
                  <a:pt x="15160" y="30"/>
                </a:cubicBezTo>
                <a:cubicBezTo>
                  <a:pt x="15170" y="37"/>
                  <a:pt x="15179" y="45"/>
                  <a:pt x="15188" y="53"/>
                </a:cubicBezTo>
                <a:cubicBezTo>
                  <a:pt x="15196" y="62"/>
                  <a:pt x="15204" y="71"/>
                  <a:pt x="15210" y="81"/>
                </a:cubicBezTo>
                <a:cubicBezTo>
                  <a:pt x="15217" y="91"/>
                  <a:pt x="15223" y="101"/>
                  <a:pt x="15227" y="112"/>
                </a:cubicBezTo>
                <a:cubicBezTo>
                  <a:pt x="15232" y="123"/>
                  <a:pt x="15235" y="135"/>
                  <a:pt x="15238" y="147"/>
                </a:cubicBezTo>
                <a:cubicBezTo>
                  <a:pt x="15240" y="158"/>
                  <a:pt x="15241" y="170"/>
                  <a:pt x="15241" y="182"/>
                </a:cubicBezTo>
                <a:lnTo>
                  <a:pt x="15241" y="5851"/>
                </a:lnTo>
                <a:cubicBezTo>
                  <a:pt x="15241" y="5863"/>
                  <a:pt x="15240" y="5874"/>
                  <a:pt x="15238" y="5886"/>
                </a:cubicBezTo>
                <a:cubicBezTo>
                  <a:pt x="15235" y="5898"/>
                  <a:pt x="15232" y="5909"/>
                  <a:pt x="15227" y="5920"/>
                </a:cubicBezTo>
                <a:cubicBezTo>
                  <a:pt x="15223" y="5932"/>
                  <a:pt x="15217" y="5942"/>
                  <a:pt x="15210" y="5952"/>
                </a:cubicBezTo>
                <a:cubicBezTo>
                  <a:pt x="15204" y="5962"/>
                  <a:pt x="15196" y="5971"/>
                  <a:pt x="15188" y="5980"/>
                </a:cubicBezTo>
                <a:cubicBezTo>
                  <a:pt x="15179" y="5988"/>
                  <a:pt x="15170" y="5996"/>
                  <a:pt x="15160" y="6002"/>
                </a:cubicBezTo>
                <a:cubicBezTo>
                  <a:pt x="15150" y="6009"/>
                  <a:pt x="15139" y="6015"/>
                  <a:pt x="15128" y="6019"/>
                </a:cubicBezTo>
                <a:cubicBezTo>
                  <a:pt x="15117" y="6024"/>
                  <a:pt x="15106" y="6027"/>
                  <a:pt x="15094" y="6030"/>
                </a:cubicBezTo>
                <a:cubicBezTo>
                  <a:pt x="15082" y="6032"/>
                  <a:pt x="15071" y="6033"/>
                  <a:pt x="15059" y="6033"/>
                </a:cubicBezTo>
                <a:lnTo>
                  <a:pt x="0" y="6033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428400" y="4305240"/>
            <a:ext cx="38520" cy="2171880"/>
          </a:xfrm>
          <a:custGeom>
            <a:avLst/>
            <a:gdLst/>
            <a:ahLst/>
            <a:rect l="0" t="0" r="r" b="b"/>
            <a:pathLst>
              <a:path w="107" h="6033">
                <a:moveTo>
                  <a:pt x="0" y="0"/>
                </a:moveTo>
                <a:lnTo>
                  <a:pt x="107" y="0"/>
                </a:lnTo>
                <a:lnTo>
                  <a:pt x="107" y="6033"/>
                </a:lnTo>
                <a:lnTo>
                  <a:pt x="0" y="6033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929520" y="3872520"/>
            <a:ext cx="197568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A Masterclass in Cruelty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6257880" y="942840"/>
            <a:ext cx="371520" cy="371880"/>
          </a:xfrm>
          <a:custGeom>
            <a:avLst/>
            <a:gdLst/>
            <a:ahLst/>
            <a:rect l="0" t="0" r="r" b="b"/>
            <a:pathLst>
              <a:path w="1032" h="1033">
                <a:moveTo>
                  <a:pt x="0" y="849"/>
                </a:moveTo>
                <a:lnTo>
                  <a:pt x="0" y="182"/>
                </a:lnTo>
                <a:cubicBezTo>
                  <a:pt x="0" y="170"/>
                  <a:pt x="1" y="159"/>
                  <a:pt x="3" y="147"/>
                </a:cubicBezTo>
                <a:cubicBezTo>
                  <a:pt x="5" y="135"/>
                  <a:pt x="9" y="124"/>
                  <a:pt x="14" y="113"/>
                </a:cubicBezTo>
                <a:cubicBezTo>
                  <a:pt x="18" y="101"/>
                  <a:pt x="24" y="91"/>
                  <a:pt x="30" y="81"/>
                </a:cubicBezTo>
                <a:cubicBezTo>
                  <a:pt x="37" y="71"/>
                  <a:pt x="45" y="62"/>
                  <a:pt x="53" y="53"/>
                </a:cubicBezTo>
                <a:cubicBezTo>
                  <a:pt x="62" y="45"/>
                  <a:pt x="71" y="37"/>
                  <a:pt x="81" y="31"/>
                </a:cubicBezTo>
                <a:cubicBezTo>
                  <a:pt x="91" y="24"/>
                  <a:pt x="101" y="18"/>
                  <a:pt x="112" y="14"/>
                </a:cubicBezTo>
                <a:cubicBezTo>
                  <a:pt x="123" y="9"/>
                  <a:pt x="135" y="6"/>
                  <a:pt x="147" y="3"/>
                </a:cubicBezTo>
                <a:cubicBezTo>
                  <a:pt x="158" y="1"/>
                  <a:pt x="170" y="0"/>
                  <a:pt x="182" y="0"/>
                </a:cubicBezTo>
                <a:lnTo>
                  <a:pt x="850" y="0"/>
                </a:lnTo>
                <a:cubicBezTo>
                  <a:pt x="862" y="0"/>
                  <a:pt x="874" y="1"/>
                  <a:pt x="886" y="3"/>
                </a:cubicBezTo>
                <a:cubicBezTo>
                  <a:pt x="897" y="6"/>
                  <a:pt x="909" y="9"/>
                  <a:pt x="920" y="14"/>
                </a:cubicBezTo>
                <a:cubicBezTo>
                  <a:pt x="931" y="18"/>
                  <a:pt x="941" y="24"/>
                  <a:pt x="951" y="31"/>
                </a:cubicBezTo>
                <a:cubicBezTo>
                  <a:pt x="961" y="37"/>
                  <a:pt x="971" y="45"/>
                  <a:pt x="979" y="53"/>
                </a:cubicBezTo>
                <a:cubicBezTo>
                  <a:pt x="988" y="62"/>
                  <a:pt x="995" y="71"/>
                  <a:pt x="1002" y="81"/>
                </a:cubicBezTo>
                <a:cubicBezTo>
                  <a:pt x="1008" y="91"/>
                  <a:pt x="1014" y="101"/>
                  <a:pt x="1019" y="113"/>
                </a:cubicBezTo>
                <a:cubicBezTo>
                  <a:pt x="1023" y="124"/>
                  <a:pt x="1027" y="135"/>
                  <a:pt x="1029" y="147"/>
                </a:cubicBezTo>
                <a:cubicBezTo>
                  <a:pt x="1031" y="159"/>
                  <a:pt x="1032" y="170"/>
                  <a:pt x="1032" y="182"/>
                </a:cubicBezTo>
                <a:lnTo>
                  <a:pt x="1032" y="849"/>
                </a:lnTo>
                <a:cubicBezTo>
                  <a:pt x="1032" y="861"/>
                  <a:pt x="1031" y="873"/>
                  <a:pt x="1029" y="885"/>
                </a:cubicBezTo>
                <a:cubicBezTo>
                  <a:pt x="1027" y="897"/>
                  <a:pt x="1023" y="908"/>
                  <a:pt x="1019" y="919"/>
                </a:cubicBezTo>
                <a:cubicBezTo>
                  <a:pt x="1014" y="930"/>
                  <a:pt x="1008" y="941"/>
                  <a:pt x="1002" y="951"/>
                </a:cubicBezTo>
                <a:cubicBezTo>
                  <a:pt x="995" y="961"/>
                  <a:pt x="988" y="970"/>
                  <a:pt x="979" y="978"/>
                </a:cubicBezTo>
                <a:cubicBezTo>
                  <a:pt x="971" y="987"/>
                  <a:pt x="961" y="995"/>
                  <a:pt x="951" y="1002"/>
                </a:cubicBezTo>
                <a:cubicBezTo>
                  <a:pt x="941" y="1009"/>
                  <a:pt x="931" y="1014"/>
                  <a:pt x="920" y="1019"/>
                </a:cubicBezTo>
                <a:cubicBezTo>
                  <a:pt x="909" y="1023"/>
                  <a:pt x="897" y="1027"/>
                  <a:pt x="886" y="1029"/>
                </a:cubicBezTo>
                <a:cubicBezTo>
                  <a:pt x="874" y="1032"/>
                  <a:pt x="862" y="1033"/>
                  <a:pt x="850" y="1033"/>
                </a:cubicBezTo>
                <a:lnTo>
                  <a:pt x="182" y="1033"/>
                </a:lnTo>
                <a:cubicBezTo>
                  <a:pt x="170" y="1033"/>
                  <a:pt x="158" y="1032"/>
                  <a:pt x="147" y="1029"/>
                </a:cubicBezTo>
                <a:cubicBezTo>
                  <a:pt x="135" y="1027"/>
                  <a:pt x="123" y="1023"/>
                  <a:pt x="112" y="1019"/>
                </a:cubicBezTo>
                <a:cubicBezTo>
                  <a:pt x="101" y="1014"/>
                  <a:pt x="91" y="1009"/>
                  <a:pt x="81" y="1002"/>
                </a:cubicBezTo>
                <a:cubicBezTo>
                  <a:pt x="71" y="995"/>
                  <a:pt x="62" y="987"/>
                  <a:pt x="53" y="978"/>
                </a:cubicBezTo>
                <a:cubicBezTo>
                  <a:pt x="45" y="970"/>
                  <a:pt x="37" y="961"/>
                  <a:pt x="30" y="951"/>
                </a:cubicBezTo>
                <a:cubicBezTo>
                  <a:pt x="24" y="941"/>
                  <a:pt x="18" y="930"/>
                  <a:pt x="14" y="919"/>
                </a:cubicBezTo>
                <a:cubicBezTo>
                  <a:pt x="9" y="908"/>
                  <a:pt x="5" y="897"/>
                  <a:pt x="3" y="885"/>
                </a:cubicBezTo>
                <a:cubicBezTo>
                  <a:pt x="1" y="873"/>
                  <a:pt x="0" y="861"/>
                  <a:pt x="0" y="849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6334560" y="1038240"/>
            <a:ext cx="212400" cy="171000"/>
          </a:xfrm>
          <a:custGeom>
            <a:avLst/>
            <a:gdLst/>
            <a:ahLst/>
            <a:rect l="0" t="0" r="r" b="b"/>
            <a:pathLst>
              <a:path w="590" h="475">
                <a:moveTo>
                  <a:pt x="483" y="57"/>
                </a:moveTo>
                <a:cubicBezTo>
                  <a:pt x="498" y="52"/>
                  <a:pt x="506" y="35"/>
                  <a:pt x="501" y="20"/>
                </a:cubicBezTo>
                <a:cubicBezTo>
                  <a:pt x="496" y="4"/>
                  <a:pt x="479" y="-4"/>
                  <a:pt x="464" y="1"/>
                </a:cubicBezTo>
                <a:lnTo>
                  <a:pt x="358" y="36"/>
                </a:lnTo>
                <a:cubicBezTo>
                  <a:pt x="345" y="14"/>
                  <a:pt x="322" y="0"/>
                  <a:pt x="295" y="0"/>
                </a:cubicBezTo>
                <a:cubicBezTo>
                  <a:pt x="254" y="0"/>
                  <a:pt x="220" y="33"/>
                  <a:pt x="220" y="74"/>
                </a:cubicBezTo>
                <a:cubicBezTo>
                  <a:pt x="220" y="76"/>
                  <a:pt x="221" y="79"/>
                  <a:pt x="221" y="82"/>
                </a:cubicBezTo>
                <a:lnTo>
                  <a:pt x="107" y="120"/>
                </a:lnTo>
                <a:cubicBezTo>
                  <a:pt x="92" y="125"/>
                  <a:pt x="84" y="141"/>
                  <a:pt x="89" y="157"/>
                </a:cubicBezTo>
                <a:cubicBezTo>
                  <a:pt x="94" y="173"/>
                  <a:pt x="111" y="181"/>
                  <a:pt x="126" y="176"/>
                </a:cubicBezTo>
                <a:lnTo>
                  <a:pt x="252" y="134"/>
                </a:lnTo>
                <a:cubicBezTo>
                  <a:pt x="256" y="137"/>
                  <a:pt x="260" y="139"/>
                  <a:pt x="265" y="141"/>
                </a:cubicBezTo>
                <a:lnTo>
                  <a:pt x="265" y="445"/>
                </a:lnTo>
                <a:cubicBezTo>
                  <a:pt x="265" y="461"/>
                  <a:pt x="278" y="475"/>
                  <a:pt x="295" y="475"/>
                </a:cubicBezTo>
                <a:lnTo>
                  <a:pt x="473" y="475"/>
                </a:lnTo>
                <a:cubicBezTo>
                  <a:pt x="490" y="475"/>
                  <a:pt x="503" y="461"/>
                  <a:pt x="503" y="445"/>
                </a:cubicBezTo>
                <a:cubicBezTo>
                  <a:pt x="503" y="429"/>
                  <a:pt x="490" y="415"/>
                  <a:pt x="473" y="415"/>
                </a:cubicBezTo>
                <a:lnTo>
                  <a:pt x="324" y="415"/>
                </a:lnTo>
                <a:lnTo>
                  <a:pt x="324" y="141"/>
                </a:lnTo>
                <a:cubicBezTo>
                  <a:pt x="344" y="133"/>
                  <a:pt x="359" y="116"/>
                  <a:pt x="365" y="96"/>
                </a:cubicBezTo>
                <a:lnTo>
                  <a:pt x="483" y="57"/>
                </a:lnTo>
                <a:moveTo>
                  <a:pt x="406" y="267"/>
                </a:moveTo>
                <a:lnTo>
                  <a:pt x="473" y="151"/>
                </a:lnTo>
                <a:lnTo>
                  <a:pt x="540" y="267"/>
                </a:lnTo>
                <a:lnTo>
                  <a:pt x="406" y="267"/>
                </a:lnTo>
                <a:moveTo>
                  <a:pt x="473" y="356"/>
                </a:moveTo>
                <a:cubicBezTo>
                  <a:pt x="531" y="356"/>
                  <a:pt x="580" y="325"/>
                  <a:pt x="590" y="283"/>
                </a:cubicBezTo>
                <a:cubicBezTo>
                  <a:pt x="592" y="273"/>
                  <a:pt x="589" y="262"/>
                  <a:pt x="584" y="253"/>
                </a:cubicBezTo>
                <a:lnTo>
                  <a:pt x="496" y="101"/>
                </a:lnTo>
                <a:cubicBezTo>
                  <a:pt x="491" y="93"/>
                  <a:pt x="482" y="88"/>
                  <a:pt x="473" y="88"/>
                </a:cubicBezTo>
                <a:cubicBezTo>
                  <a:pt x="464" y="88"/>
                  <a:pt x="456" y="93"/>
                  <a:pt x="451" y="101"/>
                </a:cubicBezTo>
                <a:lnTo>
                  <a:pt x="362" y="253"/>
                </a:lnTo>
                <a:cubicBezTo>
                  <a:pt x="357" y="262"/>
                  <a:pt x="353" y="273"/>
                  <a:pt x="356" y="283"/>
                </a:cubicBezTo>
                <a:cubicBezTo>
                  <a:pt x="366" y="325"/>
                  <a:pt x="415" y="356"/>
                  <a:pt x="473" y="356"/>
                </a:cubicBezTo>
                <a:moveTo>
                  <a:pt x="118" y="271"/>
                </a:moveTo>
                <a:lnTo>
                  <a:pt x="185" y="386"/>
                </a:lnTo>
                <a:lnTo>
                  <a:pt x="51" y="386"/>
                </a:lnTo>
                <a:lnTo>
                  <a:pt x="118" y="271"/>
                </a:lnTo>
                <a:moveTo>
                  <a:pt x="1" y="401"/>
                </a:moveTo>
                <a:cubicBezTo>
                  <a:pt x="11" y="443"/>
                  <a:pt x="60" y="475"/>
                  <a:pt x="118" y="475"/>
                </a:cubicBezTo>
                <a:cubicBezTo>
                  <a:pt x="176" y="475"/>
                  <a:pt x="225" y="443"/>
                  <a:pt x="235" y="401"/>
                </a:cubicBezTo>
                <a:cubicBezTo>
                  <a:pt x="237" y="391"/>
                  <a:pt x="234" y="381"/>
                  <a:pt x="228" y="372"/>
                </a:cubicBezTo>
                <a:lnTo>
                  <a:pt x="140" y="221"/>
                </a:lnTo>
                <a:cubicBezTo>
                  <a:pt x="135" y="213"/>
                  <a:pt x="127" y="208"/>
                  <a:pt x="118" y="208"/>
                </a:cubicBezTo>
                <a:cubicBezTo>
                  <a:pt x="109" y="208"/>
                  <a:pt x="100" y="213"/>
                  <a:pt x="95" y="221"/>
                </a:cubicBezTo>
                <a:lnTo>
                  <a:pt x="7" y="372"/>
                </a:lnTo>
                <a:cubicBezTo>
                  <a:pt x="2" y="381"/>
                  <a:pt x="-1" y="391"/>
                  <a:pt x="1" y="402"/>
                </a:cubicBezTo>
                <a:lnTo>
                  <a:pt x="1" y="401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630720" y="4479120"/>
            <a:ext cx="15483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3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Systematic Dismantling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6276960" y="1447560"/>
            <a:ext cx="5486760" cy="2162520"/>
          </a:xfrm>
          <a:custGeom>
            <a:avLst/>
            <a:gdLst/>
            <a:ahLst/>
            <a:rect l="0" t="0" r="r" b="b"/>
            <a:pathLst>
              <a:path w="15241" h="6007">
                <a:moveTo>
                  <a:pt x="0" y="6007"/>
                </a:moveTo>
                <a:lnTo>
                  <a:pt x="0" y="0"/>
                </a:lnTo>
                <a:lnTo>
                  <a:pt x="15058" y="0"/>
                </a:lnTo>
                <a:cubicBezTo>
                  <a:pt x="15070" y="0"/>
                  <a:pt x="15082" y="1"/>
                  <a:pt x="15094" y="4"/>
                </a:cubicBezTo>
                <a:cubicBezTo>
                  <a:pt x="15105" y="6"/>
                  <a:pt x="15117" y="9"/>
                  <a:pt x="15128" y="14"/>
                </a:cubicBezTo>
                <a:cubicBezTo>
                  <a:pt x="15139" y="19"/>
                  <a:pt x="15149" y="24"/>
                  <a:pt x="15159" y="31"/>
                </a:cubicBezTo>
                <a:cubicBezTo>
                  <a:pt x="15169" y="38"/>
                  <a:pt x="15179" y="45"/>
                  <a:pt x="15187" y="54"/>
                </a:cubicBezTo>
                <a:cubicBezTo>
                  <a:pt x="15196" y="62"/>
                  <a:pt x="15203" y="71"/>
                  <a:pt x="15210" y="81"/>
                </a:cubicBezTo>
                <a:cubicBezTo>
                  <a:pt x="15216" y="91"/>
                  <a:pt x="15222" y="102"/>
                  <a:pt x="15227" y="113"/>
                </a:cubicBezTo>
                <a:cubicBezTo>
                  <a:pt x="15231" y="124"/>
                  <a:pt x="15235" y="135"/>
                  <a:pt x="15237" y="147"/>
                </a:cubicBezTo>
                <a:cubicBezTo>
                  <a:pt x="15239" y="159"/>
                  <a:pt x="15241" y="171"/>
                  <a:pt x="15241" y="183"/>
                </a:cubicBezTo>
                <a:lnTo>
                  <a:pt x="15241" y="5825"/>
                </a:lnTo>
                <a:cubicBezTo>
                  <a:pt x="15241" y="5837"/>
                  <a:pt x="15239" y="5849"/>
                  <a:pt x="15237" y="5860"/>
                </a:cubicBezTo>
                <a:cubicBezTo>
                  <a:pt x="15235" y="5872"/>
                  <a:pt x="15231" y="5883"/>
                  <a:pt x="15227" y="5895"/>
                </a:cubicBezTo>
                <a:cubicBezTo>
                  <a:pt x="15222" y="5906"/>
                  <a:pt x="15216" y="5916"/>
                  <a:pt x="15210" y="5926"/>
                </a:cubicBezTo>
                <a:cubicBezTo>
                  <a:pt x="15203" y="5936"/>
                  <a:pt x="15196" y="5945"/>
                  <a:pt x="15187" y="5954"/>
                </a:cubicBezTo>
                <a:cubicBezTo>
                  <a:pt x="15179" y="5962"/>
                  <a:pt x="15169" y="5970"/>
                  <a:pt x="15159" y="5976"/>
                </a:cubicBezTo>
                <a:cubicBezTo>
                  <a:pt x="15149" y="5983"/>
                  <a:pt x="15139" y="5989"/>
                  <a:pt x="15128" y="5993"/>
                </a:cubicBezTo>
                <a:cubicBezTo>
                  <a:pt x="15117" y="5998"/>
                  <a:pt x="15105" y="6001"/>
                  <a:pt x="15094" y="6004"/>
                </a:cubicBezTo>
                <a:cubicBezTo>
                  <a:pt x="15082" y="6006"/>
                  <a:pt x="15070" y="6007"/>
                  <a:pt x="15058" y="6007"/>
                </a:cubicBezTo>
                <a:lnTo>
                  <a:pt x="0" y="6007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6257880" y="1447560"/>
            <a:ext cx="38160" cy="2162520"/>
          </a:xfrm>
          <a:custGeom>
            <a:avLst/>
            <a:gdLst/>
            <a:ahLst/>
            <a:rect l="0" t="0" r="r" b="b"/>
            <a:pathLst>
              <a:path w="106" h="6007">
                <a:moveTo>
                  <a:pt x="0" y="0"/>
                </a:moveTo>
                <a:lnTo>
                  <a:pt x="106" y="0"/>
                </a:lnTo>
                <a:lnTo>
                  <a:pt x="106" y="6007"/>
                </a:lnTo>
                <a:lnTo>
                  <a:pt x="0" y="60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6761160" y="1005480"/>
            <a:ext cx="216756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Security vs. Spiritual Truth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6257880" y="3809880"/>
            <a:ext cx="371520" cy="371880"/>
          </a:xfrm>
          <a:custGeom>
            <a:avLst/>
            <a:gdLst/>
            <a:ahLst/>
            <a:rect l="0" t="0" r="r" b="b"/>
            <a:pathLst>
              <a:path w="1032" h="1033">
                <a:moveTo>
                  <a:pt x="0" y="850"/>
                </a:moveTo>
                <a:lnTo>
                  <a:pt x="0" y="182"/>
                </a:lnTo>
                <a:cubicBezTo>
                  <a:pt x="0" y="170"/>
                  <a:pt x="1" y="159"/>
                  <a:pt x="3" y="147"/>
                </a:cubicBezTo>
                <a:cubicBezTo>
                  <a:pt x="5" y="135"/>
                  <a:pt x="9" y="124"/>
                  <a:pt x="14" y="113"/>
                </a:cubicBezTo>
                <a:cubicBezTo>
                  <a:pt x="18" y="101"/>
                  <a:pt x="24" y="91"/>
                  <a:pt x="30" y="81"/>
                </a:cubicBezTo>
                <a:cubicBezTo>
                  <a:pt x="37" y="71"/>
                  <a:pt x="45" y="62"/>
                  <a:pt x="53" y="53"/>
                </a:cubicBezTo>
                <a:cubicBezTo>
                  <a:pt x="62" y="45"/>
                  <a:pt x="71" y="37"/>
                  <a:pt x="81" y="31"/>
                </a:cubicBezTo>
                <a:cubicBezTo>
                  <a:pt x="91" y="24"/>
                  <a:pt x="101" y="18"/>
                  <a:pt x="112" y="14"/>
                </a:cubicBezTo>
                <a:cubicBezTo>
                  <a:pt x="123" y="9"/>
                  <a:pt x="135" y="6"/>
                  <a:pt x="147" y="3"/>
                </a:cubicBezTo>
                <a:cubicBezTo>
                  <a:pt x="158" y="1"/>
                  <a:pt x="170" y="0"/>
                  <a:pt x="182" y="0"/>
                </a:cubicBezTo>
                <a:lnTo>
                  <a:pt x="850" y="0"/>
                </a:lnTo>
                <a:cubicBezTo>
                  <a:pt x="862" y="0"/>
                  <a:pt x="874" y="1"/>
                  <a:pt x="886" y="3"/>
                </a:cubicBezTo>
                <a:cubicBezTo>
                  <a:pt x="897" y="6"/>
                  <a:pt x="909" y="9"/>
                  <a:pt x="920" y="14"/>
                </a:cubicBezTo>
                <a:cubicBezTo>
                  <a:pt x="931" y="18"/>
                  <a:pt x="941" y="24"/>
                  <a:pt x="951" y="31"/>
                </a:cubicBezTo>
                <a:cubicBezTo>
                  <a:pt x="961" y="37"/>
                  <a:pt x="971" y="45"/>
                  <a:pt x="979" y="53"/>
                </a:cubicBezTo>
                <a:cubicBezTo>
                  <a:pt x="988" y="62"/>
                  <a:pt x="995" y="71"/>
                  <a:pt x="1002" y="81"/>
                </a:cubicBezTo>
                <a:cubicBezTo>
                  <a:pt x="1008" y="91"/>
                  <a:pt x="1014" y="101"/>
                  <a:pt x="1019" y="113"/>
                </a:cubicBezTo>
                <a:cubicBezTo>
                  <a:pt x="1023" y="124"/>
                  <a:pt x="1027" y="135"/>
                  <a:pt x="1029" y="147"/>
                </a:cubicBezTo>
                <a:cubicBezTo>
                  <a:pt x="1031" y="159"/>
                  <a:pt x="1032" y="170"/>
                  <a:pt x="1032" y="182"/>
                </a:cubicBezTo>
                <a:lnTo>
                  <a:pt x="1032" y="850"/>
                </a:lnTo>
                <a:cubicBezTo>
                  <a:pt x="1032" y="862"/>
                  <a:pt x="1031" y="874"/>
                  <a:pt x="1029" y="886"/>
                </a:cubicBezTo>
                <a:cubicBezTo>
                  <a:pt x="1027" y="898"/>
                  <a:pt x="1023" y="909"/>
                  <a:pt x="1019" y="920"/>
                </a:cubicBezTo>
                <a:cubicBezTo>
                  <a:pt x="1014" y="931"/>
                  <a:pt x="1008" y="942"/>
                  <a:pt x="1002" y="952"/>
                </a:cubicBezTo>
                <a:cubicBezTo>
                  <a:pt x="995" y="962"/>
                  <a:pt x="988" y="971"/>
                  <a:pt x="979" y="979"/>
                </a:cubicBezTo>
                <a:cubicBezTo>
                  <a:pt x="971" y="988"/>
                  <a:pt x="961" y="995"/>
                  <a:pt x="951" y="1002"/>
                </a:cubicBezTo>
                <a:cubicBezTo>
                  <a:pt x="941" y="1009"/>
                  <a:pt x="931" y="1014"/>
                  <a:pt x="920" y="1019"/>
                </a:cubicBezTo>
                <a:cubicBezTo>
                  <a:pt x="909" y="1023"/>
                  <a:pt x="897" y="1027"/>
                  <a:pt x="886" y="1029"/>
                </a:cubicBezTo>
                <a:cubicBezTo>
                  <a:pt x="874" y="1032"/>
                  <a:pt x="862" y="1033"/>
                  <a:pt x="850" y="1033"/>
                </a:cubicBezTo>
                <a:lnTo>
                  <a:pt x="182" y="1033"/>
                </a:lnTo>
                <a:cubicBezTo>
                  <a:pt x="170" y="1033"/>
                  <a:pt x="158" y="1032"/>
                  <a:pt x="147" y="1029"/>
                </a:cubicBezTo>
                <a:cubicBezTo>
                  <a:pt x="135" y="1027"/>
                  <a:pt x="123" y="1023"/>
                  <a:pt x="112" y="1019"/>
                </a:cubicBezTo>
                <a:cubicBezTo>
                  <a:pt x="101" y="1014"/>
                  <a:pt x="91" y="1009"/>
                  <a:pt x="81" y="1002"/>
                </a:cubicBezTo>
                <a:cubicBezTo>
                  <a:pt x="71" y="995"/>
                  <a:pt x="62" y="988"/>
                  <a:pt x="53" y="979"/>
                </a:cubicBezTo>
                <a:cubicBezTo>
                  <a:pt x="45" y="971"/>
                  <a:pt x="37" y="962"/>
                  <a:pt x="30" y="952"/>
                </a:cubicBezTo>
                <a:cubicBezTo>
                  <a:pt x="24" y="942"/>
                  <a:pt x="18" y="931"/>
                  <a:pt x="14" y="920"/>
                </a:cubicBezTo>
                <a:cubicBezTo>
                  <a:pt x="9" y="909"/>
                  <a:pt x="5" y="898"/>
                  <a:pt x="3" y="886"/>
                </a:cubicBezTo>
                <a:cubicBezTo>
                  <a:pt x="1" y="874"/>
                  <a:pt x="0" y="862"/>
                  <a:pt x="0" y="850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6362640" y="3904920"/>
            <a:ext cx="171000" cy="171360"/>
          </a:xfrm>
          <a:custGeom>
            <a:avLst/>
            <a:gdLst/>
            <a:ahLst/>
            <a:rect l="0" t="0" r="r" b="b"/>
            <a:pathLst>
              <a:path w="475" h="476">
                <a:moveTo>
                  <a:pt x="171" y="0"/>
                </a:moveTo>
                <a:cubicBezTo>
                  <a:pt x="200" y="0"/>
                  <a:pt x="223" y="24"/>
                  <a:pt x="223" y="52"/>
                </a:cubicBezTo>
                <a:lnTo>
                  <a:pt x="223" y="424"/>
                </a:lnTo>
                <a:cubicBezTo>
                  <a:pt x="223" y="452"/>
                  <a:pt x="200" y="476"/>
                  <a:pt x="171" y="476"/>
                </a:cubicBezTo>
                <a:cubicBezTo>
                  <a:pt x="144" y="476"/>
                  <a:pt x="122" y="455"/>
                  <a:pt x="119" y="429"/>
                </a:cubicBezTo>
                <a:cubicBezTo>
                  <a:pt x="115" y="430"/>
                  <a:pt x="110" y="431"/>
                  <a:pt x="104" y="431"/>
                </a:cubicBezTo>
                <a:cubicBezTo>
                  <a:pt x="71" y="431"/>
                  <a:pt x="44" y="405"/>
                  <a:pt x="44" y="372"/>
                </a:cubicBezTo>
                <a:cubicBezTo>
                  <a:pt x="44" y="365"/>
                  <a:pt x="45" y="358"/>
                  <a:pt x="47" y="352"/>
                </a:cubicBezTo>
                <a:cubicBezTo>
                  <a:pt x="19" y="342"/>
                  <a:pt x="0" y="315"/>
                  <a:pt x="0" y="282"/>
                </a:cubicBezTo>
                <a:cubicBezTo>
                  <a:pt x="0" y="252"/>
                  <a:pt x="17" y="227"/>
                  <a:pt x="42" y="215"/>
                </a:cubicBezTo>
                <a:cubicBezTo>
                  <a:pt x="34" y="205"/>
                  <a:pt x="29" y="192"/>
                  <a:pt x="29" y="178"/>
                </a:cubicBezTo>
                <a:cubicBezTo>
                  <a:pt x="29" y="150"/>
                  <a:pt x="49" y="126"/>
                  <a:pt x="76" y="120"/>
                </a:cubicBezTo>
                <a:cubicBezTo>
                  <a:pt x="74" y="115"/>
                  <a:pt x="74" y="110"/>
                  <a:pt x="74" y="104"/>
                </a:cubicBezTo>
                <a:cubicBezTo>
                  <a:pt x="74" y="76"/>
                  <a:pt x="93" y="53"/>
                  <a:pt x="119" y="47"/>
                </a:cubicBezTo>
                <a:cubicBezTo>
                  <a:pt x="122" y="21"/>
                  <a:pt x="144" y="0"/>
                  <a:pt x="171" y="0"/>
                </a:cubicBezTo>
                <a:moveTo>
                  <a:pt x="304" y="0"/>
                </a:moveTo>
                <a:cubicBezTo>
                  <a:pt x="331" y="0"/>
                  <a:pt x="353" y="21"/>
                  <a:pt x="356" y="47"/>
                </a:cubicBezTo>
                <a:cubicBezTo>
                  <a:pt x="382" y="53"/>
                  <a:pt x="401" y="76"/>
                  <a:pt x="401" y="104"/>
                </a:cubicBezTo>
                <a:cubicBezTo>
                  <a:pt x="401" y="110"/>
                  <a:pt x="400" y="115"/>
                  <a:pt x="399" y="120"/>
                </a:cubicBezTo>
                <a:cubicBezTo>
                  <a:pt x="425" y="126"/>
                  <a:pt x="445" y="150"/>
                  <a:pt x="445" y="178"/>
                </a:cubicBezTo>
                <a:cubicBezTo>
                  <a:pt x="445" y="192"/>
                  <a:pt x="440" y="205"/>
                  <a:pt x="432" y="215"/>
                </a:cubicBezTo>
                <a:cubicBezTo>
                  <a:pt x="458" y="227"/>
                  <a:pt x="475" y="252"/>
                  <a:pt x="475" y="282"/>
                </a:cubicBezTo>
                <a:cubicBezTo>
                  <a:pt x="475" y="315"/>
                  <a:pt x="455" y="342"/>
                  <a:pt x="427" y="352"/>
                </a:cubicBezTo>
                <a:cubicBezTo>
                  <a:pt x="429" y="358"/>
                  <a:pt x="430" y="365"/>
                  <a:pt x="430" y="372"/>
                </a:cubicBezTo>
                <a:cubicBezTo>
                  <a:pt x="430" y="405"/>
                  <a:pt x="404" y="431"/>
                  <a:pt x="371" y="431"/>
                </a:cubicBezTo>
                <a:cubicBezTo>
                  <a:pt x="366" y="431"/>
                  <a:pt x="361" y="430"/>
                  <a:pt x="356" y="429"/>
                </a:cubicBezTo>
                <a:cubicBezTo>
                  <a:pt x="353" y="455"/>
                  <a:pt x="331" y="476"/>
                  <a:pt x="304" y="476"/>
                </a:cubicBezTo>
                <a:cubicBezTo>
                  <a:pt x="276" y="476"/>
                  <a:pt x="253" y="452"/>
                  <a:pt x="253" y="424"/>
                </a:cubicBezTo>
                <a:lnTo>
                  <a:pt x="253" y="52"/>
                </a:lnTo>
                <a:cubicBezTo>
                  <a:pt x="253" y="24"/>
                  <a:pt x="276" y="0"/>
                  <a:pt x="304" y="0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6462720" y="1612080"/>
            <a:ext cx="97416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3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Class over Soul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6276960" y="4305240"/>
            <a:ext cx="5486760" cy="2171880"/>
          </a:xfrm>
          <a:custGeom>
            <a:avLst/>
            <a:gdLst/>
            <a:ahLst/>
            <a:rect l="0" t="0" r="r" b="b"/>
            <a:pathLst>
              <a:path w="15241" h="6033">
                <a:moveTo>
                  <a:pt x="0" y="6033"/>
                </a:moveTo>
                <a:lnTo>
                  <a:pt x="0" y="0"/>
                </a:lnTo>
                <a:lnTo>
                  <a:pt x="15058" y="0"/>
                </a:lnTo>
                <a:cubicBezTo>
                  <a:pt x="15070" y="0"/>
                  <a:pt x="15082" y="1"/>
                  <a:pt x="15094" y="3"/>
                </a:cubicBezTo>
                <a:cubicBezTo>
                  <a:pt x="15105" y="6"/>
                  <a:pt x="15117" y="9"/>
                  <a:pt x="15128" y="14"/>
                </a:cubicBezTo>
                <a:cubicBezTo>
                  <a:pt x="15139" y="18"/>
                  <a:pt x="15149" y="24"/>
                  <a:pt x="15159" y="30"/>
                </a:cubicBezTo>
                <a:cubicBezTo>
                  <a:pt x="15169" y="37"/>
                  <a:pt x="15179" y="45"/>
                  <a:pt x="15187" y="53"/>
                </a:cubicBezTo>
                <a:cubicBezTo>
                  <a:pt x="15196" y="62"/>
                  <a:pt x="15203" y="71"/>
                  <a:pt x="15210" y="81"/>
                </a:cubicBezTo>
                <a:cubicBezTo>
                  <a:pt x="15216" y="91"/>
                  <a:pt x="15222" y="101"/>
                  <a:pt x="15227" y="112"/>
                </a:cubicBezTo>
                <a:cubicBezTo>
                  <a:pt x="15231" y="123"/>
                  <a:pt x="15235" y="135"/>
                  <a:pt x="15237" y="147"/>
                </a:cubicBezTo>
                <a:cubicBezTo>
                  <a:pt x="15239" y="158"/>
                  <a:pt x="15241" y="170"/>
                  <a:pt x="15241" y="182"/>
                </a:cubicBezTo>
                <a:lnTo>
                  <a:pt x="15241" y="5851"/>
                </a:lnTo>
                <a:cubicBezTo>
                  <a:pt x="15241" y="5863"/>
                  <a:pt x="15239" y="5874"/>
                  <a:pt x="15237" y="5886"/>
                </a:cubicBezTo>
                <a:cubicBezTo>
                  <a:pt x="15235" y="5898"/>
                  <a:pt x="15231" y="5909"/>
                  <a:pt x="15227" y="5920"/>
                </a:cubicBezTo>
                <a:cubicBezTo>
                  <a:pt x="15222" y="5932"/>
                  <a:pt x="15216" y="5942"/>
                  <a:pt x="15210" y="5952"/>
                </a:cubicBezTo>
                <a:cubicBezTo>
                  <a:pt x="15203" y="5962"/>
                  <a:pt x="15196" y="5971"/>
                  <a:pt x="15187" y="5980"/>
                </a:cubicBezTo>
                <a:cubicBezTo>
                  <a:pt x="15179" y="5988"/>
                  <a:pt x="15169" y="5996"/>
                  <a:pt x="15159" y="6002"/>
                </a:cubicBezTo>
                <a:cubicBezTo>
                  <a:pt x="15149" y="6009"/>
                  <a:pt x="15139" y="6015"/>
                  <a:pt x="15128" y="6019"/>
                </a:cubicBezTo>
                <a:cubicBezTo>
                  <a:pt x="15117" y="6024"/>
                  <a:pt x="15105" y="6027"/>
                  <a:pt x="15094" y="6030"/>
                </a:cubicBezTo>
                <a:cubicBezTo>
                  <a:pt x="15082" y="6032"/>
                  <a:pt x="15070" y="6033"/>
                  <a:pt x="15058" y="6033"/>
                </a:cubicBezTo>
                <a:lnTo>
                  <a:pt x="0" y="6033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6257880" y="4305240"/>
            <a:ext cx="38160" cy="2171880"/>
          </a:xfrm>
          <a:custGeom>
            <a:avLst/>
            <a:gdLst/>
            <a:ahLst/>
            <a:rect l="0" t="0" r="r" b="b"/>
            <a:pathLst>
              <a:path w="106" h="6033">
                <a:moveTo>
                  <a:pt x="0" y="0"/>
                </a:moveTo>
                <a:lnTo>
                  <a:pt x="106" y="0"/>
                </a:lnTo>
                <a:lnTo>
                  <a:pt x="106" y="6033"/>
                </a:lnTo>
                <a:lnTo>
                  <a:pt x="0" y="6033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6761160" y="3872520"/>
            <a:ext cx="17982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Toll of Repression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6462720" y="4479120"/>
            <a:ext cx="16948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3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Internal &amp; External Agony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788400" y="1880280"/>
            <a:ext cx="48517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Spiritual Amputation: 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Catherine's marriage to Edgar is viewed not as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788400" y="2118600"/>
            <a:ext cx="2477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rejection, but as a severance of self.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630720" y="1880280"/>
            <a:ext cx="147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·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788400" y="2413800"/>
            <a:ext cx="4406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Monomania: 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Heathcliff’s love curdles into a singular obsession;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788400" y="2642400"/>
            <a:ext cx="3484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inflicting pain becomes his only connection to her.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630720" y="2413800"/>
            <a:ext cx="147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·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788400" y="2937600"/>
            <a:ext cx="4228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Agent of Chaos: 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He shifts from a victim of abuse to an active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788400" y="3166200"/>
            <a:ext cx="2026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destroyer of the moral order.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630720" y="2937600"/>
            <a:ext cx="147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·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788400" y="4747320"/>
            <a:ext cx="4803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Isabella as a Tool: 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Seduced and married solely to torment Edgar and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788400" y="4975920"/>
            <a:ext cx="2086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gain a foothold in the Grange.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630720" y="4747320"/>
            <a:ext cx="147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·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788400" y="5271120"/>
            <a:ext cx="4161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Degrading Hareton: 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Denying education to the rightful heir,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788400" y="5509440"/>
            <a:ext cx="19069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replicating Hindley's abuse.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630720" y="5271120"/>
            <a:ext cx="147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·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788400" y="5804640"/>
            <a:ext cx="48499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Financial Usurpation: 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Using gambling debts and forced marriages to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788400" y="6033240"/>
            <a:ext cx="17542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legally steal both estates.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630720" y="5804640"/>
            <a:ext cx="147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·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6620040" y="1880280"/>
            <a:ext cx="45817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Tragic Pivot: 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Catherine chooses social safety (Edgar) over her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6620040" y="2118600"/>
            <a:ext cx="1829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identity ("I am Heathcliff").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6462720" y="1880280"/>
            <a:ext cx="147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·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6620040" y="2413800"/>
            <a:ext cx="48099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Two Worlds: 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Attempting to straddle the civilized Grange and the wild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6620040" y="2642400"/>
            <a:ext cx="16516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Heights tears her apart.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6462720" y="2413800"/>
            <a:ext cx="147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·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6620040" y="2937600"/>
            <a:ext cx="4676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Consequence: 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By prioritizing Victorian social standing, she initiates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6620040" y="3166200"/>
            <a:ext cx="21945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destruction of two lineages.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6462720" y="2937600"/>
            <a:ext cx="147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·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6620040" y="4747320"/>
            <a:ext cx="4834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Physical Manifestations: 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Catherine's "brain fever" and starvation are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6620040" y="4975920"/>
            <a:ext cx="1932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rejections of her stifling life.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6462720" y="4747320"/>
            <a:ext cx="147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·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6620040" y="5271120"/>
            <a:ext cx="4618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Haunted Existence: 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Heathcliff is haunted by the memory of a love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6620040" y="5509440"/>
            <a:ext cx="13953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that was denied life.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6462720" y="5271120"/>
            <a:ext cx="147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·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6620040" y="5804640"/>
            <a:ext cx="4587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Festering Passion: </a:t>
            </a:r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Denied its natural course, love turns inward to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6620040" y="6033240"/>
            <a:ext cx="35485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7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destroy the vessel or outward to destroy the world.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6462720" y="5804640"/>
            <a:ext cx="147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7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·</a:t>
            </a:r>
            <a:endParaRPr b="0" lang="en-US" sz="1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11611080" y="6517800"/>
            <a:ext cx="1436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12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428400" y="1004760"/>
            <a:ext cx="171720" cy="200160"/>
          </a:xfrm>
          <a:custGeom>
            <a:avLst/>
            <a:gdLst/>
            <a:ahLst/>
            <a:rect l="0" t="0" r="r" b="b"/>
            <a:pathLst>
              <a:path w="477" h="556">
                <a:moveTo>
                  <a:pt x="277" y="0"/>
                </a:moveTo>
                <a:cubicBezTo>
                  <a:pt x="124" y="0"/>
                  <a:pt x="0" y="124"/>
                  <a:pt x="0" y="279"/>
                </a:cubicBezTo>
                <a:cubicBezTo>
                  <a:pt x="0" y="432"/>
                  <a:pt x="124" y="556"/>
                  <a:pt x="277" y="556"/>
                </a:cubicBezTo>
                <a:cubicBezTo>
                  <a:pt x="352" y="556"/>
                  <a:pt x="421" y="526"/>
                  <a:pt x="471" y="478"/>
                </a:cubicBezTo>
                <a:cubicBezTo>
                  <a:pt x="478" y="472"/>
                  <a:pt x="479" y="462"/>
                  <a:pt x="474" y="455"/>
                </a:cubicBezTo>
                <a:cubicBezTo>
                  <a:pt x="470" y="447"/>
                  <a:pt x="462" y="443"/>
                  <a:pt x="453" y="444"/>
                </a:cubicBezTo>
                <a:cubicBezTo>
                  <a:pt x="441" y="446"/>
                  <a:pt x="429" y="447"/>
                  <a:pt x="416" y="447"/>
                </a:cubicBezTo>
                <a:cubicBezTo>
                  <a:pt x="296" y="447"/>
                  <a:pt x="198" y="350"/>
                  <a:pt x="198" y="228"/>
                </a:cubicBezTo>
                <a:cubicBezTo>
                  <a:pt x="198" y="146"/>
                  <a:pt x="243" y="75"/>
                  <a:pt x="309" y="38"/>
                </a:cubicBezTo>
                <a:cubicBezTo>
                  <a:pt x="317" y="34"/>
                  <a:pt x="320" y="25"/>
                  <a:pt x="319" y="16"/>
                </a:cubicBezTo>
                <a:cubicBezTo>
                  <a:pt x="317" y="8"/>
                  <a:pt x="310" y="2"/>
                  <a:pt x="301" y="1"/>
                </a:cubicBezTo>
                <a:cubicBezTo>
                  <a:pt x="293" y="0"/>
                  <a:pt x="285" y="0"/>
                  <a:pt x="277" y="0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428760" y="251280"/>
            <a:ext cx="639324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Gothic Elements: Whispers in the Dark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8" name="" descr=""/>
          <p:cNvPicPr/>
          <p:nvPr/>
        </p:nvPicPr>
        <p:blipFill>
          <a:blip r:embed="rId1"/>
          <a:stretch/>
        </p:blipFill>
        <p:spPr>
          <a:xfrm>
            <a:off x="2410920" y="1600200"/>
            <a:ext cx="1483920" cy="203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9" name=""/>
          <p:cNvSpPr/>
          <p:nvPr/>
        </p:nvSpPr>
        <p:spPr>
          <a:xfrm>
            <a:off x="2410920" y="1599840"/>
            <a:ext cx="1484640" cy="2036520"/>
          </a:xfrm>
          <a:custGeom>
            <a:avLst/>
            <a:gdLst/>
            <a:ahLst/>
            <a:rect l="0" t="0" r="r" b="b"/>
            <a:pathLst>
              <a:path w="4124" h="5657">
                <a:moveTo>
                  <a:pt x="102" y="159"/>
                </a:moveTo>
                <a:lnTo>
                  <a:pt x="102" y="5452"/>
                </a:lnTo>
                <a:cubicBezTo>
                  <a:pt x="102" y="5474"/>
                  <a:pt x="110" y="5493"/>
                  <a:pt x="126" y="5508"/>
                </a:cubicBezTo>
                <a:cubicBezTo>
                  <a:pt x="141" y="5524"/>
                  <a:pt x="160" y="5531"/>
                  <a:pt x="182" y="5531"/>
                </a:cubicBezTo>
                <a:lnTo>
                  <a:pt x="3940" y="5531"/>
                </a:lnTo>
                <a:cubicBezTo>
                  <a:pt x="3962" y="5531"/>
                  <a:pt x="3980" y="5524"/>
                  <a:pt x="3996" y="5508"/>
                </a:cubicBezTo>
                <a:cubicBezTo>
                  <a:pt x="4011" y="5493"/>
                  <a:pt x="4019" y="5474"/>
                  <a:pt x="4019" y="5452"/>
                </a:cubicBezTo>
                <a:lnTo>
                  <a:pt x="4019" y="159"/>
                </a:lnTo>
                <a:cubicBezTo>
                  <a:pt x="4019" y="137"/>
                  <a:pt x="4011" y="119"/>
                  <a:pt x="3996" y="103"/>
                </a:cubicBezTo>
                <a:cubicBezTo>
                  <a:pt x="3980" y="88"/>
                  <a:pt x="3962" y="80"/>
                  <a:pt x="3940" y="80"/>
                </a:cubicBezTo>
                <a:lnTo>
                  <a:pt x="182" y="80"/>
                </a:lnTo>
                <a:cubicBezTo>
                  <a:pt x="160" y="80"/>
                  <a:pt x="141" y="88"/>
                  <a:pt x="126" y="103"/>
                </a:cubicBezTo>
                <a:cubicBezTo>
                  <a:pt x="110" y="119"/>
                  <a:pt x="102" y="137"/>
                  <a:pt x="102" y="159"/>
                </a:cubicBezTo>
                <a:moveTo>
                  <a:pt x="0" y="0"/>
                </a:moveTo>
                <a:lnTo>
                  <a:pt x="4124" y="0"/>
                </a:lnTo>
                <a:lnTo>
                  <a:pt x="4124" y="5657"/>
                </a:lnTo>
                <a:lnTo>
                  <a:pt x="0" y="565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2442960" y="1623960"/>
            <a:ext cx="1419480" cy="1972080"/>
          </a:xfrm>
          <a:custGeom>
            <a:avLst/>
            <a:gdLst/>
            <a:ahLst/>
            <a:rect l="0" t="0" r="r" b="b"/>
            <a:pathLst>
              <a:path w="3943" h="5478">
                <a:moveTo>
                  <a:pt x="0" y="5385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3851" y="0"/>
                </a:lnTo>
                <a:cubicBezTo>
                  <a:pt x="3863" y="0"/>
                  <a:pt x="3875" y="2"/>
                  <a:pt x="3886" y="7"/>
                </a:cubicBezTo>
                <a:cubicBezTo>
                  <a:pt x="3898" y="11"/>
                  <a:pt x="3908" y="18"/>
                  <a:pt x="3916" y="27"/>
                </a:cubicBezTo>
                <a:cubicBezTo>
                  <a:pt x="3925" y="35"/>
                  <a:pt x="3932" y="45"/>
                  <a:pt x="3936" y="57"/>
                </a:cubicBezTo>
                <a:cubicBezTo>
                  <a:pt x="3941" y="68"/>
                  <a:pt x="3943" y="80"/>
                  <a:pt x="3943" y="92"/>
                </a:cubicBezTo>
                <a:lnTo>
                  <a:pt x="3943" y="5385"/>
                </a:lnTo>
                <a:cubicBezTo>
                  <a:pt x="3943" y="5397"/>
                  <a:pt x="3941" y="5409"/>
                  <a:pt x="3936" y="5420"/>
                </a:cubicBezTo>
                <a:cubicBezTo>
                  <a:pt x="3932" y="5432"/>
                  <a:pt x="3925" y="5442"/>
                  <a:pt x="3916" y="5450"/>
                </a:cubicBezTo>
                <a:cubicBezTo>
                  <a:pt x="3908" y="5459"/>
                  <a:pt x="3898" y="5466"/>
                  <a:pt x="3886" y="5470"/>
                </a:cubicBezTo>
                <a:cubicBezTo>
                  <a:pt x="3875" y="5475"/>
                  <a:pt x="3863" y="5478"/>
                  <a:pt x="3851" y="5478"/>
                </a:cubicBezTo>
                <a:lnTo>
                  <a:pt x="93" y="5478"/>
                </a:lnTo>
                <a:cubicBezTo>
                  <a:pt x="80" y="5478"/>
                  <a:pt x="69" y="5475"/>
                  <a:pt x="57" y="5470"/>
                </a:cubicBezTo>
                <a:cubicBezTo>
                  <a:pt x="46" y="5466"/>
                  <a:pt x="36" y="5459"/>
                  <a:pt x="27" y="5450"/>
                </a:cubicBezTo>
                <a:cubicBezTo>
                  <a:pt x="19" y="5442"/>
                  <a:pt x="12" y="5432"/>
                  <a:pt x="7" y="5420"/>
                </a:cubicBezTo>
                <a:cubicBezTo>
                  <a:pt x="2" y="5409"/>
                  <a:pt x="0" y="5397"/>
                  <a:pt x="0" y="53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2442960" y="1623960"/>
            <a:ext cx="1419480" cy="1972080"/>
          </a:xfrm>
          <a:custGeom>
            <a:avLst/>
            <a:gdLst/>
            <a:ahLst/>
            <a:rect l="0" t="0" r="r" b="b"/>
            <a:pathLst>
              <a:path fill="none" w="3943" h="5478">
                <a:moveTo>
                  <a:pt x="0" y="5385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3851" y="0"/>
                </a:lnTo>
                <a:cubicBezTo>
                  <a:pt x="3863" y="0"/>
                  <a:pt x="3875" y="2"/>
                  <a:pt x="3886" y="7"/>
                </a:cubicBezTo>
                <a:cubicBezTo>
                  <a:pt x="3898" y="11"/>
                  <a:pt x="3908" y="18"/>
                  <a:pt x="3916" y="27"/>
                </a:cubicBezTo>
                <a:cubicBezTo>
                  <a:pt x="3925" y="35"/>
                  <a:pt x="3932" y="45"/>
                  <a:pt x="3936" y="57"/>
                </a:cubicBezTo>
                <a:cubicBezTo>
                  <a:pt x="3941" y="68"/>
                  <a:pt x="3943" y="80"/>
                  <a:pt x="3943" y="92"/>
                </a:cubicBezTo>
                <a:lnTo>
                  <a:pt x="3943" y="5385"/>
                </a:lnTo>
                <a:cubicBezTo>
                  <a:pt x="3943" y="5397"/>
                  <a:pt x="3941" y="5409"/>
                  <a:pt x="3936" y="5420"/>
                </a:cubicBezTo>
                <a:cubicBezTo>
                  <a:pt x="3932" y="5432"/>
                  <a:pt x="3925" y="5442"/>
                  <a:pt x="3916" y="5450"/>
                </a:cubicBezTo>
                <a:cubicBezTo>
                  <a:pt x="3908" y="5459"/>
                  <a:pt x="3898" y="5466"/>
                  <a:pt x="3886" y="5470"/>
                </a:cubicBezTo>
                <a:cubicBezTo>
                  <a:pt x="3875" y="5475"/>
                  <a:pt x="3863" y="5478"/>
                  <a:pt x="3851" y="5478"/>
                </a:cubicBezTo>
                <a:lnTo>
                  <a:pt x="93" y="5478"/>
                </a:lnTo>
                <a:cubicBezTo>
                  <a:pt x="80" y="5478"/>
                  <a:pt x="69" y="5475"/>
                  <a:pt x="57" y="5470"/>
                </a:cubicBezTo>
                <a:cubicBezTo>
                  <a:pt x="46" y="5466"/>
                  <a:pt x="36" y="5459"/>
                  <a:pt x="27" y="5450"/>
                </a:cubicBezTo>
                <a:cubicBezTo>
                  <a:pt x="19" y="5442"/>
                  <a:pt x="12" y="5432"/>
                  <a:pt x="7" y="5420"/>
                </a:cubicBezTo>
                <a:cubicBezTo>
                  <a:pt x="2" y="5409"/>
                  <a:pt x="0" y="5397"/>
                  <a:pt x="0" y="5385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32" name="" descr=""/>
          <p:cNvPicPr/>
          <p:nvPr/>
        </p:nvPicPr>
        <p:blipFill>
          <a:blip r:embed="rId2"/>
          <a:stretch/>
        </p:blipFill>
        <p:spPr>
          <a:xfrm>
            <a:off x="2486160" y="1666800"/>
            <a:ext cx="1333080" cy="188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3" name=""/>
          <p:cNvSpPr/>
          <p:nvPr/>
        </p:nvSpPr>
        <p:spPr>
          <a:xfrm>
            <a:off x="438120" y="3885840"/>
            <a:ext cx="381240" cy="381600"/>
          </a:xfrm>
          <a:custGeom>
            <a:avLst/>
            <a:gdLst/>
            <a:ahLst/>
            <a:rect l="0" t="0" r="r" b="b"/>
            <a:pathLst>
              <a:path w="1059" h="1060">
                <a:moveTo>
                  <a:pt x="0" y="875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1"/>
                  <a:pt x="185" y="0"/>
                </a:cubicBezTo>
                <a:lnTo>
                  <a:pt x="874" y="0"/>
                </a:lnTo>
                <a:cubicBezTo>
                  <a:pt x="886" y="1"/>
                  <a:pt x="898" y="2"/>
                  <a:pt x="910" y="4"/>
                </a:cubicBezTo>
                <a:cubicBezTo>
                  <a:pt x="922" y="6"/>
                  <a:pt x="933" y="10"/>
                  <a:pt x="945" y="15"/>
                </a:cubicBezTo>
                <a:cubicBezTo>
                  <a:pt x="956" y="19"/>
                  <a:pt x="966" y="25"/>
                  <a:pt x="977" y="32"/>
                </a:cubicBezTo>
                <a:cubicBezTo>
                  <a:pt x="987" y="38"/>
                  <a:pt x="996" y="46"/>
                  <a:pt x="1005" y="55"/>
                </a:cubicBezTo>
                <a:cubicBezTo>
                  <a:pt x="1013" y="63"/>
                  <a:pt x="1021" y="73"/>
                  <a:pt x="1028" y="83"/>
                </a:cubicBezTo>
                <a:cubicBezTo>
                  <a:pt x="1034" y="93"/>
                  <a:pt x="1040" y="104"/>
                  <a:pt x="1045" y="115"/>
                </a:cubicBezTo>
                <a:cubicBezTo>
                  <a:pt x="1049" y="126"/>
                  <a:pt x="1053" y="138"/>
                  <a:pt x="1055" y="150"/>
                </a:cubicBezTo>
                <a:cubicBezTo>
                  <a:pt x="1058" y="162"/>
                  <a:pt x="1059" y="174"/>
                  <a:pt x="1059" y="186"/>
                </a:cubicBezTo>
                <a:lnTo>
                  <a:pt x="1059" y="875"/>
                </a:lnTo>
                <a:cubicBezTo>
                  <a:pt x="1059" y="887"/>
                  <a:pt x="1058" y="899"/>
                  <a:pt x="1055" y="911"/>
                </a:cubicBezTo>
                <a:cubicBezTo>
                  <a:pt x="1053" y="923"/>
                  <a:pt x="1049" y="934"/>
                  <a:pt x="1045" y="945"/>
                </a:cubicBezTo>
                <a:cubicBezTo>
                  <a:pt x="1040" y="957"/>
                  <a:pt x="1034" y="967"/>
                  <a:pt x="1028" y="978"/>
                </a:cubicBezTo>
                <a:cubicBezTo>
                  <a:pt x="1021" y="988"/>
                  <a:pt x="1013" y="997"/>
                  <a:pt x="1005" y="1006"/>
                </a:cubicBezTo>
                <a:cubicBezTo>
                  <a:pt x="996" y="1014"/>
                  <a:pt x="987" y="1022"/>
                  <a:pt x="977" y="1029"/>
                </a:cubicBezTo>
                <a:cubicBezTo>
                  <a:pt x="966" y="1035"/>
                  <a:pt x="956" y="1041"/>
                  <a:pt x="945" y="1046"/>
                </a:cubicBezTo>
                <a:cubicBezTo>
                  <a:pt x="933" y="1050"/>
                  <a:pt x="922" y="1054"/>
                  <a:pt x="910" y="1056"/>
                </a:cubicBezTo>
                <a:cubicBezTo>
                  <a:pt x="898" y="1059"/>
                  <a:pt x="886" y="1060"/>
                  <a:pt x="874" y="1060"/>
                </a:cubicBezTo>
                <a:lnTo>
                  <a:pt x="185" y="1060"/>
                </a:lnTo>
                <a:cubicBezTo>
                  <a:pt x="173" y="1060"/>
                  <a:pt x="161" y="1059"/>
                  <a:pt x="149" y="1056"/>
                </a:cubicBezTo>
                <a:cubicBezTo>
                  <a:pt x="137" y="1054"/>
                  <a:pt x="125" y="1050"/>
                  <a:pt x="114" y="1046"/>
                </a:cubicBezTo>
                <a:cubicBezTo>
                  <a:pt x="103" y="1041"/>
                  <a:pt x="92" y="1035"/>
                  <a:pt x="82" y="1029"/>
                </a:cubicBezTo>
                <a:cubicBezTo>
                  <a:pt x="72" y="1022"/>
                  <a:pt x="62" y="1014"/>
                  <a:pt x="54" y="1006"/>
                </a:cubicBezTo>
                <a:cubicBezTo>
                  <a:pt x="45" y="997"/>
                  <a:pt x="38" y="988"/>
                  <a:pt x="31" y="978"/>
                </a:cubicBezTo>
                <a:cubicBezTo>
                  <a:pt x="24" y="967"/>
                  <a:pt x="18" y="957"/>
                  <a:pt x="14" y="945"/>
                </a:cubicBezTo>
                <a:cubicBezTo>
                  <a:pt x="9" y="934"/>
                  <a:pt x="6" y="923"/>
                  <a:pt x="3" y="911"/>
                </a:cubicBezTo>
                <a:cubicBezTo>
                  <a:pt x="1" y="899"/>
                  <a:pt x="0" y="887"/>
                  <a:pt x="0" y="875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438120" y="3885840"/>
            <a:ext cx="381240" cy="381600"/>
          </a:xfrm>
          <a:custGeom>
            <a:avLst/>
            <a:gdLst/>
            <a:ahLst/>
            <a:rect l="0" t="0" r="r" b="b"/>
            <a:pathLst>
              <a:path fill="none" w="1059" h="1060">
                <a:moveTo>
                  <a:pt x="0" y="875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1"/>
                  <a:pt x="185" y="0"/>
                </a:cubicBezTo>
                <a:lnTo>
                  <a:pt x="874" y="0"/>
                </a:lnTo>
                <a:cubicBezTo>
                  <a:pt x="886" y="1"/>
                  <a:pt x="898" y="2"/>
                  <a:pt x="910" y="4"/>
                </a:cubicBezTo>
                <a:cubicBezTo>
                  <a:pt x="922" y="6"/>
                  <a:pt x="933" y="10"/>
                  <a:pt x="945" y="15"/>
                </a:cubicBezTo>
                <a:cubicBezTo>
                  <a:pt x="956" y="19"/>
                  <a:pt x="966" y="25"/>
                  <a:pt x="977" y="32"/>
                </a:cubicBezTo>
                <a:cubicBezTo>
                  <a:pt x="987" y="38"/>
                  <a:pt x="996" y="46"/>
                  <a:pt x="1005" y="55"/>
                </a:cubicBezTo>
                <a:cubicBezTo>
                  <a:pt x="1013" y="63"/>
                  <a:pt x="1021" y="73"/>
                  <a:pt x="1028" y="83"/>
                </a:cubicBezTo>
                <a:cubicBezTo>
                  <a:pt x="1034" y="93"/>
                  <a:pt x="1040" y="104"/>
                  <a:pt x="1045" y="115"/>
                </a:cubicBezTo>
                <a:cubicBezTo>
                  <a:pt x="1049" y="126"/>
                  <a:pt x="1053" y="138"/>
                  <a:pt x="1055" y="150"/>
                </a:cubicBezTo>
                <a:cubicBezTo>
                  <a:pt x="1058" y="162"/>
                  <a:pt x="1059" y="174"/>
                  <a:pt x="1059" y="186"/>
                </a:cubicBezTo>
                <a:lnTo>
                  <a:pt x="1059" y="875"/>
                </a:lnTo>
                <a:cubicBezTo>
                  <a:pt x="1059" y="887"/>
                  <a:pt x="1058" y="899"/>
                  <a:pt x="1055" y="911"/>
                </a:cubicBezTo>
                <a:cubicBezTo>
                  <a:pt x="1053" y="923"/>
                  <a:pt x="1049" y="934"/>
                  <a:pt x="1045" y="945"/>
                </a:cubicBezTo>
                <a:cubicBezTo>
                  <a:pt x="1040" y="957"/>
                  <a:pt x="1034" y="967"/>
                  <a:pt x="1028" y="978"/>
                </a:cubicBezTo>
                <a:cubicBezTo>
                  <a:pt x="1021" y="988"/>
                  <a:pt x="1013" y="997"/>
                  <a:pt x="1005" y="1006"/>
                </a:cubicBezTo>
                <a:cubicBezTo>
                  <a:pt x="996" y="1014"/>
                  <a:pt x="987" y="1022"/>
                  <a:pt x="977" y="1029"/>
                </a:cubicBezTo>
                <a:cubicBezTo>
                  <a:pt x="966" y="1035"/>
                  <a:pt x="956" y="1041"/>
                  <a:pt x="945" y="1046"/>
                </a:cubicBezTo>
                <a:cubicBezTo>
                  <a:pt x="933" y="1050"/>
                  <a:pt x="922" y="1054"/>
                  <a:pt x="910" y="1056"/>
                </a:cubicBezTo>
                <a:cubicBezTo>
                  <a:pt x="898" y="1059"/>
                  <a:pt x="886" y="1060"/>
                  <a:pt x="874" y="1060"/>
                </a:cubicBezTo>
                <a:lnTo>
                  <a:pt x="185" y="1060"/>
                </a:lnTo>
                <a:cubicBezTo>
                  <a:pt x="173" y="1060"/>
                  <a:pt x="161" y="1059"/>
                  <a:pt x="149" y="1056"/>
                </a:cubicBezTo>
                <a:cubicBezTo>
                  <a:pt x="137" y="1054"/>
                  <a:pt x="125" y="1050"/>
                  <a:pt x="114" y="1046"/>
                </a:cubicBezTo>
                <a:cubicBezTo>
                  <a:pt x="103" y="1041"/>
                  <a:pt x="92" y="1035"/>
                  <a:pt x="82" y="1029"/>
                </a:cubicBezTo>
                <a:cubicBezTo>
                  <a:pt x="72" y="1022"/>
                  <a:pt x="62" y="1014"/>
                  <a:pt x="54" y="1006"/>
                </a:cubicBezTo>
                <a:cubicBezTo>
                  <a:pt x="45" y="997"/>
                  <a:pt x="38" y="988"/>
                  <a:pt x="31" y="978"/>
                </a:cubicBezTo>
                <a:cubicBezTo>
                  <a:pt x="24" y="967"/>
                  <a:pt x="18" y="957"/>
                  <a:pt x="14" y="945"/>
                </a:cubicBezTo>
                <a:cubicBezTo>
                  <a:pt x="9" y="934"/>
                  <a:pt x="6" y="923"/>
                  <a:pt x="3" y="911"/>
                </a:cubicBezTo>
                <a:cubicBezTo>
                  <a:pt x="1" y="899"/>
                  <a:pt x="0" y="887"/>
                  <a:pt x="0" y="875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533160" y="3981240"/>
            <a:ext cx="183240" cy="183240"/>
          </a:xfrm>
          <a:custGeom>
            <a:avLst/>
            <a:gdLst/>
            <a:ahLst/>
            <a:rect l="0" t="0" r="r" b="b"/>
            <a:pathLst>
              <a:path w="509" h="509">
                <a:moveTo>
                  <a:pt x="335" y="155"/>
                </a:moveTo>
                <a:cubicBezTo>
                  <a:pt x="336" y="156"/>
                  <a:pt x="338" y="157"/>
                  <a:pt x="339" y="159"/>
                </a:cubicBezTo>
                <a:cubicBezTo>
                  <a:pt x="348" y="167"/>
                  <a:pt x="362" y="169"/>
                  <a:pt x="372" y="162"/>
                </a:cubicBezTo>
                <a:lnTo>
                  <a:pt x="439" y="117"/>
                </a:lnTo>
                <a:cubicBezTo>
                  <a:pt x="450" y="110"/>
                  <a:pt x="453" y="94"/>
                  <a:pt x="444" y="84"/>
                </a:cubicBezTo>
                <a:cubicBezTo>
                  <a:pt x="428" y="66"/>
                  <a:pt x="409" y="50"/>
                  <a:pt x="388" y="37"/>
                </a:cubicBezTo>
                <a:cubicBezTo>
                  <a:pt x="376" y="30"/>
                  <a:pt x="361" y="36"/>
                  <a:pt x="356" y="49"/>
                </a:cubicBezTo>
                <a:lnTo>
                  <a:pt x="325" y="124"/>
                </a:lnTo>
                <a:cubicBezTo>
                  <a:pt x="321" y="135"/>
                  <a:pt x="326" y="148"/>
                  <a:pt x="335" y="155"/>
                </a:cubicBezTo>
                <a:moveTo>
                  <a:pt x="326" y="37"/>
                </a:moveTo>
                <a:cubicBezTo>
                  <a:pt x="331" y="24"/>
                  <a:pt x="325" y="9"/>
                  <a:pt x="312" y="6"/>
                </a:cubicBezTo>
                <a:cubicBezTo>
                  <a:pt x="292" y="2"/>
                  <a:pt x="273" y="0"/>
                  <a:pt x="254" y="0"/>
                </a:cubicBezTo>
                <a:cubicBezTo>
                  <a:pt x="235" y="0"/>
                  <a:pt x="216" y="2"/>
                  <a:pt x="197" y="6"/>
                </a:cubicBezTo>
                <a:cubicBezTo>
                  <a:pt x="184" y="9"/>
                  <a:pt x="177" y="24"/>
                  <a:pt x="183" y="37"/>
                </a:cubicBezTo>
                <a:lnTo>
                  <a:pt x="213" y="112"/>
                </a:lnTo>
                <a:cubicBezTo>
                  <a:pt x="217" y="123"/>
                  <a:pt x="229" y="129"/>
                  <a:pt x="241" y="128"/>
                </a:cubicBezTo>
                <a:cubicBezTo>
                  <a:pt x="246" y="127"/>
                  <a:pt x="250" y="127"/>
                  <a:pt x="254" y="127"/>
                </a:cubicBezTo>
                <a:cubicBezTo>
                  <a:pt x="258" y="127"/>
                  <a:pt x="263" y="127"/>
                  <a:pt x="267" y="128"/>
                </a:cubicBezTo>
                <a:cubicBezTo>
                  <a:pt x="279" y="129"/>
                  <a:pt x="291" y="123"/>
                  <a:pt x="296" y="112"/>
                </a:cubicBezTo>
                <a:lnTo>
                  <a:pt x="326" y="37"/>
                </a:lnTo>
                <a:moveTo>
                  <a:pt x="65" y="84"/>
                </a:moveTo>
                <a:cubicBezTo>
                  <a:pt x="56" y="94"/>
                  <a:pt x="59" y="110"/>
                  <a:pt x="70" y="117"/>
                </a:cubicBezTo>
                <a:lnTo>
                  <a:pt x="137" y="162"/>
                </a:lnTo>
                <a:cubicBezTo>
                  <a:pt x="147" y="169"/>
                  <a:pt x="161" y="167"/>
                  <a:pt x="170" y="159"/>
                </a:cubicBezTo>
                <a:cubicBezTo>
                  <a:pt x="172" y="158"/>
                  <a:pt x="173" y="156"/>
                  <a:pt x="174" y="155"/>
                </a:cubicBezTo>
                <a:cubicBezTo>
                  <a:pt x="184" y="148"/>
                  <a:pt x="188" y="135"/>
                  <a:pt x="184" y="124"/>
                </a:cubicBezTo>
                <a:lnTo>
                  <a:pt x="153" y="49"/>
                </a:lnTo>
                <a:cubicBezTo>
                  <a:pt x="148" y="36"/>
                  <a:pt x="133" y="30"/>
                  <a:pt x="121" y="37"/>
                </a:cubicBezTo>
                <a:cubicBezTo>
                  <a:pt x="100" y="50"/>
                  <a:pt x="81" y="66"/>
                  <a:pt x="65" y="84"/>
                </a:cubicBezTo>
                <a:moveTo>
                  <a:pt x="377" y="220"/>
                </a:moveTo>
                <a:cubicBezTo>
                  <a:pt x="378" y="224"/>
                  <a:pt x="379" y="227"/>
                  <a:pt x="380" y="230"/>
                </a:cubicBezTo>
                <a:cubicBezTo>
                  <a:pt x="382" y="243"/>
                  <a:pt x="393" y="254"/>
                  <a:pt x="406" y="254"/>
                </a:cubicBezTo>
                <a:lnTo>
                  <a:pt x="485" y="254"/>
                </a:lnTo>
                <a:cubicBezTo>
                  <a:pt x="498" y="254"/>
                  <a:pt x="509" y="243"/>
                  <a:pt x="508" y="230"/>
                </a:cubicBezTo>
                <a:cubicBezTo>
                  <a:pt x="505" y="203"/>
                  <a:pt x="499" y="177"/>
                  <a:pt x="488" y="153"/>
                </a:cubicBezTo>
                <a:cubicBezTo>
                  <a:pt x="483" y="141"/>
                  <a:pt x="467" y="137"/>
                  <a:pt x="455" y="145"/>
                </a:cubicBezTo>
                <a:lnTo>
                  <a:pt x="387" y="190"/>
                </a:lnTo>
                <a:cubicBezTo>
                  <a:pt x="378" y="196"/>
                  <a:pt x="374" y="209"/>
                  <a:pt x="377" y="220"/>
                </a:cubicBezTo>
                <a:moveTo>
                  <a:pt x="54" y="145"/>
                </a:moveTo>
                <a:cubicBezTo>
                  <a:pt x="42" y="137"/>
                  <a:pt x="26" y="141"/>
                  <a:pt x="21" y="153"/>
                </a:cubicBezTo>
                <a:cubicBezTo>
                  <a:pt x="10" y="177"/>
                  <a:pt x="4" y="203"/>
                  <a:pt x="1" y="230"/>
                </a:cubicBezTo>
                <a:cubicBezTo>
                  <a:pt x="0" y="243"/>
                  <a:pt x="11" y="254"/>
                  <a:pt x="24" y="254"/>
                </a:cubicBezTo>
                <a:lnTo>
                  <a:pt x="103" y="254"/>
                </a:lnTo>
                <a:cubicBezTo>
                  <a:pt x="116" y="254"/>
                  <a:pt x="127" y="243"/>
                  <a:pt x="129" y="230"/>
                </a:cubicBezTo>
                <a:cubicBezTo>
                  <a:pt x="130" y="227"/>
                  <a:pt x="131" y="224"/>
                  <a:pt x="132" y="220"/>
                </a:cubicBezTo>
                <a:cubicBezTo>
                  <a:pt x="135" y="209"/>
                  <a:pt x="131" y="197"/>
                  <a:pt x="122" y="190"/>
                </a:cubicBezTo>
                <a:lnTo>
                  <a:pt x="54" y="145"/>
                </a:lnTo>
                <a:moveTo>
                  <a:pt x="103" y="286"/>
                </a:moveTo>
                <a:lnTo>
                  <a:pt x="24" y="286"/>
                </a:lnTo>
                <a:cubicBezTo>
                  <a:pt x="11" y="286"/>
                  <a:pt x="0" y="296"/>
                  <a:pt x="0" y="309"/>
                </a:cubicBezTo>
                <a:lnTo>
                  <a:pt x="0" y="358"/>
                </a:lnTo>
                <a:cubicBezTo>
                  <a:pt x="0" y="371"/>
                  <a:pt x="11" y="382"/>
                  <a:pt x="24" y="382"/>
                </a:cubicBezTo>
                <a:lnTo>
                  <a:pt x="103" y="382"/>
                </a:lnTo>
                <a:cubicBezTo>
                  <a:pt x="116" y="382"/>
                  <a:pt x="127" y="371"/>
                  <a:pt x="127" y="358"/>
                </a:cubicBezTo>
                <a:lnTo>
                  <a:pt x="127" y="309"/>
                </a:lnTo>
                <a:cubicBezTo>
                  <a:pt x="127" y="296"/>
                  <a:pt x="116" y="286"/>
                  <a:pt x="103" y="286"/>
                </a:cubicBezTo>
                <a:moveTo>
                  <a:pt x="406" y="286"/>
                </a:moveTo>
                <a:cubicBezTo>
                  <a:pt x="393" y="286"/>
                  <a:pt x="382" y="296"/>
                  <a:pt x="382" y="309"/>
                </a:cubicBezTo>
                <a:lnTo>
                  <a:pt x="382" y="358"/>
                </a:lnTo>
                <a:cubicBezTo>
                  <a:pt x="382" y="371"/>
                  <a:pt x="393" y="382"/>
                  <a:pt x="406" y="382"/>
                </a:cubicBezTo>
                <a:lnTo>
                  <a:pt x="485" y="382"/>
                </a:lnTo>
                <a:cubicBezTo>
                  <a:pt x="498" y="382"/>
                  <a:pt x="509" y="371"/>
                  <a:pt x="509" y="358"/>
                </a:cubicBezTo>
                <a:lnTo>
                  <a:pt x="509" y="309"/>
                </a:lnTo>
                <a:cubicBezTo>
                  <a:pt x="509" y="296"/>
                  <a:pt x="498" y="286"/>
                  <a:pt x="485" y="286"/>
                </a:cubicBezTo>
                <a:lnTo>
                  <a:pt x="406" y="286"/>
                </a:lnTo>
                <a:moveTo>
                  <a:pt x="24" y="414"/>
                </a:moveTo>
                <a:cubicBezTo>
                  <a:pt x="11" y="414"/>
                  <a:pt x="0" y="424"/>
                  <a:pt x="0" y="437"/>
                </a:cubicBezTo>
                <a:lnTo>
                  <a:pt x="0" y="485"/>
                </a:lnTo>
                <a:cubicBezTo>
                  <a:pt x="0" y="498"/>
                  <a:pt x="11" y="509"/>
                  <a:pt x="24" y="509"/>
                </a:cubicBezTo>
                <a:lnTo>
                  <a:pt x="103" y="509"/>
                </a:lnTo>
                <a:cubicBezTo>
                  <a:pt x="116" y="509"/>
                  <a:pt x="127" y="498"/>
                  <a:pt x="127" y="485"/>
                </a:cubicBezTo>
                <a:lnTo>
                  <a:pt x="127" y="437"/>
                </a:lnTo>
                <a:cubicBezTo>
                  <a:pt x="127" y="424"/>
                  <a:pt x="116" y="414"/>
                  <a:pt x="103" y="414"/>
                </a:cubicBezTo>
                <a:lnTo>
                  <a:pt x="24" y="414"/>
                </a:lnTo>
                <a:moveTo>
                  <a:pt x="406" y="414"/>
                </a:moveTo>
                <a:cubicBezTo>
                  <a:pt x="393" y="414"/>
                  <a:pt x="382" y="424"/>
                  <a:pt x="382" y="437"/>
                </a:cubicBezTo>
                <a:lnTo>
                  <a:pt x="382" y="485"/>
                </a:lnTo>
                <a:cubicBezTo>
                  <a:pt x="382" y="498"/>
                  <a:pt x="393" y="509"/>
                  <a:pt x="406" y="509"/>
                </a:cubicBezTo>
                <a:lnTo>
                  <a:pt x="485" y="509"/>
                </a:lnTo>
                <a:cubicBezTo>
                  <a:pt x="498" y="509"/>
                  <a:pt x="509" y="498"/>
                  <a:pt x="509" y="485"/>
                </a:cubicBezTo>
                <a:lnTo>
                  <a:pt x="509" y="437"/>
                </a:lnTo>
                <a:cubicBezTo>
                  <a:pt x="509" y="424"/>
                  <a:pt x="498" y="414"/>
                  <a:pt x="485" y="414"/>
                </a:cubicBezTo>
                <a:lnTo>
                  <a:pt x="406" y="414"/>
                </a:lnTo>
                <a:moveTo>
                  <a:pt x="270" y="190"/>
                </a:moveTo>
                <a:cubicBezTo>
                  <a:pt x="270" y="182"/>
                  <a:pt x="263" y="175"/>
                  <a:pt x="254" y="175"/>
                </a:cubicBezTo>
                <a:cubicBezTo>
                  <a:pt x="245" y="175"/>
                  <a:pt x="238" y="182"/>
                  <a:pt x="238" y="190"/>
                </a:cubicBezTo>
                <a:lnTo>
                  <a:pt x="238" y="461"/>
                </a:lnTo>
                <a:cubicBezTo>
                  <a:pt x="238" y="470"/>
                  <a:pt x="245" y="477"/>
                  <a:pt x="254" y="477"/>
                </a:cubicBezTo>
                <a:cubicBezTo>
                  <a:pt x="263" y="477"/>
                  <a:pt x="270" y="470"/>
                  <a:pt x="270" y="461"/>
                </a:cubicBezTo>
                <a:lnTo>
                  <a:pt x="270" y="190"/>
                </a:lnTo>
                <a:moveTo>
                  <a:pt x="206" y="222"/>
                </a:moveTo>
                <a:cubicBezTo>
                  <a:pt x="206" y="213"/>
                  <a:pt x="199" y="206"/>
                  <a:pt x="191" y="206"/>
                </a:cubicBezTo>
                <a:cubicBezTo>
                  <a:pt x="182" y="206"/>
                  <a:pt x="175" y="213"/>
                  <a:pt x="175" y="222"/>
                </a:cubicBezTo>
                <a:lnTo>
                  <a:pt x="175" y="461"/>
                </a:lnTo>
                <a:cubicBezTo>
                  <a:pt x="175" y="470"/>
                  <a:pt x="182" y="477"/>
                  <a:pt x="191" y="477"/>
                </a:cubicBezTo>
                <a:cubicBezTo>
                  <a:pt x="199" y="477"/>
                  <a:pt x="206" y="470"/>
                  <a:pt x="206" y="461"/>
                </a:cubicBezTo>
                <a:lnTo>
                  <a:pt x="206" y="222"/>
                </a:lnTo>
                <a:moveTo>
                  <a:pt x="334" y="222"/>
                </a:moveTo>
                <a:cubicBezTo>
                  <a:pt x="334" y="213"/>
                  <a:pt x="327" y="206"/>
                  <a:pt x="318" y="206"/>
                </a:cubicBezTo>
                <a:cubicBezTo>
                  <a:pt x="310" y="206"/>
                  <a:pt x="303" y="213"/>
                  <a:pt x="303" y="222"/>
                </a:cubicBezTo>
                <a:lnTo>
                  <a:pt x="303" y="461"/>
                </a:lnTo>
                <a:cubicBezTo>
                  <a:pt x="303" y="470"/>
                  <a:pt x="310" y="477"/>
                  <a:pt x="318" y="477"/>
                </a:cubicBezTo>
                <a:cubicBezTo>
                  <a:pt x="327" y="477"/>
                  <a:pt x="334" y="470"/>
                  <a:pt x="334" y="461"/>
                </a:cubicBezTo>
                <a:lnTo>
                  <a:pt x="334" y="222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714240" y="946080"/>
            <a:ext cx="27165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Physical &amp; Supernatural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1019160" y="3893400"/>
            <a:ext cx="14724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Decaying Manors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1019160" y="4199400"/>
            <a:ext cx="4583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Wuthering Heights embodies "ancestral curses" and stagnation.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1019160" y="4447080"/>
            <a:ext cx="4570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crumbling architecture physically mirrors the disintegration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438120" y="5209920"/>
            <a:ext cx="381240" cy="381600"/>
          </a:xfrm>
          <a:custGeom>
            <a:avLst/>
            <a:gdLst/>
            <a:ahLst/>
            <a:rect l="0" t="0" r="r" b="b"/>
            <a:pathLst>
              <a:path w="1059" h="1060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4"/>
                </a:cubicBezTo>
                <a:cubicBezTo>
                  <a:pt x="922" y="6"/>
                  <a:pt x="933" y="10"/>
                  <a:pt x="945" y="14"/>
                </a:cubicBezTo>
                <a:cubicBezTo>
                  <a:pt x="956" y="19"/>
                  <a:pt x="966" y="25"/>
                  <a:pt x="977" y="31"/>
                </a:cubicBezTo>
                <a:cubicBezTo>
                  <a:pt x="987" y="38"/>
                  <a:pt x="996" y="46"/>
                  <a:pt x="1005" y="54"/>
                </a:cubicBezTo>
                <a:cubicBezTo>
                  <a:pt x="1013" y="63"/>
                  <a:pt x="1021" y="72"/>
                  <a:pt x="1028" y="83"/>
                </a:cubicBezTo>
                <a:cubicBezTo>
                  <a:pt x="1034" y="93"/>
                  <a:pt x="1040" y="103"/>
                  <a:pt x="1045" y="115"/>
                </a:cubicBezTo>
                <a:cubicBezTo>
                  <a:pt x="1049" y="126"/>
                  <a:pt x="1053" y="137"/>
                  <a:pt x="1055" y="149"/>
                </a:cubicBezTo>
                <a:cubicBezTo>
                  <a:pt x="1058" y="161"/>
                  <a:pt x="1059" y="173"/>
                  <a:pt x="1059" y="185"/>
                </a:cubicBezTo>
                <a:lnTo>
                  <a:pt x="1059" y="874"/>
                </a:lnTo>
                <a:cubicBezTo>
                  <a:pt x="1059" y="886"/>
                  <a:pt x="1058" y="899"/>
                  <a:pt x="1055" y="910"/>
                </a:cubicBezTo>
                <a:cubicBezTo>
                  <a:pt x="1053" y="922"/>
                  <a:pt x="1049" y="934"/>
                  <a:pt x="1045" y="945"/>
                </a:cubicBezTo>
                <a:cubicBezTo>
                  <a:pt x="1040" y="956"/>
                  <a:pt x="1034" y="967"/>
                  <a:pt x="1028" y="977"/>
                </a:cubicBezTo>
                <a:cubicBezTo>
                  <a:pt x="1021" y="987"/>
                  <a:pt x="1013" y="997"/>
                  <a:pt x="1005" y="1005"/>
                </a:cubicBezTo>
                <a:cubicBezTo>
                  <a:pt x="996" y="1014"/>
                  <a:pt x="987" y="1022"/>
                  <a:pt x="977" y="1028"/>
                </a:cubicBezTo>
                <a:cubicBezTo>
                  <a:pt x="966" y="1035"/>
                  <a:pt x="956" y="1041"/>
                  <a:pt x="945" y="1045"/>
                </a:cubicBezTo>
                <a:cubicBezTo>
                  <a:pt x="933" y="1050"/>
                  <a:pt x="922" y="1054"/>
                  <a:pt x="910" y="1056"/>
                </a:cubicBezTo>
                <a:cubicBezTo>
                  <a:pt x="898" y="1058"/>
                  <a:pt x="886" y="1060"/>
                  <a:pt x="874" y="1060"/>
                </a:cubicBezTo>
                <a:lnTo>
                  <a:pt x="185" y="1060"/>
                </a:lnTo>
                <a:cubicBezTo>
                  <a:pt x="173" y="1060"/>
                  <a:pt x="161" y="1058"/>
                  <a:pt x="149" y="1056"/>
                </a:cubicBezTo>
                <a:cubicBezTo>
                  <a:pt x="137" y="1054"/>
                  <a:pt x="125" y="1050"/>
                  <a:pt x="114" y="1045"/>
                </a:cubicBezTo>
                <a:cubicBezTo>
                  <a:pt x="103" y="1041"/>
                  <a:pt x="92" y="1035"/>
                  <a:pt x="82" y="1028"/>
                </a:cubicBezTo>
                <a:cubicBezTo>
                  <a:pt x="72" y="1022"/>
                  <a:pt x="62" y="1014"/>
                  <a:pt x="54" y="1005"/>
                </a:cubicBezTo>
                <a:cubicBezTo>
                  <a:pt x="45" y="997"/>
                  <a:pt x="38" y="987"/>
                  <a:pt x="31" y="977"/>
                </a:cubicBezTo>
                <a:cubicBezTo>
                  <a:pt x="24" y="967"/>
                  <a:pt x="18" y="956"/>
                  <a:pt x="14" y="945"/>
                </a:cubicBezTo>
                <a:cubicBezTo>
                  <a:pt x="9" y="934"/>
                  <a:pt x="6" y="922"/>
                  <a:pt x="3" y="910"/>
                </a:cubicBezTo>
                <a:cubicBezTo>
                  <a:pt x="1" y="899"/>
                  <a:pt x="0" y="886"/>
                  <a:pt x="0" y="87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438120" y="5209920"/>
            <a:ext cx="381240" cy="381600"/>
          </a:xfrm>
          <a:custGeom>
            <a:avLst/>
            <a:gdLst/>
            <a:ahLst/>
            <a:rect l="0" t="0" r="r" b="b"/>
            <a:pathLst>
              <a:path fill="none" w="1059" h="1060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4"/>
                </a:cubicBezTo>
                <a:cubicBezTo>
                  <a:pt x="922" y="6"/>
                  <a:pt x="933" y="10"/>
                  <a:pt x="945" y="14"/>
                </a:cubicBezTo>
                <a:cubicBezTo>
                  <a:pt x="956" y="19"/>
                  <a:pt x="966" y="25"/>
                  <a:pt x="977" y="31"/>
                </a:cubicBezTo>
                <a:cubicBezTo>
                  <a:pt x="987" y="38"/>
                  <a:pt x="996" y="46"/>
                  <a:pt x="1005" y="54"/>
                </a:cubicBezTo>
                <a:cubicBezTo>
                  <a:pt x="1013" y="63"/>
                  <a:pt x="1021" y="72"/>
                  <a:pt x="1028" y="83"/>
                </a:cubicBezTo>
                <a:cubicBezTo>
                  <a:pt x="1034" y="93"/>
                  <a:pt x="1040" y="103"/>
                  <a:pt x="1045" y="115"/>
                </a:cubicBezTo>
                <a:cubicBezTo>
                  <a:pt x="1049" y="126"/>
                  <a:pt x="1053" y="137"/>
                  <a:pt x="1055" y="149"/>
                </a:cubicBezTo>
                <a:cubicBezTo>
                  <a:pt x="1058" y="161"/>
                  <a:pt x="1059" y="173"/>
                  <a:pt x="1059" y="185"/>
                </a:cubicBezTo>
                <a:lnTo>
                  <a:pt x="1059" y="874"/>
                </a:lnTo>
                <a:cubicBezTo>
                  <a:pt x="1059" y="886"/>
                  <a:pt x="1058" y="899"/>
                  <a:pt x="1055" y="910"/>
                </a:cubicBezTo>
                <a:cubicBezTo>
                  <a:pt x="1053" y="922"/>
                  <a:pt x="1049" y="934"/>
                  <a:pt x="1045" y="945"/>
                </a:cubicBezTo>
                <a:cubicBezTo>
                  <a:pt x="1040" y="956"/>
                  <a:pt x="1034" y="967"/>
                  <a:pt x="1028" y="977"/>
                </a:cubicBezTo>
                <a:cubicBezTo>
                  <a:pt x="1021" y="987"/>
                  <a:pt x="1013" y="997"/>
                  <a:pt x="1005" y="1005"/>
                </a:cubicBezTo>
                <a:cubicBezTo>
                  <a:pt x="996" y="1014"/>
                  <a:pt x="987" y="1022"/>
                  <a:pt x="977" y="1028"/>
                </a:cubicBezTo>
                <a:cubicBezTo>
                  <a:pt x="966" y="1035"/>
                  <a:pt x="956" y="1041"/>
                  <a:pt x="945" y="1045"/>
                </a:cubicBezTo>
                <a:cubicBezTo>
                  <a:pt x="933" y="1050"/>
                  <a:pt x="922" y="1054"/>
                  <a:pt x="910" y="1056"/>
                </a:cubicBezTo>
                <a:cubicBezTo>
                  <a:pt x="898" y="1058"/>
                  <a:pt x="886" y="1060"/>
                  <a:pt x="874" y="1060"/>
                </a:cubicBezTo>
                <a:lnTo>
                  <a:pt x="185" y="1060"/>
                </a:lnTo>
                <a:cubicBezTo>
                  <a:pt x="173" y="1060"/>
                  <a:pt x="161" y="1058"/>
                  <a:pt x="149" y="1056"/>
                </a:cubicBezTo>
                <a:cubicBezTo>
                  <a:pt x="137" y="1054"/>
                  <a:pt x="125" y="1050"/>
                  <a:pt x="114" y="1045"/>
                </a:cubicBezTo>
                <a:cubicBezTo>
                  <a:pt x="103" y="1041"/>
                  <a:pt x="92" y="1035"/>
                  <a:pt x="82" y="1028"/>
                </a:cubicBezTo>
                <a:cubicBezTo>
                  <a:pt x="72" y="1022"/>
                  <a:pt x="62" y="1014"/>
                  <a:pt x="54" y="1005"/>
                </a:cubicBezTo>
                <a:cubicBezTo>
                  <a:pt x="45" y="997"/>
                  <a:pt x="38" y="987"/>
                  <a:pt x="31" y="977"/>
                </a:cubicBezTo>
                <a:cubicBezTo>
                  <a:pt x="24" y="967"/>
                  <a:pt x="18" y="956"/>
                  <a:pt x="14" y="945"/>
                </a:cubicBezTo>
                <a:cubicBezTo>
                  <a:pt x="9" y="934"/>
                  <a:pt x="6" y="922"/>
                  <a:pt x="3" y="910"/>
                </a:cubicBezTo>
                <a:cubicBezTo>
                  <a:pt x="1" y="899"/>
                  <a:pt x="0" y="886"/>
                  <a:pt x="0" y="874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561960" y="5305320"/>
            <a:ext cx="137160" cy="182880"/>
          </a:xfrm>
          <a:custGeom>
            <a:avLst/>
            <a:gdLst/>
            <a:ahLst/>
            <a:rect l="0" t="0" r="r" b="b"/>
            <a:pathLst>
              <a:path w="381" h="508">
                <a:moveTo>
                  <a:pt x="39" y="464"/>
                </a:moveTo>
                <a:lnTo>
                  <a:pt x="28" y="473"/>
                </a:lnTo>
                <a:cubicBezTo>
                  <a:pt x="25" y="475"/>
                  <a:pt x="21" y="477"/>
                  <a:pt x="17" y="477"/>
                </a:cubicBezTo>
                <a:cubicBezTo>
                  <a:pt x="7" y="477"/>
                  <a:pt x="0" y="469"/>
                  <a:pt x="0" y="459"/>
                </a:cubicBezTo>
                <a:lnTo>
                  <a:pt x="0" y="190"/>
                </a:lnTo>
                <a:cubicBezTo>
                  <a:pt x="0" y="85"/>
                  <a:pt x="85" y="0"/>
                  <a:pt x="191" y="0"/>
                </a:cubicBezTo>
                <a:cubicBezTo>
                  <a:pt x="296" y="0"/>
                  <a:pt x="381" y="85"/>
                  <a:pt x="381" y="190"/>
                </a:cubicBezTo>
                <a:lnTo>
                  <a:pt x="381" y="459"/>
                </a:lnTo>
                <a:cubicBezTo>
                  <a:pt x="381" y="469"/>
                  <a:pt x="373" y="477"/>
                  <a:pt x="364" y="477"/>
                </a:cubicBezTo>
                <a:cubicBezTo>
                  <a:pt x="360" y="477"/>
                  <a:pt x="356" y="475"/>
                  <a:pt x="353" y="473"/>
                </a:cubicBezTo>
                <a:lnTo>
                  <a:pt x="342" y="464"/>
                </a:lnTo>
                <a:cubicBezTo>
                  <a:pt x="328" y="453"/>
                  <a:pt x="309" y="455"/>
                  <a:pt x="298" y="468"/>
                </a:cubicBezTo>
                <a:lnTo>
                  <a:pt x="268" y="503"/>
                </a:lnTo>
                <a:cubicBezTo>
                  <a:pt x="264" y="506"/>
                  <a:pt x="259" y="508"/>
                  <a:pt x="254" y="508"/>
                </a:cubicBezTo>
                <a:cubicBezTo>
                  <a:pt x="249" y="508"/>
                  <a:pt x="245" y="506"/>
                  <a:pt x="241" y="503"/>
                </a:cubicBezTo>
                <a:lnTo>
                  <a:pt x="215" y="472"/>
                </a:lnTo>
                <a:cubicBezTo>
                  <a:pt x="202" y="458"/>
                  <a:pt x="180" y="458"/>
                  <a:pt x="167" y="472"/>
                </a:cubicBezTo>
                <a:lnTo>
                  <a:pt x="140" y="503"/>
                </a:lnTo>
                <a:cubicBezTo>
                  <a:pt x="136" y="506"/>
                  <a:pt x="132" y="508"/>
                  <a:pt x="126" y="508"/>
                </a:cubicBezTo>
                <a:cubicBezTo>
                  <a:pt x="121" y="508"/>
                  <a:pt x="117" y="506"/>
                  <a:pt x="113" y="503"/>
                </a:cubicBezTo>
                <a:lnTo>
                  <a:pt x="83" y="468"/>
                </a:lnTo>
                <a:cubicBezTo>
                  <a:pt x="72" y="455"/>
                  <a:pt x="53" y="453"/>
                  <a:pt x="39" y="464"/>
                </a:cubicBezTo>
                <a:moveTo>
                  <a:pt x="159" y="190"/>
                </a:moveTo>
                <a:cubicBezTo>
                  <a:pt x="159" y="181"/>
                  <a:pt x="156" y="174"/>
                  <a:pt x="149" y="168"/>
                </a:cubicBezTo>
                <a:cubicBezTo>
                  <a:pt x="143" y="162"/>
                  <a:pt x="135" y="158"/>
                  <a:pt x="126" y="158"/>
                </a:cubicBezTo>
                <a:cubicBezTo>
                  <a:pt x="118" y="158"/>
                  <a:pt x="110" y="162"/>
                  <a:pt x="104" y="168"/>
                </a:cubicBezTo>
                <a:cubicBezTo>
                  <a:pt x="98" y="174"/>
                  <a:pt x="95" y="181"/>
                  <a:pt x="95" y="190"/>
                </a:cubicBezTo>
                <a:cubicBezTo>
                  <a:pt x="95" y="199"/>
                  <a:pt x="98" y="206"/>
                  <a:pt x="104" y="213"/>
                </a:cubicBezTo>
                <a:cubicBezTo>
                  <a:pt x="110" y="219"/>
                  <a:pt x="118" y="223"/>
                  <a:pt x="126" y="223"/>
                </a:cubicBezTo>
                <a:cubicBezTo>
                  <a:pt x="135" y="223"/>
                  <a:pt x="143" y="219"/>
                  <a:pt x="149" y="213"/>
                </a:cubicBezTo>
                <a:cubicBezTo>
                  <a:pt x="156" y="206"/>
                  <a:pt x="159" y="199"/>
                  <a:pt x="159" y="190"/>
                </a:cubicBezTo>
                <a:moveTo>
                  <a:pt x="254" y="223"/>
                </a:moveTo>
                <a:cubicBezTo>
                  <a:pt x="263" y="223"/>
                  <a:pt x="271" y="219"/>
                  <a:pt x="277" y="213"/>
                </a:cubicBezTo>
                <a:cubicBezTo>
                  <a:pt x="283" y="206"/>
                  <a:pt x="286" y="199"/>
                  <a:pt x="286" y="190"/>
                </a:cubicBezTo>
                <a:cubicBezTo>
                  <a:pt x="286" y="181"/>
                  <a:pt x="283" y="174"/>
                  <a:pt x="277" y="168"/>
                </a:cubicBezTo>
                <a:cubicBezTo>
                  <a:pt x="271" y="162"/>
                  <a:pt x="263" y="158"/>
                  <a:pt x="254" y="158"/>
                </a:cubicBezTo>
                <a:cubicBezTo>
                  <a:pt x="246" y="158"/>
                  <a:pt x="238" y="162"/>
                  <a:pt x="232" y="168"/>
                </a:cubicBezTo>
                <a:cubicBezTo>
                  <a:pt x="226" y="174"/>
                  <a:pt x="223" y="181"/>
                  <a:pt x="223" y="190"/>
                </a:cubicBezTo>
                <a:cubicBezTo>
                  <a:pt x="223" y="199"/>
                  <a:pt x="226" y="206"/>
                  <a:pt x="232" y="213"/>
                </a:cubicBezTo>
                <a:cubicBezTo>
                  <a:pt x="238" y="219"/>
                  <a:pt x="246" y="223"/>
                  <a:pt x="254" y="223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1019160" y="4694760"/>
            <a:ext cx="3332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and cycle of abuse within the Earnshaw family.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1019160" y="5217480"/>
            <a:ext cx="21416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Ghost at the Window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1019160" y="5523480"/>
            <a:ext cx="40111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Lockwood’s terrifying encounter with "Catherine Linton"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1019160" y="5771160"/>
            <a:ext cx="4492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establishes the theme of wandering spirits. The past refuses to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6324480" y="990360"/>
            <a:ext cx="283320" cy="228960"/>
          </a:xfrm>
          <a:custGeom>
            <a:avLst/>
            <a:gdLst/>
            <a:ahLst/>
            <a:rect l="0" t="0" r="r" b="b"/>
            <a:pathLst>
              <a:path w="787" h="636">
                <a:moveTo>
                  <a:pt x="616" y="0"/>
                </a:moveTo>
                <a:cubicBezTo>
                  <a:pt x="623" y="0"/>
                  <a:pt x="629" y="0"/>
                  <a:pt x="636" y="1"/>
                </a:cubicBezTo>
                <a:cubicBezTo>
                  <a:pt x="645" y="2"/>
                  <a:pt x="652" y="8"/>
                  <a:pt x="654" y="17"/>
                </a:cubicBezTo>
                <a:cubicBezTo>
                  <a:pt x="656" y="25"/>
                  <a:pt x="652" y="34"/>
                  <a:pt x="644" y="38"/>
                </a:cubicBezTo>
                <a:cubicBezTo>
                  <a:pt x="589" y="69"/>
                  <a:pt x="552" y="130"/>
                  <a:pt x="552" y="197"/>
                </a:cubicBezTo>
                <a:cubicBezTo>
                  <a:pt x="552" y="298"/>
                  <a:pt x="633" y="379"/>
                  <a:pt x="733" y="379"/>
                </a:cubicBezTo>
                <a:cubicBezTo>
                  <a:pt x="744" y="379"/>
                  <a:pt x="754" y="378"/>
                  <a:pt x="764" y="377"/>
                </a:cubicBezTo>
                <a:cubicBezTo>
                  <a:pt x="773" y="375"/>
                  <a:pt x="781" y="379"/>
                  <a:pt x="785" y="387"/>
                </a:cubicBezTo>
                <a:cubicBezTo>
                  <a:pt x="789" y="395"/>
                  <a:pt x="788" y="404"/>
                  <a:pt x="782" y="410"/>
                </a:cubicBezTo>
                <a:cubicBezTo>
                  <a:pt x="739" y="452"/>
                  <a:pt x="680" y="478"/>
                  <a:pt x="616" y="478"/>
                </a:cubicBezTo>
                <a:cubicBezTo>
                  <a:pt x="604" y="478"/>
                  <a:pt x="593" y="477"/>
                  <a:pt x="582" y="476"/>
                </a:cubicBezTo>
                <a:cubicBezTo>
                  <a:pt x="568" y="448"/>
                  <a:pt x="545" y="425"/>
                  <a:pt x="517" y="411"/>
                </a:cubicBezTo>
                <a:cubicBezTo>
                  <a:pt x="513" y="339"/>
                  <a:pt x="454" y="281"/>
                  <a:pt x="381" y="279"/>
                </a:cubicBezTo>
                <a:cubicBezTo>
                  <a:pt x="379" y="266"/>
                  <a:pt x="378" y="253"/>
                  <a:pt x="378" y="240"/>
                </a:cubicBezTo>
                <a:cubicBezTo>
                  <a:pt x="378" y="108"/>
                  <a:pt x="484" y="0"/>
                  <a:pt x="616" y="0"/>
                </a:cubicBezTo>
                <a:moveTo>
                  <a:pt x="556" y="537"/>
                </a:moveTo>
                <a:cubicBezTo>
                  <a:pt x="556" y="592"/>
                  <a:pt x="512" y="636"/>
                  <a:pt x="457" y="636"/>
                </a:cubicBezTo>
                <a:lnTo>
                  <a:pt x="120" y="636"/>
                </a:lnTo>
                <a:cubicBezTo>
                  <a:pt x="53" y="636"/>
                  <a:pt x="0" y="583"/>
                  <a:pt x="0" y="517"/>
                </a:cubicBezTo>
                <a:cubicBezTo>
                  <a:pt x="0" y="458"/>
                  <a:pt x="43" y="409"/>
                  <a:pt x="99" y="400"/>
                </a:cubicBezTo>
                <a:lnTo>
                  <a:pt x="99" y="398"/>
                </a:lnTo>
                <a:cubicBezTo>
                  <a:pt x="99" y="332"/>
                  <a:pt x="153" y="279"/>
                  <a:pt x="219" y="279"/>
                </a:cubicBezTo>
                <a:cubicBezTo>
                  <a:pt x="262" y="279"/>
                  <a:pt x="300" y="302"/>
                  <a:pt x="321" y="337"/>
                </a:cubicBezTo>
                <a:cubicBezTo>
                  <a:pt x="337" y="325"/>
                  <a:pt x="357" y="319"/>
                  <a:pt x="378" y="319"/>
                </a:cubicBezTo>
                <a:cubicBezTo>
                  <a:pt x="433" y="319"/>
                  <a:pt x="477" y="363"/>
                  <a:pt x="477" y="418"/>
                </a:cubicBezTo>
                <a:cubicBezTo>
                  <a:pt x="477" y="425"/>
                  <a:pt x="476" y="432"/>
                  <a:pt x="475" y="439"/>
                </a:cubicBezTo>
                <a:cubicBezTo>
                  <a:pt x="521" y="448"/>
                  <a:pt x="556" y="488"/>
                  <a:pt x="556" y="537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1019160" y="6018840"/>
            <a:ext cx="3291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stay buried, literally reaching in from the cold.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6333840" y="1628640"/>
            <a:ext cx="381600" cy="381240"/>
          </a:xfrm>
          <a:custGeom>
            <a:avLst/>
            <a:gdLst/>
            <a:ahLst/>
            <a:rect l="0" t="0" r="r" b="b"/>
            <a:pathLst>
              <a:path w="1060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3" y="0"/>
                </a:lnTo>
                <a:cubicBezTo>
                  <a:pt x="886" y="0"/>
                  <a:pt x="898" y="1"/>
                  <a:pt x="910" y="3"/>
                </a:cubicBezTo>
                <a:cubicBezTo>
                  <a:pt x="921" y="6"/>
                  <a:pt x="934" y="9"/>
                  <a:pt x="945" y="14"/>
                </a:cubicBezTo>
                <a:cubicBezTo>
                  <a:pt x="957" y="19"/>
                  <a:pt x="967" y="24"/>
                  <a:pt x="977" y="31"/>
                </a:cubicBezTo>
                <a:cubicBezTo>
                  <a:pt x="987" y="38"/>
                  <a:pt x="997" y="46"/>
                  <a:pt x="1005" y="54"/>
                </a:cubicBezTo>
                <a:cubicBezTo>
                  <a:pt x="1014" y="63"/>
                  <a:pt x="1022" y="72"/>
                  <a:pt x="1028" y="82"/>
                </a:cubicBezTo>
                <a:cubicBezTo>
                  <a:pt x="1035" y="92"/>
                  <a:pt x="1041" y="103"/>
                  <a:pt x="1046" y="114"/>
                </a:cubicBezTo>
                <a:cubicBezTo>
                  <a:pt x="1050" y="125"/>
                  <a:pt x="1054" y="137"/>
                  <a:pt x="1056" y="149"/>
                </a:cubicBezTo>
                <a:cubicBezTo>
                  <a:pt x="1058" y="161"/>
                  <a:pt x="1060" y="173"/>
                  <a:pt x="1060" y="185"/>
                </a:cubicBezTo>
                <a:lnTo>
                  <a:pt x="1060" y="874"/>
                </a:lnTo>
                <a:cubicBezTo>
                  <a:pt x="1060" y="886"/>
                  <a:pt x="1058" y="898"/>
                  <a:pt x="1056" y="910"/>
                </a:cubicBezTo>
                <a:cubicBezTo>
                  <a:pt x="1054" y="922"/>
                  <a:pt x="1050" y="934"/>
                  <a:pt x="1046" y="945"/>
                </a:cubicBezTo>
                <a:cubicBezTo>
                  <a:pt x="1041" y="956"/>
                  <a:pt x="1035" y="967"/>
                  <a:pt x="1028" y="977"/>
                </a:cubicBezTo>
                <a:cubicBezTo>
                  <a:pt x="1022" y="987"/>
                  <a:pt x="1014" y="996"/>
                  <a:pt x="1005" y="1005"/>
                </a:cubicBezTo>
                <a:cubicBezTo>
                  <a:pt x="997" y="1014"/>
                  <a:pt x="987" y="1021"/>
                  <a:pt x="977" y="1028"/>
                </a:cubicBezTo>
                <a:cubicBezTo>
                  <a:pt x="967" y="1035"/>
                  <a:pt x="957" y="1040"/>
                  <a:pt x="945" y="1045"/>
                </a:cubicBezTo>
                <a:cubicBezTo>
                  <a:pt x="934" y="1050"/>
                  <a:pt x="921" y="1053"/>
                  <a:pt x="910" y="1056"/>
                </a:cubicBezTo>
                <a:cubicBezTo>
                  <a:pt x="898" y="1058"/>
                  <a:pt x="886" y="1059"/>
                  <a:pt x="873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3"/>
                  <a:pt x="126" y="1050"/>
                  <a:pt x="115" y="1045"/>
                </a:cubicBezTo>
                <a:cubicBezTo>
                  <a:pt x="103" y="1040"/>
                  <a:pt x="93" y="1035"/>
                  <a:pt x="83" y="1028"/>
                </a:cubicBezTo>
                <a:cubicBezTo>
                  <a:pt x="72" y="1021"/>
                  <a:pt x="63" y="1014"/>
                  <a:pt x="55" y="1005"/>
                </a:cubicBezTo>
                <a:cubicBezTo>
                  <a:pt x="46" y="996"/>
                  <a:pt x="38" y="987"/>
                  <a:pt x="32" y="977"/>
                </a:cubicBezTo>
                <a:cubicBezTo>
                  <a:pt x="25" y="967"/>
                  <a:pt x="19" y="956"/>
                  <a:pt x="14" y="945"/>
                </a:cubicBezTo>
                <a:cubicBezTo>
                  <a:pt x="10" y="934"/>
                  <a:pt x="6" y="922"/>
                  <a:pt x="4" y="910"/>
                </a:cubicBezTo>
                <a:cubicBezTo>
                  <a:pt x="1" y="898"/>
                  <a:pt x="0" y="886"/>
                  <a:pt x="0" y="87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6333840" y="1628640"/>
            <a:ext cx="381600" cy="381240"/>
          </a:xfrm>
          <a:custGeom>
            <a:avLst/>
            <a:gdLst/>
            <a:ahLst/>
            <a:rect l="0" t="0" r="r" b="b"/>
            <a:pathLst>
              <a:path fill="none" w="1060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3" y="0"/>
                </a:lnTo>
                <a:cubicBezTo>
                  <a:pt x="886" y="0"/>
                  <a:pt x="898" y="1"/>
                  <a:pt x="910" y="3"/>
                </a:cubicBezTo>
                <a:cubicBezTo>
                  <a:pt x="921" y="6"/>
                  <a:pt x="934" y="9"/>
                  <a:pt x="945" y="14"/>
                </a:cubicBezTo>
                <a:cubicBezTo>
                  <a:pt x="957" y="19"/>
                  <a:pt x="967" y="24"/>
                  <a:pt x="977" y="31"/>
                </a:cubicBezTo>
                <a:cubicBezTo>
                  <a:pt x="987" y="38"/>
                  <a:pt x="997" y="46"/>
                  <a:pt x="1005" y="54"/>
                </a:cubicBezTo>
                <a:cubicBezTo>
                  <a:pt x="1014" y="63"/>
                  <a:pt x="1022" y="72"/>
                  <a:pt x="1028" y="82"/>
                </a:cubicBezTo>
                <a:cubicBezTo>
                  <a:pt x="1035" y="92"/>
                  <a:pt x="1041" y="103"/>
                  <a:pt x="1046" y="114"/>
                </a:cubicBezTo>
                <a:cubicBezTo>
                  <a:pt x="1050" y="125"/>
                  <a:pt x="1054" y="137"/>
                  <a:pt x="1056" y="149"/>
                </a:cubicBezTo>
                <a:cubicBezTo>
                  <a:pt x="1058" y="161"/>
                  <a:pt x="1060" y="173"/>
                  <a:pt x="1060" y="185"/>
                </a:cubicBezTo>
                <a:lnTo>
                  <a:pt x="1060" y="874"/>
                </a:lnTo>
                <a:cubicBezTo>
                  <a:pt x="1060" y="886"/>
                  <a:pt x="1058" y="898"/>
                  <a:pt x="1056" y="910"/>
                </a:cubicBezTo>
                <a:cubicBezTo>
                  <a:pt x="1054" y="922"/>
                  <a:pt x="1050" y="934"/>
                  <a:pt x="1046" y="945"/>
                </a:cubicBezTo>
                <a:cubicBezTo>
                  <a:pt x="1041" y="956"/>
                  <a:pt x="1035" y="967"/>
                  <a:pt x="1028" y="977"/>
                </a:cubicBezTo>
                <a:cubicBezTo>
                  <a:pt x="1022" y="987"/>
                  <a:pt x="1014" y="996"/>
                  <a:pt x="1005" y="1005"/>
                </a:cubicBezTo>
                <a:cubicBezTo>
                  <a:pt x="997" y="1014"/>
                  <a:pt x="987" y="1021"/>
                  <a:pt x="977" y="1028"/>
                </a:cubicBezTo>
                <a:cubicBezTo>
                  <a:pt x="967" y="1035"/>
                  <a:pt x="957" y="1040"/>
                  <a:pt x="945" y="1045"/>
                </a:cubicBezTo>
                <a:cubicBezTo>
                  <a:pt x="934" y="1050"/>
                  <a:pt x="921" y="1053"/>
                  <a:pt x="910" y="1056"/>
                </a:cubicBezTo>
                <a:cubicBezTo>
                  <a:pt x="898" y="1058"/>
                  <a:pt x="886" y="1059"/>
                  <a:pt x="873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3"/>
                  <a:pt x="126" y="1050"/>
                  <a:pt x="115" y="1045"/>
                </a:cubicBezTo>
                <a:cubicBezTo>
                  <a:pt x="103" y="1040"/>
                  <a:pt x="93" y="1035"/>
                  <a:pt x="83" y="1028"/>
                </a:cubicBezTo>
                <a:cubicBezTo>
                  <a:pt x="72" y="1021"/>
                  <a:pt x="63" y="1014"/>
                  <a:pt x="55" y="1005"/>
                </a:cubicBezTo>
                <a:cubicBezTo>
                  <a:pt x="46" y="996"/>
                  <a:pt x="38" y="987"/>
                  <a:pt x="32" y="977"/>
                </a:cubicBezTo>
                <a:cubicBezTo>
                  <a:pt x="25" y="967"/>
                  <a:pt x="19" y="956"/>
                  <a:pt x="14" y="945"/>
                </a:cubicBezTo>
                <a:cubicBezTo>
                  <a:pt x="10" y="934"/>
                  <a:pt x="6" y="922"/>
                  <a:pt x="4" y="910"/>
                </a:cubicBezTo>
                <a:cubicBezTo>
                  <a:pt x="1" y="898"/>
                  <a:pt x="0" y="886"/>
                  <a:pt x="0" y="874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6429240" y="1733400"/>
            <a:ext cx="183240" cy="183240"/>
          </a:xfrm>
          <a:custGeom>
            <a:avLst/>
            <a:gdLst/>
            <a:ahLst/>
            <a:rect l="0" t="0" r="r" b="b"/>
            <a:pathLst>
              <a:path w="509" h="509">
                <a:moveTo>
                  <a:pt x="183" y="0"/>
                </a:moveTo>
                <a:cubicBezTo>
                  <a:pt x="214" y="0"/>
                  <a:pt x="239" y="26"/>
                  <a:pt x="239" y="56"/>
                </a:cubicBezTo>
                <a:lnTo>
                  <a:pt x="239" y="453"/>
                </a:lnTo>
                <a:cubicBezTo>
                  <a:pt x="239" y="484"/>
                  <a:pt x="214" y="509"/>
                  <a:pt x="183" y="509"/>
                </a:cubicBezTo>
                <a:cubicBezTo>
                  <a:pt x="155" y="509"/>
                  <a:pt x="130" y="487"/>
                  <a:pt x="127" y="459"/>
                </a:cubicBezTo>
                <a:cubicBezTo>
                  <a:pt x="122" y="460"/>
                  <a:pt x="116" y="461"/>
                  <a:pt x="111" y="461"/>
                </a:cubicBezTo>
                <a:cubicBezTo>
                  <a:pt x="76" y="461"/>
                  <a:pt x="47" y="433"/>
                  <a:pt x="47" y="398"/>
                </a:cubicBezTo>
                <a:cubicBezTo>
                  <a:pt x="47" y="390"/>
                  <a:pt x="49" y="383"/>
                  <a:pt x="51" y="377"/>
                </a:cubicBezTo>
                <a:cubicBezTo>
                  <a:pt x="21" y="365"/>
                  <a:pt x="0" y="336"/>
                  <a:pt x="0" y="302"/>
                </a:cubicBezTo>
                <a:cubicBezTo>
                  <a:pt x="0" y="271"/>
                  <a:pt x="18" y="243"/>
                  <a:pt x="45" y="231"/>
                </a:cubicBezTo>
                <a:cubicBezTo>
                  <a:pt x="37" y="220"/>
                  <a:pt x="32" y="206"/>
                  <a:pt x="32" y="191"/>
                </a:cubicBezTo>
                <a:cubicBezTo>
                  <a:pt x="32" y="161"/>
                  <a:pt x="53" y="135"/>
                  <a:pt x="82" y="129"/>
                </a:cubicBezTo>
                <a:cubicBezTo>
                  <a:pt x="80" y="124"/>
                  <a:pt x="79" y="118"/>
                  <a:pt x="79" y="112"/>
                </a:cubicBezTo>
                <a:cubicBezTo>
                  <a:pt x="79" y="82"/>
                  <a:pt x="100" y="57"/>
                  <a:pt x="127" y="50"/>
                </a:cubicBezTo>
                <a:cubicBezTo>
                  <a:pt x="130" y="23"/>
                  <a:pt x="155" y="0"/>
                  <a:pt x="183" y="0"/>
                </a:cubicBezTo>
                <a:moveTo>
                  <a:pt x="326" y="0"/>
                </a:moveTo>
                <a:cubicBezTo>
                  <a:pt x="355" y="0"/>
                  <a:pt x="378" y="23"/>
                  <a:pt x="381" y="50"/>
                </a:cubicBezTo>
                <a:cubicBezTo>
                  <a:pt x="409" y="57"/>
                  <a:pt x="429" y="82"/>
                  <a:pt x="429" y="112"/>
                </a:cubicBezTo>
                <a:cubicBezTo>
                  <a:pt x="429" y="118"/>
                  <a:pt x="428" y="124"/>
                  <a:pt x="427" y="129"/>
                </a:cubicBezTo>
                <a:cubicBezTo>
                  <a:pt x="455" y="135"/>
                  <a:pt x="477" y="161"/>
                  <a:pt x="477" y="191"/>
                </a:cubicBezTo>
                <a:cubicBezTo>
                  <a:pt x="477" y="206"/>
                  <a:pt x="472" y="220"/>
                  <a:pt x="463" y="231"/>
                </a:cubicBezTo>
                <a:cubicBezTo>
                  <a:pt x="490" y="243"/>
                  <a:pt x="509" y="271"/>
                  <a:pt x="509" y="302"/>
                </a:cubicBezTo>
                <a:cubicBezTo>
                  <a:pt x="509" y="336"/>
                  <a:pt x="487" y="365"/>
                  <a:pt x="457" y="377"/>
                </a:cubicBezTo>
                <a:cubicBezTo>
                  <a:pt x="460" y="383"/>
                  <a:pt x="461" y="390"/>
                  <a:pt x="461" y="398"/>
                </a:cubicBezTo>
                <a:cubicBezTo>
                  <a:pt x="461" y="433"/>
                  <a:pt x="432" y="461"/>
                  <a:pt x="397" y="461"/>
                </a:cubicBezTo>
                <a:cubicBezTo>
                  <a:pt x="392" y="461"/>
                  <a:pt x="386" y="460"/>
                  <a:pt x="381" y="459"/>
                </a:cubicBezTo>
                <a:cubicBezTo>
                  <a:pt x="378" y="487"/>
                  <a:pt x="355" y="509"/>
                  <a:pt x="326" y="509"/>
                </a:cubicBezTo>
                <a:cubicBezTo>
                  <a:pt x="295" y="509"/>
                  <a:pt x="271" y="484"/>
                  <a:pt x="271" y="453"/>
                </a:cubicBezTo>
                <a:lnTo>
                  <a:pt x="271" y="56"/>
                </a:lnTo>
                <a:cubicBezTo>
                  <a:pt x="271" y="26"/>
                  <a:pt x="295" y="0"/>
                  <a:pt x="326" y="0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6724800" y="946080"/>
            <a:ext cx="32904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Psychological &amp; Atmospheric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6915240" y="1635840"/>
            <a:ext cx="18432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Madness &amp; Obsession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6915240" y="1942200"/>
            <a:ext cx="45957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Heathcliff does not fear the ghost but desires to be haunted. His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6915240" y="2189880"/>
            <a:ext cx="4392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obsession blurs the thin veil between life and death, rejecting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6333840" y="2952720"/>
            <a:ext cx="381600" cy="381240"/>
          </a:xfrm>
          <a:custGeom>
            <a:avLst/>
            <a:gdLst/>
            <a:ahLst/>
            <a:rect l="0" t="0" r="r" b="b"/>
            <a:pathLst>
              <a:path w="1060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2"/>
                  <a:pt x="55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3" y="0"/>
                </a:lnTo>
                <a:cubicBezTo>
                  <a:pt x="886" y="0"/>
                  <a:pt x="898" y="1"/>
                  <a:pt x="910" y="3"/>
                </a:cubicBezTo>
                <a:cubicBezTo>
                  <a:pt x="921" y="6"/>
                  <a:pt x="934" y="9"/>
                  <a:pt x="945" y="14"/>
                </a:cubicBezTo>
                <a:cubicBezTo>
                  <a:pt x="957" y="18"/>
                  <a:pt x="967" y="24"/>
                  <a:pt x="977" y="31"/>
                </a:cubicBezTo>
                <a:cubicBezTo>
                  <a:pt x="987" y="38"/>
                  <a:pt x="997" y="45"/>
                  <a:pt x="1005" y="54"/>
                </a:cubicBezTo>
                <a:cubicBezTo>
                  <a:pt x="1014" y="62"/>
                  <a:pt x="1022" y="72"/>
                  <a:pt x="1028" y="82"/>
                </a:cubicBezTo>
                <a:cubicBezTo>
                  <a:pt x="1035" y="92"/>
                  <a:pt x="1041" y="103"/>
                  <a:pt x="1046" y="114"/>
                </a:cubicBezTo>
                <a:cubicBezTo>
                  <a:pt x="1050" y="125"/>
                  <a:pt x="1054" y="137"/>
                  <a:pt x="1056" y="149"/>
                </a:cubicBezTo>
                <a:cubicBezTo>
                  <a:pt x="1058" y="161"/>
                  <a:pt x="1060" y="173"/>
                  <a:pt x="1060" y="185"/>
                </a:cubicBezTo>
                <a:lnTo>
                  <a:pt x="1060" y="874"/>
                </a:lnTo>
                <a:cubicBezTo>
                  <a:pt x="1060" y="886"/>
                  <a:pt x="1058" y="898"/>
                  <a:pt x="1056" y="910"/>
                </a:cubicBezTo>
                <a:cubicBezTo>
                  <a:pt x="1054" y="922"/>
                  <a:pt x="1050" y="933"/>
                  <a:pt x="1046" y="945"/>
                </a:cubicBezTo>
                <a:cubicBezTo>
                  <a:pt x="1041" y="956"/>
                  <a:pt x="1035" y="966"/>
                  <a:pt x="1028" y="977"/>
                </a:cubicBezTo>
                <a:cubicBezTo>
                  <a:pt x="1022" y="987"/>
                  <a:pt x="1014" y="996"/>
                  <a:pt x="1005" y="1005"/>
                </a:cubicBezTo>
                <a:cubicBezTo>
                  <a:pt x="997" y="1013"/>
                  <a:pt x="987" y="1021"/>
                  <a:pt x="977" y="1028"/>
                </a:cubicBezTo>
                <a:cubicBezTo>
                  <a:pt x="967" y="1034"/>
                  <a:pt x="957" y="1040"/>
                  <a:pt x="945" y="1045"/>
                </a:cubicBezTo>
                <a:cubicBezTo>
                  <a:pt x="934" y="1049"/>
                  <a:pt x="921" y="1053"/>
                  <a:pt x="910" y="1055"/>
                </a:cubicBezTo>
                <a:cubicBezTo>
                  <a:pt x="898" y="1058"/>
                  <a:pt x="886" y="1059"/>
                  <a:pt x="873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5"/>
                </a:cubicBezTo>
                <a:cubicBezTo>
                  <a:pt x="137" y="1053"/>
                  <a:pt x="126" y="1049"/>
                  <a:pt x="115" y="1045"/>
                </a:cubicBezTo>
                <a:cubicBezTo>
                  <a:pt x="103" y="1040"/>
                  <a:pt x="93" y="1034"/>
                  <a:pt x="83" y="1028"/>
                </a:cubicBezTo>
                <a:cubicBezTo>
                  <a:pt x="72" y="1021"/>
                  <a:pt x="63" y="1013"/>
                  <a:pt x="55" y="1005"/>
                </a:cubicBezTo>
                <a:cubicBezTo>
                  <a:pt x="46" y="996"/>
                  <a:pt x="38" y="987"/>
                  <a:pt x="32" y="977"/>
                </a:cubicBezTo>
                <a:cubicBezTo>
                  <a:pt x="25" y="966"/>
                  <a:pt x="19" y="956"/>
                  <a:pt x="14" y="945"/>
                </a:cubicBezTo>
                <a:cubicBezTo>
                  <a:pt x="10" y="933"/>
                  <a:pt x="6" y="922"/>
                  <a:pt x="4" y="910"/>
                </a:cubicBezTo>
                <a:cubicBezTo>
                  <a:pt x="1" y="898"/>
                  <a:pt x="0" y="886"/>
                  <a:pt x="0" y="87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6333840" y="2952720"/>
            <a:ext cx="381600" cy="381240"/>
          </a:xfrm>
          <a:custGeom>
            <a:avLst/>
            <a:gdLst/>
            <a:ahLst/>
            <a:rect l="0" t="0" r="r" b="b"/>
            <a:pathLst>
              <a:path fill="none" w="1060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2"/>
                  <a:pt x="55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3" y="0"/>
                </a:lnTo>
                <a:cubicBezTo>
                  <a:pt x="886" y="0"/>
                  <a:pt x="898" y="1"/>
                  <a:pt x="910" y="3"/>
                </a:cubicBezTo>
                <a:cubicBezTo>
                  <a:pt x="921" y="6"/>
                  <a:pt x="934" y="9"/>
                  <a:pt x="945" y="14"/>
                </a:cubicBezTo>
                <a:cubicBezTo>
                  <a:pt x="957" y="18"/>
                  <a:pt x="967" y="24"/>
                  <a:pt x="977" y="31"/>
                </a:cubicBezTo>
                <a:cubicBezTo>
                  <a:pt x="987" y="38"/>
                  <a:pt x="997" y="45"/>
                  <a:pt x="1005" y="54"/>
                </a:cubicBezTo>
                <a:cubicBezTo>
                  <a:pt x="1014" y="62"/>
                  <a:pt x="1022" y="72"/>
                  <a:pt x="1028" y="82"/>
                </a:cubicBezTo>
                <a:cubicBezTo>
                  <a:pt x="1035" y="92"/>
                  <a:pt x="1041" y="103"/>
                  <a:pt x="1046" y="114"/>
                </a:cubicBezTo>
                <a:cubicBezTo>
                  <a:pt x="1050" y="125"/>
                  <a:pt x="1054" y="137"/>
                  <a:pt x="1056" y="149"/>
                </a:cubicBezTo>
                <a:cubicBezTo>
                  <a:pt x="1058" y="161"/>
                  <a:pt x="1060" y="173"/>
                  <a:pt x="1060" y="185"/>
                </a:cubicBezTo>
                <a:lnTo>
                  <a:pt x="1060" y="874"/>
                </a:lnTo>
                <a:cubicBezTo>
                  <a:pt x="1060" y="886"/>
                  <a:pt x="1058" y="898"/>
                  <a:pt x="1056" y="910"/>
                </a:cubicBezTo>
                <a:cubicBezTo>
                  <a:pt x="1054" y="922"/>
                  <a:pt x="1050" y="933"/>
                  <a:pt x="1046" y="945"/>
                </a:cubicBezTo>
                <a:cubicBezTo>
                  <a:pt x="1041" y="956"/>
                  <a:pt x="1035" y="966"/>
                  <a:pt x="1028" y="977"/>
                </a:cubicBezTo>
                <a:cubicBezTo>
                  <a:pt x="1022" y="987"/>
                  <a:pt x="1014" y="996"/>
                  <a:pt x="1005" y="1005"/>
                </a:cubicBezTo>
                <a:cubicBezTo>
                  <a:pt x="997" y="1013"/>
                  <a:pt x="987" y="1021"/>
                  <a:pt x="977" y="1028"/>
                </a:cubicBezTo>
                <a:cubicBezTo>
                  <a:pt x="967" y="1034"/>
                  <a:pt x="957" y="1040"/>
                  <a:pt x="945" y="1045"/>
                </a:cubicBezTo>
                <a:cubicBezTo>
                  <a:pt x="934" y="1049"/>
                  <a:pt x="921" y="1053"/>
                  <a:pt x="910" y="1055"/>
                </a:cubicBezTo>
                <a:cubicBezTo>
                  <a:pt x="898" y="1058"/>
                  <a:pt x="886" y="1059"/>
                  <a:pt x="873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5"/>
                </a:cubicBezTo>
                <a:cubicBezTo>
                  <a:pt x="137" y="1053"/>
                  <a:pt x="126" y="1049"/>
                  <a:pt x="115" y="1045"/>
                </a:cubicBezTo>
                <a:cubicBezTo>
                  <a:pt x="103" y="1040"/>
                  <a:pt x="93" y="1034"/>
                  <a:pt x="83" y="1028"/>
                </a:cubicBezTo>
                <a:cubicBezTo>
                  <a:pt x="72" y="1021"/>
                  <a:pt x="63" y="1013"/>
                  <a:pt x="55" y="1005"/>
                </a:cubicBezTo>
                <a:cubicBezTo>
                  <a:pt x="46" y="996"/>
                  <a:pt x="38" y="987"/>
                  <a:pt x="32" y="977"/>
                </a:cubicBezTo>
                <a:cubicBezTo>
                  <a:pt x="25" y="966"/>
                  <a:pt x="19" y="956"/>
                  <a:pt x="14" y="945"/>
                </a:cubicBezTo>
                <a:cubicBezTo>
                  <a:pt x="10" y="933"/>
                  <a:pt x="6" y="922"/>
                  <a:pt x="4" y="910"/>
                </a:cubicBezTo>
                <a:cubicBezTo>
                  <a:pt x="1" y="898"/>
                  <a:pt x="0" y="886"/>
                  <a:pt x="0" y="874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6432120" y="3051000"/>
            <a:ext cx="177120" cy="176760"/>
          </a:xfrm>
          <a:custGeom>
            <a:avLst/>
            <a:gdLst/>
            <a:ahLst/>
            <a:rect l="0" t="0" r="r" b="b"/>
            <a:pathLst>
              <a:path w="492" h="491">
                <a:moveTo>
                  <a:pt x="148" y="436"/>
                </a:moveTo>
                <a:lnTo>
                  <a:pt x="136" y="465"/>
                </a:lnTo>
                <a:cubicBezTo>
                  <a:pt x="117" y="456"/>
                  <a:pt x="100" y="444"/>
                  <a:pt x="84" y="431"/>
                </a:cubicBezTo>
                <a:lnTo>
                  <a:pt x="107" y="408"/>
                </a:lnTo>
                <a:cubicBezTo>
                  <a:pt x="119" y="419"/>
                  <a:pt x="133" y="428"/>
                  <a:pt x="148" y="436"/>
                </a:cubicBezTo>
                <a:moveTo>
                  <a:pt x="33" y="262"/>
                </a:moveTo>
                <a:lnTo>
                  <a:pt x="0" y="262"/>
                </a:lnTo>
                <a:cubicBezTo>
                  <a:pt x="2" y="283"/>
                  <a:pt x="6" y="303"/>
                  <a:pt x="12" y="322"/>
                </a:cubicBezTo>
                <a:lnTo>
                  <a:pt x="42" y="311"/>
                </a:lnTo>
                <a:cubicBezTo>
                  <a:pt x="38" y="295"/>
                  <a:pt x="34" y="279"/>
                  <a:pt x="33" y="262"/>
                </a:cubicBezTo>
                <a:moveTo>
                  <a:pt x="33" y="230"/>
                </a:moveTo>
                <a:cubicBezTo>
                  <a:pt x="35" y="211"/>
                  <a:pt x="38" y="193"/>
                  <a:pt x="44" y="176"/>
                </a:cubicBezTo>
                <a:lnTo>
                  <a:pt x="14" y="164"/>
                </a:lnTo>
                <a:cubicBezTo>
                  <a:pt x="6" y="185"/>
                  <a:pt x="2" y="207"/>
                  <a:pt x="0" y="230"/>
                </a:cubicBezTo>
                <a:lnTo>
                  <a:pt x="33" y="230"/>
                </a:lnTo>
                <a:moveTo>
                  <a:pt x="57" y="147"/>
                </a:moveTo>
                <a:cubicBezTo>
                  <a:pt x="64" y="133"/>
                  <a:pt x="74" y="119"/>
                  <a:pt x="84" y="106"/>
                </a:cubicBezTo>
                <a:lnTo>
                  <a:pt x="62" y="83"/>
                </a:lnTo>
                <a:cubicBezTo>
                  <a:pt x="48" y="98"/>
                  <a:pt x="37" y="116"/>
                  <a:pt x="27" y="135"/>
                </a:cubicBezTo>
                <a:lnTo>
                  <a:pt x="57" y="147"/>
                </a:lnTo>
                <a:moveTo>
                  <a:pt x="387" y="408"/>
                </a:moveTo>
                <a:cubicBezTo>
                  <a:pt x="373" y="420"/>
                  <a:pt x="357" y="430"/>
                  <a:pt x="341" y="438"/>
                </a:cubicBezTo>
                <a:lnTo>
                  <a:pt x="353" y="468"/>
                </a:lnTo>
                <a:cubicBezTo>
                  <a:pt x="373" y="458"/>
                  <a:pt x="392" y="445"/>
                  <a:pt x="409" y="431"/>
                </a:cubicBezTo>
                <a:lnTo>
                  <a:pt x="387" y="408"/>
                </a:lnTo>
                <a:moveTo>
                  <a:pt x="107" y="83"/>
                </a:moveTo>
                <a:cubicBezTo>
                  <a:pt x="121" y="71"/>
                  <a:pt x="136" y="61"/>
                  <a:pt x="153" y="53"/>
                </a:cubicBezTo>
                <a:lnTo>
                  <a:pt x="141" y="23"/>
                </a:lnTo>
                <a:cubicBezTo>
                  <a:pt x="120" y="33"/>
                  <a:pt x="101" y="46"/>
                  <a:pt x="84" y="60"/>
                </a:cubicBezTo>
                <a:lnTo>
                  <a:pt x="107" y="83"/>
                </a:lnTo>
                <a:moveTo>
                  <a:pt x="437" y="345"/>
                </a:moveTo>
                <a:cubicBezTo>
                  <a:pt x="429" y="359"/>
                  <a:pt x="420" y="373"/>
                  <a:pt x="409" y="386"/>
                </a:cubicBezTo>
                <a:lnTo>
                  <a:pt x="431" y="408"/>
                </a:lnTo>
                <a:cubicBezTo>
                  <a:pt x="445" y="393"/>
                  <a:pt x="457" y="376"/>
                  <a:pt x="466" y="357"/>
                </a:cubicBezTo>
                <a:lnTo>
                  <a:pt x="437" y="345"/>
                </a:lnTo>
                <a:moveTo>
                  <a:pt x="460" y="262"/>
                </a:moveTo>
                <a:cubicBezTo>
                  <a:pt x="459" y="281"/>
                  <a:pt x="455" y="299"/>
                  <a:pt x="449" y="316"/>
                </a:cubicBezTo>
                <a:lnTo>
                  <a:pt x="479" y="328"/>
                </a:lnTo>
                <a:cubicBezTo>
                  <a:pt x="486" y="307"/>
                  <a:pt x="491" y="285"/>
                  <a:pt x="492" y="262"/>
                </a:cubicBezTo>
                <a:lnTo>
                  <a:pt x="460" y="262"/>
                </a:lnTo>
                <a:moveTo>
                  <a:pt x="311" y="450"/>
                </a:moveTo>
                <a:cubicBezTo>
                  <a:pt x="296" y="455"/>
                  <a:pt x="279" y="458"/>
                  <a:pt x="263" y="460"/>
                </a:cubicBezTo>
                <a:lnTo>
                  <a:pt x="263" y="491"/>
                </a:lnTo>
                <a:cubicBezTo>
                  <a:pt x="284" y="490"/>
                  <a:pt x="304" y="486"/>
                  <a:pt x="323" y="480"/>
                </a:cubicBezTo>
                <a:lnTo>
                  <a:pt x="311" y="450"/>
                </a:lnTo>
                <a:moveTo>
                  <a:pt x="231" y="460"/>
                </a:moveTo>
                <a:cubicBezTo>
                  <a:pt x="212" y="458"/>
                  <a:pt x="194" y="454"/>
                  <a:pt x="177" y="449"/>
                </a:cubicBezTo>
                <a:lnTo>
                  <a:pt x="165" y="478"/>
                </a:lnTo>
                <a:cubicBezTo>
                  <a:pt x="186" y="485"/>
                  <a:pt x="208" y="490"/>
                  <a:pt x="231" y="491"/>
                </a:cubicBezTo>
                <a:lnTo>
                  <a:pt x="231" y="460"/>
                </a:lnTo>
                <a:moveTo>
                  <a:pt x="451" y="181"/>
                </a:moveTo>
                <a:cubicBezTo>
                  <a:pt x="456" y="197"/>
                  <a:pt x="459" y="213"/>
                  <a:pt x="460" y="230"/>
                </a:cubicBezTo>
                <a:lnTo>
                  <a:pt x="492" y="230"/>
                </a:lnTo>
                <a:cubicBezTo>
                  <a:pt x="491" y="209"/>
                  <a:pt x="487" y="189"/>
                  <a:pt x="481" y="170"/>
                </a:cubicBezTo>
                <a:lnTo>
                  <a:pt x="451" y="181"/>
                </a:lnTo>
                <a:moveTo>
                  <a:pt x="84" y="386"/>
                </a:moveTo>
                <a:cubicBezTo>
                  <a:pt x="73" y="372"/>
                  <a:pt x="62" y="357"/>
                  <a:pt x="54" y="340"/>
                </a:cubicBezTo>
                <a:lnTo>
                  <a:pt x="25" y="352"/>
                </a:lnTo>
                <a:cubicBezTo>
                  <a:pt x="35" y="372"/>
                  <a:pt x="47" y="391"/>
                  <a:pt x="62" y="408"/>
                </a:cubicBezTo>
                <a:lnTo>
                  <a:pt x="84" y="386"/>
                </a:lnTo>
                <a:moveTo>
                  <a:pt x="263" y="31"/>
                </a:moveTo>
                <a:cubicBezTo>
                  <a:pt x="281" y="33"/>
                  <a:pt x="299" y="37"/>
                  <a:pt x="316" y="42"/>
                </a:cubicBezTo>
                <a:lnTo>
                  <a:pt x="329" y="13"/>
                </a:lnTo>
                <a:cubicBezTo>
                  <a:pt x="308" y="6"/>
                  <a:pt x="286" y="1"/>
                  <a:pt x="263" y="0"/>
                </a:cubicBezTo>
                <a:lnTo>
                  <a:pt x="263" y="31"/>
                </a:lnTo>
                <a:moveTo>
                  <a:pt x="182" y="41"/>
                </a:moveTo>
                <a:cubicBezTo>
                  <a:pt x="198" y="36"/>
                  <a:pt x="214" y="33"/>
                  <a:pt x="231" y="31"/>
                </a:cubicBezTo>
                <a:lnTo>
                  <a:pt x="231" y="0"/>
                </a:lnTo>
                <a:cubicBezTo>
                  <a:pt x="210" y="1"/>
                  <a:pt x="189" y="5"/>
                  <a:pt x="170" y="11"/>
                </a:cubicBezTo>
                <a:lnTo>
                  <a:pt x="182" y="41"/>
                </a:lnTo>
                <a:moveTo>
                  <a:pt x="431" y="83"/>
                </a:moveTo>
                <a:lnTo>
                  <a:pt x="409" y="106"/>
                </a:lnTo>
                <a:cubicBezTo>
                  <a:pt x="421" y="120"/>
                  <a:pt x="431" y="135"/>
                  <a:pt x="439" y="152"/>
                </a:cubicBezTo>
                <a:lnTo>
                  <a:pt x="469" y="140"/>
                </a:lnTo>
                <a:cubicBezTo>
                  <a:pt x="459" y="120"/>
                  <a:pt x="446" y="101"/>
                  <a:pt x="431" y="83"/>
                </a:cubicBezTo>
                <a:moveTo>
                  <a:pt x="387" y="83"/>
                </a:moveTo>
                <a:lnTo>
                  <a:pt x="409" y="60"/>
                </a:lnTo>
                <a:cubicBezTo>
                  <a:pt x="394" y="47"/>
                  <a:pt x="377" y="35"/>
                  <a:pt x="358" y="26"/>
                </a:cubicBezTo>
                <a:lnTo>
                  <a:pt x="345" y="55"/>
                </a:lnTo>
                <a:cubicBezTo>
                  <a:pt x="360" y="63"/>
                  <a:pt x="374" y="72"/>
                  <a:pt x="387" y="83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6513840" y="3171240"/>
            <a:ext cx="13680" cy="13680"/>
          </a:xfrm>
          <a:custGeom>
            <a:avLst/>
            <a:gdLst/>
            <a:ahLst/>
            <a:rect l="0" t="0" r="r" b="b"/>
            <a:pathLst>
              <a:path w="38" h="38">
                <a:moveTo>
                  <a:pt x="38" y="19"/>
                </a:moveTo>
                <a:cubicBezTo>
                  <a:pt x="38" y="24"/>
                  <a:pt x="36" y="29"/>
                  <a:pt x="33" y="32"/>
                </a:cubicBezTo>
                <a:cubicBezTo>
                  <a:pt x="29" y="36"/>
                  <a:pt x="25" y="38"/>
                  <a:pt x="20" y="38"/>
                </a:cubicBezTo>
                <a:cubicBezTo>
                  <a:pt x="14" y="38"/>
                  <a:pt x="9" y="36"/>
                  <a:pt x="6" y="32"/>
                </a:cubicBezTo>
                <a:cubicBezTo>
                  <a:pt x="2" y="29"/>
                  <a:pt x="0" y="24"/>
                  <a:pt x="0" y="19"/>
                </a:cubicBezTo>
                <a:cubicBezTo>
                  <a:pt x="0" y="13"/>
                  <a:pt x="2" y="9"/>
                  <a:pt x="6" y="5"/>
                </a:cubicBezTo>
                <a:cubicBezTo>
                  <a:pt x="9" y="1"/>
                  <a:pt x="14" y="0"/>
                  <a:pt x="20" y="0"/>
                </a:cubicBezTo>
                <a:cubicBezTo>
                  <a:pt x="25" y="0"/>
                  <a:pt x="29" y="1"/>
                  <a:pt x="33" y="5"/>
                </a:cubicBezTo>
                <a:cubicBezTo>
                  <a:pt x="36" y="9"/>
                  <a:pt x="38" y="13"/>
                  <a:pt x="38" y="19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6487200" y="3087720"/>
            <a:ext cx="68400" cy="72000"/>
          </a:xfrm>
          <a:custGeom>
            <a:avLst/>
            <a:gdLst/>
            <a:ahLst/>
            <a:rect l="0" t="0" r="r" b="b"/>
            <a:pathLst>
              <a:path w="190" h="200">
                <a:moveTo>
                  <a:pt x="101" y="200"/>
                </a:moveTo>
                <a:lnTo>
                  <a:pt x="85" y="200"/>
                </a:lnTo>
                <a:cubicBezTo>
                  <a:pt x="79" y="200"/>
                  <a:pt x="74" y="194"/>
                  <a:pt x="74" y="188"/>
                </a:cubicBezTo>
                <a:cubicBezTo>
                  <a:pt x="74" y="117"/>
                  <a:pt x="150" y="124"/>
                  <a:pt x="150" y="81"/>
                </a:cubicBezTo>
                <a:cubicBezTo>
                  <a:pt x="150" y="61"/>
                  <a:pt x="133" y="41"/>
                  <a:pt x="93" y="41"/>
                </a:cubicBezTo>
                <a:cubicBezTo>
                  <a:pt x="65" y="41"/>
                  <a:pt x="49" y="50"/>
                  <a:pt x="35" y="69"/>
                </a:cubicBezTo>
                <a:cubicBezTo>
                  <a:pt x="31" y="74"/>
                  <a:pt x="23" y="75"/>
                  <a:pt x="18" y="72"/>
                </a:cubicBezTo>
                <a:lnTo>
                  <a:pt x="5" y="63"/>
                </a:lnTo>
                <a:cubicBezTo>
                  <a:pt x="-1" y="59"/>
                  <a:pt x="-2" y="51"/>
                  <a:pt x="2" y="46"/>
                </a:cubicBezTo>
                <a:cubicBezTo>
                  <a:pt x="23" y="18"/>
                  <a:pt x="49" y="0"/>
                  <a:pt x="94" y="0"/>
                </a:cubicBezTo>
                <a:cubicBezTo>
                  <a:pt x="145" y="0"/>
                  <a:pt x="190" y="30"/>
                  <a:pt x="190" y="81"/>
                </a:cubicBezTo>
                <a:cubicBezTo>
                  <a:pt x="190" y="148"/>
                  <a:pt x="113" y="144"/>
                  <a:pt x="113" y="188"/>
                </a:cubicBezTo>
                <a:cubicBezTo>
                  <a:pt x="113" y="194"/>
                  <a:pt x="108" y="200"/>
                  <a:pt x="101" y="200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6915240" y="2437560"/>
            <a:ext cx="3057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religion for a spiritual union with the dead.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6915240" y="2959920"/>
            <a:ext cx="20707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The Decaying Graveyard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6915240" y="3265920"/>
            <a:ext cx="4515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 "wild" resting place near the moors, neither fully consecrated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6915240" y="3513600"/>
            <a:ext cx="4293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nor free. It symbolizes that the storm lives on even in death,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65" name="" descr=""/>
          <p:cNvPicPr/>
          <p:nvPr/>
        </p:nvPicPr>
        <p:blipFill>
          <a:blip r:embed="rId3"/>
          <a:stretch/>
        </p:blipFill>
        <p:spPr>
          <a:xfrm>
            <a:off x="7287840" y="4249080"/>
            <a:ext cx="3511080" cy="203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6" name=""/>
          <p:cNvSpPr/>
          <p:nvPr/>
        </p:nvSpPr>
        <p:spPr>
          <a:xfrm>
            <a:off x="7287480" y="4248720"/>
            <a:ext cx="3511800" cy="2036520"/>
          </a:xfrm>
          <a:custGeom>
            <a:avLst/>
            <a:gdLst/>
            <a:ahLst/>
            <a:rect l="0" t="0" r="r" b="b"/>
            <a:pathLst>
              <a:path w="9755" h="5657">
                <a:moveTo>
                  <a:pt x="103" y="157"/>
                </a:moveTo>
                <a:lnTo>
                  <a:pt x="103" y="5449"/>
                </a:lnTo>
                <a:cubicBezTo>
                  <a:pt x="103" y="5471"/>
                  <a:pt x="111" y="5490"/>
                  <a:pt x="126" y="5505"/>
                </a:cubicBezTo>
                <a:cubicBezTo>
                  <a:pt x="142" y="5521"/>
                  <a:pt x="160" y="5529"/>
                  <a:pt x="182" y="5529"/>
                </a:cubicBezTo>
                <a:lnTo>
                  <a:pt x="9576" y="5529"/>
                </a:lnTo>
                <a:cubicBezTo>
                  <a:pt x="9598" y="5529"/>
                  <a:pt x="9617" y="5521"/>
                  <a:pt x="9632" y="5505"/>
                </a:cubicBezTo>
                <a:cubicBezTo>
                  <a:pt x="9648" y="5490"/>
                  <a:pt x="9655" y="5471"/>
                  <a:pt x="9655" y="5449"/>
                </a:cubicBezTo>
                <a:lnTo>
                  <a:pt x="9655" y="157"/>
                </a:lnTo>
                <a:cubicBezTo>
                  <a:pt x="9655" y="135"/>
                  <a:pt x="9648" y="116"/>
                  <a:pt x="9632" y="101"/>
                </a:cubicBezTo>
                <a:cubicBezTo>
                  <a:pt x="9617" y="85"/>
                  <a:pt x="9598" y="77"/>
                  <a:pt x="9576" y="77"/>
                </a:cubicBezTo>
                <a:lnTo>
                  <a:pt x="182" y="77"/>
                </a:lnTo>
                <a:cubicBezTo>
                  <a:pt x="160" y="77"/>
                  <a:pt x="142" y="85"/>
                  <a:pt x="126" y="101"/>
                </a:cubicBezTo>
                <a:cubicBezTo>
                  <a:pt x="111" y="116"/>
                  <a:pt x="103" y="135"/>
                  <a:pt x="103" y="157"/>
                </a:cubicBezTo>
                <a:moveTo>
                  <a:pt x="0" y="0"/>
                </a:moveTo>
                <a:lnTo>
                  <a:pt x="9755" y="0"/>
                </a:lnTo>
                <a:lnTo>
                  <a:pt x="9755" y="5657"/>
                </a:lnTo>
                <a:lnTo>
                  <a:pt x="0" y="565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7319880" y="4271760"/>
            <a:ext cx="3448440" cy="1972080"/>
          </a:xfrm>
          <a:custGeom>
            <a:avLst/>
            <a:gdLst/>
            <a:ahLst/>
            <a:rect l="0" t="0" r="r" b="b"/>
            <a:pathLst>
              <a:path w="9579" h="5478">
                <a:moveTo>
                  <a:pt x="0" y="5385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9486" y="0"/>
                </a:lnTo>
                <a:cubicBezTo>
                  <a:pt x="9498" y="0"/>
                  <a:pt x="9510" y="2"/>
                  <a:pt x="9521" y="7"/>
                </a:cubicBezTo>
                <a:cubicBezTo>
                  <a:pt x="9533" y="12"/>
                  <a:pt x="9543" y="19"/>
                  <a:pt x="9552" y="27"/>
                </a:cubicBezTo>
                <a:cubicBezTo>
                  <a:pt x="9560" y="36"/>
                  <a:pt x="9567" y="46"/>
                  <a:pt x="9572" y="57"/>
                </a:cubicBezTo>
                <a:cubicBezTo>
                  <a:pt x="9576" y="69"/>
                  <a:pt x="9579" y="80"/>
                  <a:pt x="9579" y="93"/>
                </a:cubicBezTo>
                <a:lnTo>
                  <a:pt x="9579" y="5385"/>
                </a:lnTo>
                <a:cubicBezTo>
                  <a:pt x="9579" y="5398"/>
                  <a:pt x="9576" y="5409"/>
                  <a:pt x="9572" y="5421"/>
                </a:cubicBezTo>
                <a:cubicBezTo>
                  <a:pt x="9567" y="5432"/>
                  <a:pt x="9560" y="5442"/>
                  <a:pt x="9552" y="5451"/>
                </a:cubicBezTo>
                <a:cubicBezTo>
                  <a:pt x="9543" y="5459"/>
                  <a:pt x="9533" y="5466"/>
                  <a:pt x="9521" y="5471"/>
                </a:cubicBezTo>
                <a:cubicBezTo>
                  <a:pt x="9510" y="5476"/>
                  <a:pt x="9498" y="5478"/>
                  <a:pt x="9486" y="5478"/>
                </a:cubicBezTo>
                <a:lnTo>
                  <a:pt x="92" y="5478"/>
                </a:lnTo>
                <a:cubicBezTo>
                  <a:pt x="80" y="5478"/>
                  <a:pt x="68" y="5476"/>
                  <a:pt x="57" y="5471"/>
                </a:cubicBezTo>
                <a:cubicBezTo>
                  <a:pt x="46" y="5466"/>
                  <a:pt x="36" y="5459"/>
                  <a:pt x="27" y="5451"/>
                </a:cubicBezTo>
                <a:cubicBezTo>
                  <a:pt x="18" y="5442"/>
                  <a:pt x="11" y="5432"/>
                  <a:pt x="7" y="5421"/>
                </a:cubicBezTo>
                <a:cubicBezTo>
                  <a:pt x="2" y="5409"/>
                  <a:pt x="0" y="5398"/>
                  <a:pt x="0" y="53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7319880" y="4271760"/>
            <a:ext cx="3448440" cy="1972080"/>
          </a:xfrm>
          <a:custGeom>
            <a:avLst/>
            <a:gdLst/>
            <a:ahLst/>
            <a:rect l="0" t="0" r="r" b="b"/>
            <a:pathLst>
              <a:path fill="none" w="9579" h="5478">
                <a:moveTo>
                  <a:pt x="0" y="5385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9486" y="0"/>
                </a:lnTo>
                <a:cubicBezTo>
                  <a:pt x="9498" y="0"/>
                  <a:pt x="9510" y="2"/>
                  <a:pt x="9521" y="7"/>
                </a:cubicBezTo>
                <a:cubicBezTo>
                  <a:pt x="9533" y="12"/>
                  <a:pt x="9543" y="19"/>
                  <a:pt x="9552" y="27"/>
                </a:cubicBezTo>
                <a:cubicBezTo>
                  <a:pt x="9560" y="36"/>
                  <a:pt x="9567" y="46"/>
                  <a:pt x="9572" y="57"/>
                </a:cubicBezTo>
                <a:cubicBezTo>
                  <a:pt x="9576" y="69"/>
                  <a:pt x="9579" y="80"/>
                  <a:pt x="9579" y="93"/>
                </a:cubicBezTo>
                <a:lnTo>
                  <a:pt x="9579" y="5385"/>
                </a:lnTo>
                <a:cubicBezTo>
                  <a:pt x="9579" y="5398"/>
                  <a:pt x="9576" y="5409"/>
                  <a:pt x="9572" y="5421"/>
                </a:cubicBezTo>
                <a:cubicBezTo>
                  <a:pt x="9567" y="5432"/>
                  <a:pt x="9560" y="5442"/>
                  <a:pt x="9552" y="5451"/>
                </a:cubicBezTo>
                <a:cubicBezTo>
                  <a:pt x="9543" y="5459"/>
                  <a:pt x="9533" y="5466"/>
                  <a:pt x="9521" y="5471"/>
                </a:cubicBezTo>
                <a:cubicBezTo>
                  <a:pt x="9510" y="5476"/>
                  <a:pt x="9498" y="5478"/>
                  <a:pt x="9486" y="5478"/>
                </a:cubicBezTo>
                <a:lnTo>
                  <a:pt x="92" y="5478"/>
                </a:lnTo>
                <a:cubicBezTo>
                  <a:pt x="80" y="5478"/>
                  <a:pt x="68" y="5476"/>
                  <a:pt x="57" y="5471"/>
                </a:cubicBezTo>
                <a:cubicBezTo>
                  <a:pt x="46" y="5466"/>
                  <a:pt x="36" y="5459"/>
                  <a:pt x="27" y="5451"/>
                </a:cubicBezTo>
                <a:cubicBezTo>
                  <a:pt x="18" y="5442"/>
                  <a:pt x="11" y="5432"/>
                  <a:pt x="7" y="5421"/>
                </a:cubicBezTo>
                <a:cubicBezTo>
                  <a:pt x="2" y="5409"/>
                  <a:pt x="0" y="5398"/>
                  <a:pt x="0" y="5385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69" name="" descr=""/>
          <p:cNvPicPr/>
          <p:nvPr/>
        </p:nvPicPr>
        <p:blipFill>
          <a:blip r:embed="rId4"/>
          <a:stretch/>
        </p:blipFill>
        <p:spPr>
          <a:xfrm>
            <a:off x="7362720" y="4314960"/>
            <a:ext cx="3362040" cy="188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0" name=""/>
          <p:cNvSpPr txBox="1"/>
          <p:nvPr/>
        </p:nvSpPr>
        <p:spPr>
          <a:xfrm>
            <a:off x="6915240" y="3761280"/>
            <a:ext cx="2121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offering no peaceful slumber.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11611080" y="6517800"/>
            <a:ext cx="1436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13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428400" y="990360"/>
            <a:ext cx="286200" cy="229320"/>
          </a:xfrm>
          <a:custGeom>
            <a:avLst/>
            <a:gdLst/>
            <a:ahLst/>
            <a:rect l="0" t="0" r="r" b="b"/>
            <a:pathLst>
              <a:path w="795" h="637">
                <a:moveTo>
                  <a:pt x="119" y="159"/>
                </a:moveTo>
                <a:cubicBezTo>
                  <a:pt x="119" y="148"/>
                  <a:pt x="120" y="138"/>
                  <a:pt x="122" y="128"/>
                </a:cubicBezTo>
                <a:cubicBezTo>
                  <a:pt x="124" y="118"/>
                  <a:pt x="127" y="108"/>
                  <a:pt x="131" y="98"/>
                </a:cubicBezTo>
                <a:cubicBezTo>
                  <a:pt x="135" y="89"/>
                  <a:pt x="140" y="79"/>
                  <a:pt x="146" y="71"/>
                </a:cubicBezTo>
                <a:cubicBezTo>
                  <a:pt x="152" y="62"/>
                  <a:pt x="158" y="54"/>
                  <a:pt x="166" y="47"/>
                </a:cubicBezTo>
                <a:cubicBezTo>
                  <a:pt x="173" y="39"/>
                  <a:pt x="181" y="33"/>
                  <a:pt x="190" y="27"/>
                </a:cubicBezTo>
                <a:cubicBezTo>
                  <a:pt x="198" y="21"/>
                  <a:pt x="208" y="16"/>
                  <a:pt x="217" y="12"/>
                </a:cubicBezTo>
                <a:cubicBezTo>
                  <a:pt x="227" y="8"/>
                  <a:pt x="237" y="5"/>
                  <a:pt x="247" y="3"/>
                </a:cubicBezTo>
                <a:cubicBezTo>
                  <a:pt x="257" y="1"/>
                  <a:pt x="268" y="0"/>
                  <a:pt x="278" y="0"/>
                </a:cubicBezTo>
                <a:cubicBezTo>
                  <a:pt x="288" y="0"/>
                  <a:pt x="299" y="1"/>
                  <a:pt x="309" y="3"/>
                </a:cubicBezTo>
                <a:cubicBezTo>
                  <a:pt x="319" y="5"/>
                  <a:pt x="329" y="8"/>
                  <a:pt x="339" y="12"/>
                </a:cubicBezTo>
                <a:cubicBezTo>
                  <a:pt x="348" y="16"/>
                  <a:pt x="357" y="21"/>
                  <a:pt x="366" y="27"/>
                </a:cubicBezTo>
                <a:cubicBezTo>
                  <a:pt x="375" y="33"/>
                  <a:pt x="383" y="39"/>
                  <a:pt x="390" y="47"/>
                </a:cubicBezTo>
                <a:cubicBezTo>
                  <a:pt x="398" y="54"/>
                  <a:pt x="404" y="62"/>
                  <a:pt x="410" y="71"/>
                </a:cubicBezTo>
                <a:cubicBezTo>
                  <a:pt x="416" y="79"/>
                  <a:pt x="421" y="89"/>
                  <a:pt x="425" y="98"/>
                </a:cubicBezTo>
                <a:cubicBezTo>
                  <a:pt x="429" y="108"/>
                  <a:pt x="432" y="118"/>
                  <a:pt x="434" y="128"/>
                </a:cubicBezTo>
                <a:cubicBezTo>
                  <a:pt x="436" y="138"/>
                  <a:pt x="437" y="148"/>
                  <a:pt x="437" y="159"/>
                </a:cubicBezTo>
                <a:cubicBezTo>
                  <a:pt x="437" y="169"/>
                  <a:pt x="436" y="180"/>
                  <a:pt x="434" y="190"/>
                </a:cubicBezTo>
                <a:cubicBezTo>
                  <a:pt x="432" y="200"/>
                  <a:pt x="429" y="210"/>
                  <a:pt x="425" y="220"/>
                </a:cubicBezTo>
                <a:cubicBezTo>
                  <a:pt x="421" y="229"/>
                  <a:pt x="416" y="238"/>
                  <a:pt x="410" y="247"/>
                </a:cubicBezTo>
                <a:cubicBezTo>
                  <a:pt x="404" y="256"/>
                  <a:pt x="398" y="265"/>
                  <a:pt x="390" y="272"/>
                </a:cubicBezTo>
                <a:cubicBezTo>
                  <a:pt x="383" y="280"/>
                  <a:pt x="375" y="286"/>
                  <a:pt x="366" y="292"/>
                </a:cubicBezTo>
                <a:cubicBezTo>
                  <a:pt x="357" y="298"/>
                  <a:pt x="348" y="303"/>
                  <a:pt x="339" y="307"/>
                </a:cubicBezTo>
                <a:cubicBezTo>
                  <a:pt x="329" y="311"/>
                  <a:pt x="319" y="314"/>
                  <a:pt x="309" y="316"/>
                </a:cubicBezTo>
                <a:cubicBezTo>
                  <a:pt x="299" y="318"/>
                  <a:pt x="288" y="319"/>
                  <a:pt x="278" y="319"/>
                </a:cubicBezTo>
                <a:cubicBezTo>
                  <a:pt x="268" y="319"/>
                  <a:pt x="257" y="318"/>
                  <a:pt x="247" y="316"/>
                </a:cubicBezTo>
                <a:cubicBezTo>
                  <a:pt x="237" y="314"/>
                  <a:pt x="227" y="311"/>
                  <a:pt x="217" y="307"/>
                </a:cubicBezTo>
                <a:cubicBezTo>
                  <a:pt x="208" y="303"/>
                  <a:pt x="198" y="298"/>
                  <a:pt x="190" y="292"/>
                </a:cubicBezTo>
                <a:cubicBezTo>
                  <a:pt x="181" y="286"/>
                  <a:pt x="173" y="280"/>
                  <a:pt x="166" y="272"/>
                </a:cubicBezTo>
                <a:cubicBezTo>
                  <a:pt x="158" y="265"/>
                  <a:pt x="152" y="256"/>
                  <a:pt x="146" y="247"/>
                </a:cubicBezTo>
                <a:cubicBezTo>
                  <a:pt x="140" y="238"/>
                  <a:pt x="135" y="229"/>
                  <a:pt x="131" y="220"/>
                </a:cubicBezTo>
                <a:cubicBezTo>
                  <a:pt x="127" y="210"/>
                  <a:pt x="124" y="200"/>
                  <a:pt x="122" y="190"/>
                </a:cubicBezTo>
                <a:cubicBezTo>
                  <a:pt x="120" y="180"/>
                  <a:pt x="119" y="169"/>
                  <a:pt x="119" y="159"/>
                </a:cubicBezTo>
                <a:moveTo>
                  <a:pt x="0" y="600"/>
                </a:moveTo>
                <a:cubicBezTo>
                  <a:pt x="0" y="477"/>
                  <a:pt x="99" y="378"/>
                  <a:pt x="221" y="378"/>
                </a:cubicBezTo>
                <a:lnTo>
                  <a:pt x="335" y="378"/>
                </a:lnTo>
                <a:cubicBezTo>
                  <a:pt x="457" y="378"/>
                  <a:pt x="556" y="477"/>
                  <a:pt x="556" y="600"/>
                </a:cubicBezTo>
                <a:cubicBezTo>
                  <a:pt x="556" y="621"/>
                  <a:pt x="539" y="637"/>
                  <a:pt x="519" y="637"/>
                </a:cubicBezTo>
                <a:lnTo>
                  <a:pt x="37" y="637"/>
                </a:lnTo>
                <a:cubicBezTo>
                  <a:pt x="17" y="637"/>
                  <a:pt x="0" y="621"/>
                  <a:pt x="0" y="600"/>
                </a:cubicBezTo>
                <a:moveTo>
                  <a:pt x="756" y="637"/>
                </a:moveTo>
                <a:lnTo>
                  <a:pt x="585" y="637"/>
                </a:lnTo>
                <a:cubicBezTo>
                  <a:pt x="591" y="626"/>
                  <a:pt x="595" y="612"/>
                  <a:pt x="595" y="597"/>
                </a:cubicBezTo>
                <a:lnTo>
                  <a:pt x="595" y="588"/>
                </a:lnTo>
                <a:cubicBezTo>
                  <a:pt x="595" y="511"/>
                  <a:pt x="562" y="444"/>
                  <a:pt x="509" y="398"/>
                </a:cubicBezTo>
                <a:cubicBezTo>
                  <a:pt x="512" y="398"/>
                  <a:pt x="515" y="398"/>
                  <a:pt x="518" y="398"/>
                </a:cubicBezTo>
                <a:lnTo>
                  <a:pt x="594" y="398"/>
                </a:lnTo>
                <a:cubicBezTo>
                  <a:pt x="704" y="398"/>
                  <a:pt x="795" y="488"/>
                  <a:pt x="795" y="599"/>
                </a:cubicBezTo>
                <a:cubicBezTo>
                  <a:pt x="795" y="620"/>
                  <a:pt x="777" y="637"/>
                  <a:pt x="756" y="637"/>
                </a:cubicBezTo>
                <a:moveTo>
                  <a:pt x="536" y="319"/>
                </a:moveTo>
                <a:cubicBezTo>
                  <a:pt x="497" y="319"/>
                  <a:pt x="463" y="303"/>
                  <a:pt x="438" y="278"/>
                </a:cubicBezTo>
                <a:cubicBezTo>
                  <a:pt x="462" y="244"/>
                  <a:pt x="476" y="203"/>
                  <a:pt x="476" y="159"/>
                </a:cubicBezTo>
                <a:cubicBezTo>
                  <a:pt x="476" y="126"/>
                  <a:pt x="468" y="94"/>
                  <a:pt x="454" y="67"/>
                </a:cubicBezTo>
                <a:cubicBezTo>
                  <a:pt x="477" y="50"/>
                  <a:pt x="505" y="40"/>
                  <a:pt x="536" y="40"/>
                </a:cubicBezTo>
                <a:cubicBezTo>
                  <a:pt x="613" y="40"/>
                  <a:pt x="675" y="102"/>
                  <a:pt x="675" y="179"/>
                </a:cubicBezTo>
                <a:cubicBezTo>
                  <a:pt x="675" y="256"/>
                  <a:pt x="613" y="319"/>
                  <a:pt x="536" y="319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428760" y="251280"/>
            <a:ext cx="679464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The Next Generation: Breaking the Cycle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2328840" y="1528560"/>
            <a:ext cx="1638360" cy="2267280"/>
          </a:xfrm>
          <a:custGeom>
            <a:avLst/>
            <a:gdLst/>
            <a:ahLst/>
            <a:rect l="0" t="0" r="r" b="b"/>
            <a:pathLst>
              <a:path w="4551" h="6298">
                <a:moveTo>
                  <a:pt x="0" y="6206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4459" y="0"/>
                </a:lnTo>
                <a:cubicBezTo>
                  <a:pt x="4471" y="0"/>
                  <a:pt x="4483" y="2"/>
                  <a:pt x="4494" y="7"/>
                </a:cubicBezTo>
                <a:cubicBezTo>
                  <a:pt x="4506" y="12"/>
                  <a:pt x="4516" y="19"/>
                  <a:pt x="4524" y="27"/>
                </a:cubicBezTo>
                <a:cubicBezTo>
                  <a:pt x="4533" y="36"/>
                  <a:pt x="4540" y="46"/>
                  <a:pt x="4544" y="57"/>
                </a:cubicBezTo>
                <a:cubicBezTo>
                  <a:pt x="4549" y="69"/>
                  <a:pt x="4551" y="80"/>
                  <a:pt x="4551" y="93"/>
                </a:cubicBezTo>
                <a:lnTo>
                  <a:pt x="4551" y="6206"/>
                </a:lnTo>
                <a:cubicBezTo>
                  <a:pt x="4551" y="6218"/>
                  <a:pt x="4549" y="6230"/>
                  <a:pt x="4544" y="6241"/>
                </a:cubicBezTo>
                <a:cubicBezTo>
                  <a:pt x="4540" y="6252"/>
                  <a:pt x="4533" y="6262"/>
                  <a:pt x="4524" y="6271"/>
                </a:cubicBezTo>
                <a:cubicBezTo>
                  <a:pt x="4516" y="6280"/>
                  <a:pt x="4506" y="6286"/>
                  <a:pt x="4494" y="6291"/>
                </a:cubicBezTo>
                <a:cubicBezTo>
                  <a:pt x="4483" y="6296"/>
                  <a:pt x="4471" y="6298"/>
                  <a:pt x="4459" y="6298"/>
                </a:cubicBezTo>
                <a:lnTo>
                  <a:pt x="92" y="6298"/>
                </a:lnTo>
                <a:cubicBezTo>
                  <a:pt x="80" y="6298"/>
                  <a:pt x="68" y="6296"/>
                  <a:pt x="57" y="6291"/>
                </a:cubicBezTo>
                <a:cubicBezTo>
                  <a:pt x="45" y="6286"/>
                  <a:pt x="35" y="6280"/>
                  <a:pt x="27" y="6271"/>
                </a:cubicBezTo>
                <a:cubicBezTo>
                  <a:pt x="18" y="6262"/>
                  <a:pt x="11" y="6252"/>
                  <a:pt x="7" y="6241"/>
                </a:cubicBezTo>
                <a:cubicBezTo>
                  <a:pt x="2" y="6230"/>
                  <a:pt x="0" y="6218"/>
                  <a:pt x="0" y="620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2328840" y="1528560"/>
            <a:ext cx="1638360" cy="2267280"/>
          </a:xfrm>
          <a:custGeom>
            <a:avLst/>
            <a:gdLst/>
            <a:ahLst/>
            <a:rect l="0" t="0" r="r" b="b"/>
            <a:pathLst>
              <a:path fill="none" w="4551" h="6298">
                <a:moveTo>
                  <a:pt x="0" y="6206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4459" y="0"/>
                </a:lnTo>
                <a:cubicBezTo>
                  <a:pt x="4471" y="0"/>
                  <a:pt x="4483" y="2"/>
                  <a:pt x="4494" y="7"/>
                </a:cubicBezTo>
                <a:cubicBezTo>
                  <a:pt x="4506" y="12"/>
                  <a:pt x="4516" y="19"/>
                  <a:pt x="4524" y="27"/>
                </a:cubicBezTo>
                <a:cubicBezTo>
                  <a:pt x="4533" y="36"/>
                  <a:pt x="4540" y="46"/>
                  <a:pt x="4544" y="57"/>
                </a:cubicBezTo>
                <a:cubicBezTo>
                  <a:pt x="4549" y="69"/>
                  <a:pt x="4551" y="80"/>
                  <a:pt x="4551" y="93"/>
                </a:cubicBezTo>
                <a:lnTo>
                  <a:pt x="4551" y="6206"/>
                </a:lnTo>
                <a:cubicBezTo>
                  <a:pt x="4551" y="6218"/>
                  <a:pt x="4549" y="6230"/>
                  <a:pt x="4544" y="6241"/>
                </a:cubicBezTo>
                <a:cubicBezTo>
                  <a:pt x="4540" y="6252"/>
                  <a:pt x="4533" y="6262"/>
                  <a:pt x="4524" y="6271"/>
                </a:cubicBezTo>
                <a:cubicBezTo>
                  <a:pt x="4516" y="6280"/>
                  <a:pt x="4506" y="6286"/>
                  <a:pt x="4494" y="6291"/>
                </a:cubicBezTo>
                <a:cubicBezTo>
                  <a:pt x="4483" y="6296"/>
                  <a:pt x="4471" y="6298"/>
                  <a:pt x="4459" y="6298"/>
                </a:cubicBezTo>
                <a:lnTo>
                  <a:pt x="92" y="6298"/>
                </a:lnTo>
                <a:cubicBezTo>
                  <a:pt x="80" y="6298"/>
                  <a:pt x="68" y="6296"/>
                  <a:pt x="57" y="6291"/>
                </a:cubicBezTo>
                <a:cubicBezTo>
                  <a:pt x="45" y="6286"/>
                  <a:pt x="35" y="6280"/>
                  <a:pt x="27" y="6271"/>
                </a:cubicBezTo>
                <a:cubicBezTo>
                  <a:pt x="18" y="6262"/>
                  <a:pt x="11" y="6252"/>
                  <a:pt x="7" y="6241"/>
                </a:cubicBezTo>
                <a:cubicBezTo>
                  <a:pt x="2" y="6230"/>
                  <a:pt x="0" y="6218"/>
                  <a:pt x="0" y="6206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0" name="" descr=""/>
          <p:cNvPicPr/>
          <p:nvPr/>
        </p:nvPicPr>
        <p:blipFill>
          <a:blip r:embed="rId1"/>
          <a:stretch/>
        </p:blipFill>
        <p:spPr>
          <a:xfrm>
            <a:off x="2371680" y="1571760"/>
            <a:ext cx="1552320" cy="218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1" name=""/>
          <p:cNvSpPr/>
          <p:nvPr/>
        </p:nvSpPr>
        <p:spPr>
          <a:xfrm>
            <a:off x="438120" y="4028760"/>
            <a:ext cx="381240" cy="381600"/>
          </a:xfrm>
          <a:custGeom>
            <a:avLst/>
            <a:gdLst/>
            <a:ahLst/>
            <a:rect l="0" t="0" r="r" b="b"/>
            <a:pathLst>
              <a:path w="1059" h="1060">
                <a:moveTo>
                  <a:pt x="0" y="873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2"/>
                  <a:pt x="910" y="4"/>
                </a:cubicBezTo>
                <a:cubicBezTo>
                  <a:pt x="922" y="6"/>
                  <a:pt x="933" y="10"/>
                  <a:pt x="945" y="14"/>
                </a:cubicBezTo>
                <a:cubicBezTo>
                  <a:pt x="956" y="19"/>
                  <a:pt x="966" y="25"/>
                  <a:pt x="977" y="32"/>
                </a:cubicBezTo>
                <a:cubicBezTo>
                  <a:pt x="987" y="38"/>
                  <a:pt x="996" y="46"/>
                  <a:pt x="1005" y="55"/>
                </a:cubicBezTo>
                <a:cubicBezTo>
                  <a:pt x="1013" y="63"/>
                  <a:pt x="1021" y="73"/>
                  <a:pt x="1028" y="83"/>
                </a:cubicBezTo>
                <a:cubicBezTo>
                  <a:pt x="1034" y="93"/>
                  <a:pt x="1040" y="103"/>
                  <a:pt x="1045" y="115"/>
                </a:cubicBezTo>
                <a:cubicBezTo>
                  <a:pt x="1049" y="126"/>
                  <a:pt x="1053" y="138"/>
                  <a:pt x="1055" y="149"/>
                </a:cubicBezTo>
                <a:cubicBezTo>
                  <a:pt x="1058" y="161"/>
                  <a:pt x="1059" y="173"/>
                  <a:pt x="1059" y="186"/>
                </a:cubicBezTo>
                <a:lnTo>
                  <a:pt x="1059" y="873"/>
                </a:lnTo>
                <a:cubicBezTo>
                  <a:pt x="1059" y="886"/>
                  <a:pt x="1058" y="898"/>
                  <a:pt x="1055" y="910"/>
                </a:cubicBezTo>
                <a:cubicBezTo>
                  <a:pt x="1053" y="922"/>
                  <a:pt x="1049" y="933"/>
                  <a:pt x="1045" y="944"/>
                </a:cubicBezTo>
                <a:cubicBezTo>
                  <a:pt x="1040" y="956"/>
                  <a:pt x="1034" y="966"/>
                  <a:pt x="1028" y="976"/>
                </a:cubicBezTo>
                <a:cubicBezTo>
                  <a:pt x="1021" y="988"/>
                  <a:pt x="1013" y="997"/>
                  <a:pt x="1005" y="1005"/>
                </a:cubicBezTo>
                <a:cubicBezTo>
                  <a:pt x="996" y="1014"/>
                  <a:pt x="987" y="1022"/>
                  <a:pt x="977" y="1028"/>
                </a:cubicBezTo>
                <a:cubicBezTo>
                  <a:pt x="966" y="1035"/>
                  <a:pt x="956" y="1041"/>
                  <a:pt x="945" y="1046"/>
                </a:cubicBezTo>
                <a:cubicBezTo>
                  <a:pt x="933" y="1050"/>
                  <a:pt x="922" y="1054"/>
                  <a:pt x="910" y="1056"/>
                </a:cubicBezTo>
                <a:cubicBezTo>
                  <a:pt x="898" y="1059"/>
                  <a:pt x="886" y="1060"/>
                  <a:pt x="874" y="1060"/>
                </a:cubicBezTo>
                <a:lnTo>
                  <a:pt x="185" y="1060"/>
                </a:lnTo>
                <a:cubicBezTo>
                  <a:pt x="173" y="1060"/>
                  <a:pt x="161" y="1059"/>
                  <a:pt x="149" y="1056"/>
                </a:cubicBezTo>
                <a:cubicBezTo>
                  <a:pt x="137" y="1054"/>
                  <a:pt x="125" y="1050"/>
                  <a:pt x="114" y="1046"/>
                </a:cubicBezTo>
                <a:cubicBezTo>
                  <a:pt x="103" y="1041"/>
                  <a:pt x="92" y="1035"/>
                  <a:pt x="82" y="1028"/>
                </a:cubicBezTo>
                <a:cubicBezTo>
                  <a:pt x="72" y="1022"/>
                  <a:pt x="62" y="1014"/>
                  <a:pt x="54" y="1005"/>
                </a:cubicBezTo>
                <a:cubicBezTo>
                  <a:pt x="45" y="997"/>
                  <a:pt x="38" y="988"/>
                  <a:pt x="31" y="976"/>
                </a:cubicBezTo>
                <a:cubicBezTo>
                  <a:pt x="24" y="966"/>
                  <a:pt x="18" y="956"/>
                  <a:pt x="14" y="944"/>
                </a:cubicBezTo>
                <a:cubicBezTo>
                  <a:pt x="9" y="933"/>
                  <a:pt x="6" y="922"/>
                  <a:pt x="3" y="910"/>
                </a:cubicBezTo>
                <a:cubicBezTo>
                  <a:pt x="1" y="898"/>
                  <a:pt x="0" y="886"/>
                  <a:pt x="0" y="873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438120" y="4028760"/>
            <a:ext cx="381240" cy="381600"/>
          </a:xfrm>
          <a:custGeom>
            <a:avLst/>
            <a:gdLst/>
            <a:ahLst/>
            <a:rect l="0" t="0" r="r" b="b"/>
            <a:pathLst>
              <a:path fill="none" w="1059" h="1060">
                <a:moveTo>
                  <a:pt x="0" y="873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2"/>
                  <a:pt x="910" y="4"/>
                </a:cubicBezTo>
                <a:cubicBezTo>
                  <a:pt x="922" y="6"/>
                  <a:pt x="933" y="10"/>
                  <a:pt x="945" y="14"/>
                </a:cubicBezTo>
                <a:cubicBezTo>
                  <a:pt x="956" y="19"/>
                  <a:pt x="966" y="25"/>
                  <a:pt x="977" y="32"/>
                </a:cubicBezTo>
                <a:cubicBezTo>
                  <a:pt x="987" y="38"/>
                  <a:pt x="996" y="46"/>
                  <a:pt x="1005" y="55"/>
                </a:cubicBezTo>
                <a:cubicBezTo>
                  <a:pt x="1013" y="63"/>
                  <a:pt x="1021" y="73"/>
                  <a:pt x="1028" y="83"/>
                </a:cubicBezTo>
                <a:cubicBezTo>
                  <a:pt x="1034" y="93"/>
                  <a:pt x="1040" y="103"/>
                  <a:pt x="1045" y="115"/>
                </a:cubicBezTo>
                <a:cubicBezTo>
                  <a:pt x="1049" y="126"/>
                  <a:pt x="1053" y="138"/>
                  <a:pt x="1055" y="149"/>
                </a:cubicBezTo>
                <a:cubicBezTo>
                  <a:pt x="1058" y="161"/>
                  <a:pt x="1059" y="173"/>
                  <a:pt x="1059" y="186"/>
                </a:cubicBezTo>
                <a:lnTo>
                  <a:pt x="1059" y="873"/>
                </a:lnTo>
                <a:cubicBezTo>
                  <a:pt x="1059" y="886"/>
                  <a:pt x="1058" y="898"/>
                  <a:pt x="1055" y="910"/>
                </a:cubicBezTo>
                <a:cubicBezTo>
                  <a:pt x="1053" y="922"/>
                  <a:pt x="1049" y="933"/>
                  <a:pt x="1045" y="944"/>
                </a:cubicBezTo>
                <a:cubicBezTo>
                  <a:pt x="1040" y="956"/>
                  <a:pt x="1034" y="966"/>
                  <a:pt x="1028" y="976"/>
                </a:cubicBezTo>
                <a:cubicBezTo>
                  <a:pt x="1021" y="988"/>
                  <a:pt x="1013" y="997"/>
                  <a:pt x="1005" y="1005"/>
                </a:cubicBezTo>
                <a:cubicBezTo>
                  <a:pt x="996" y="1014"/>
                  <a:pt x="987" y="1022"/>
                  <a:pt x="977" y="1028"/>
                </a:cubicBezTo>
                <a:cubicBezTo>
                  <a:pt x="966" y="1035"/>
                  <a:pt x="956" y="1041"/>
                  <a:pt x="945" y="1046"/>
                </a:cubicBezTo>
                <a:cubicBezTo>
                  <a:pt x="933" y="1050"/>
                  <a:pt x="922" y="1054"/>
                  <a:pt x="910" y="1056"/>
                </a:cubicBezTo>
                <a:cubicBezTo>
                  <a:pt x="898" y="1059"/>
                  <a:pt x="886" y="1060"/>
                  <a:pt x="874" y="1060"/>
                </a:cubicBezTo>
                <a:lnTo>
                  <a:pt x="185" y="1060"/>
                </a:lnTo>
                <a:cubicBezTo>
                  <a:pt x="173" y="1060"/>
                  <a:pt x="161" y="1059"/>
                  <a:pt x="149" y="1056"/>
                </a:cubicBezTo>
                <a:cubicBezTo>
                  <a:pt x="137" y="1054"/>
                  <a:pt x="125" y="1050"/>
                  <a:pt x="114" y="1046"/>
                </a:cubicBezTo>
                <a:cubicBezTo>
                  <a:pt x="103" y="1041"/>
                  <a:pt x="92" y="1035"/>
                  <a:pt x="82" y="1028"/>
                </a:cubicBezTo>
                <a:cubicBezTo>
                  <a:pt x="72" y="1022"/>
                  <a:pt x="62" y="1014"/>
                  <a:pt x="54" y="1005"/>
                </a:cubicBezTo>
                <a:cubicBezTo>
                  <a:pt x="45" y="997"/>
                  <a:pt x="38" y="988"/>
                  <a:pt x="31" y="976"/>
                </a:cubicBezTo>
                <a:cubicBezTo>
                  <a:pt x="24" y="966"/>
                  <a:pt x="18" y="956"/>
                  <a:pt x="14" y="944"/>
                </a:cubicBezTo>
                <a:cubicBezTo>
                  <a:pt x="9" y="933"/>
                  <a:pt x="6" y="922"/>
                  <a:pt x="3" y="910"/>
                </a:cubicBezTo>
                <a:cubicBezTo>
                  <a:pt x="1" y="898"/>
                  <a:pt x="0" y="886"/>
                  <a:pt x="0" y="873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533160" y="4148640"/>
            <a:ext cx="183240" cy="156600"/>
          </a:xfrm>
          <a:custGeom>
            <a:avLst/>
            <a:gdLst/>
            <a:ahLst/>
            <a:rect l="0" t="0" r="r" b="b"/>
            <a:pathLst>
              <a:path w="509" h="435">
                <a:moveTo>
                  <a:pt x="47" y="256"/>
                </a:moveTo>
                <a:lnTo>
                  <a:pt x="227" y="425"/>
                </a:lnTo>
                <a:cubicBezTo>
                  <a:pt x="234" y="431"/>
                  <a:pt x="244" y="435"/>
                  <a:pt x="254" y="435"/>
                </a:cubicBezTo>
                <a:cubicBezTo>
                  <a:pt x="264" y="435"/>
                  <a:pt x="274" y="431"/>
                  <a:pt x="281" y="425"/>
                </a:cubicBezTo>
                <a:lnTo>
                  <a:pt x="462" y="256"/>
                </a:lnTo>
                <a:cubicBezTo>
                  <a:pt x="492" y="228"/>
                  <a:pt x="509" y="189"/>
                  <a:pt x="509" y="148"/>
                </a:cubicBezTo>
                <a:lnTo>
                  <a:pt x="509" y="142"/>
                </a:lnTo>
                <a:cubicBezTo>
                  <a:pt x="509" y="73"/>
                  <a:pt x="459" y="14"/>
                  <a:pt x="390" y="2"/>
                </a:cubicBezTo>
                <a:cubicBezTo>
                  <a:pt x="345" y="-5"/>
                  <a:pt x="299" y="9"/>
                  <a:pt x="266" y="42"/>
                </a:cubicBezTo>
                <a:lnTo>
                  <a:pt x="254" y="54"/>
                </a:lnTo>
                <a:lnTo>
                  <a:pt x="242" y="42"/>
                </a:lnTo>
                <a:cubicBezTo>
                  <a:pt x="210" y="9"/>
                  <a:pt x="164" y="-5"/>
                  <a:pt x="119" y="2"/>
                </a:cubicBezTo>
                <a:cubicBezTo>
                  <a:pt x="50" y="14"/>
                  <a:pt x="0" y="73"/>
                  <a:pt x="0" y="142"/>
                </a:cubicBezTo>
                <a:lnTo>
                  <a:pt x="0" y="148"/>
                </a:lnTo>
                <a:cubicBezTo>
                  <a:pt x="0" y="189"/>
                  <a:pt x="17" y="228"/>
                  <a:pt x="47" y="256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828720" y="946080"/>
            <a:ext cx="341172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Cathy &amp; Hareton: Redemption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981000" y="4036320"/>
            <a:ext cx="21369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A Quiet, Redeeming Love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981000" y="4342320"/>
            <a:ext cx="4800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Unlike the destructive obsession of the first generation, their union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981000" y="4590000"/>
            <a:ext cx="4776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is built on </a:t>
            </a:r>
            <a:r>
              <a:rPr b="1" lang="en-US" sz="120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genuine affection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. It offers a resolution that honors the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438120" y="5305320"/>
            <a:ext cx="381240" cy="381240"/>
          </a:xfrm>
          <a:custGeom>
            <a:avLst/>
            <a:gdLst/>
            <a:ahLst/>
            <a:rect l="0" t="0" r="r" b="b"/>
            <a:pathLst>
              <a:path w="1059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3"/>
                </a:cubicBezTo>
                <a:cubicBezTo>
                  <a:pt x="922" y="6"/>
                  <a:pt x="933" y="9"/>
                  <a:pt x="945" y="14"/>
                </a:cubicBezTo>
                <a:cubicBezTo>
                  <a:pt x="956" y="19"/>
                  <a:pt x="966" y="24"/>
                  <a:pt x="977" y="31"/>
                </a:cubicBezTo>
                <a:cubicBezTo>
                  <a:pt x="987" y="38"/>
                  <a:pt x="996" y="45"/>
                  <a:pt x="1005" y="54"/>
                </a:cubicBezTo>
                <a:cubicBezTo>
                  <a:pt x="1013" y="63"/>
                  <a:pt x="1021" y="72"/>
                  <a:pt x="1028" y="82"/>
                </a:cubicBezTo>
                <a:cubicBezTo>
                  <a:pt x="1034" y="92"/>
                  <a:pt x="1040" y="103"/>
                  <a:pt x="1045" y="114"/>
                </a:cubicBezTo>
                <a:cubicBezTo>
                  <a:pt x="1049" y="125"/>
                  <a:pt x="1053" y="137"/>
                  <a:pt x="1055" y="149"/>
                </a:cubicBezTo>
                <a:cubicBezTo>
                  <a:pt x="1058" y="161"/>
                  <a:pt x="1059" y="173"/>
                  <a:pt x="1059" y="185"/>
                </a:cubicBezTo>
                <a:lnTo>
                  <a:pt x="1059" y="874"/>
                </a:lnTo>
                <a:cubicBezTo>
                  <a:pt x="1059" y="886"/>
                  <a:pt x="1058" y="898"/>
                  <a:pt x="1055" y="910"/>
                </a:cubicBezTo>
                <a:cubicBezTo>
                  <a:pt x="1053" y="922"/>
                  <a:pt x="1049" y="934"/>
                  <a:pt x="1045" y="945"/>
                </a:cubicBezTo>
                <a:cubicBezTo>
                  <a:pt x="1040" y="956"/>
                  <a:pt x="1034" y="967"/>
                  <a:pt x="1028" y="977"/>
                </a:cubicBezTo>
                <a:cubicBezTo>
                  <a:pt x="1021" y="987"/>
                  <a:pt x="1013" y="996"/>
                  <a:pt x="1005" y="1005"/>
                </a:cubicBezTo>
                <a:cubicBezTo>
                  <a:pt x="996" y="1013"/>
                  <a:pt x="987" y="1021"/>
                  <a:pt x="977" y="1028"/>
                </a:cubicBezTo>
                <a:cubicBezTo>
                  <a:pt x="966" y="1035"/>
                  <a:pt x="956" y="1040"/>
                  <a:pt x="945" y="1045"/>
                </a:cubicBezTo>
                <a:cubicBezTo>
                  <a:pt x="933" y="1050"/>
                  <a:pt x="922" y="1053"/>
                  <a:pt x="910" y="1056"/>
                </a:cubicBezTo>
                <a:cubicBezTo>
                  <a:pt x="898" y="1058"/>
                  <a:pt x="886" y="1059"/>
                  <a:pt x="874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3"/>
                  <a:pt x="125" y="1050"/>
                  <a:pt x="114" y="1045"/>
                </a:cubicBezTo>
                <a:cubicBezTo>
                  <a:pt x="103" y="1040"/>
                  <a:pt x="92" y="1035"/>
                  <a:pt x="82" y="1028"/>
                </a:cubicBezTo>
                <a:cubicBezTo>
                  <a:pt x="72" y="1021"/>
                  <a:pt x="62" y="1013"/>
                  <a:pt x="54" y="1005"/>
                </a:cubicBezTo>
                <a:cubicBezTo>
                  <a:pt x="45" y="996"/>
                  <a:pt x="38" y="987"/>
                  <a:pt x="31" y="977"/>
                </a:cubicBezTo>
                <a:cubicBezTo>
                  <a:pt x="24" y="967"/>
                  <a:pt x="18" y="956"/>
                  <a:pt x="14" y="945"/>
                </a:cubicBezTo>
                <a:cubicBezTo>
                  <a:pt x="9" y="934"/>
                  <a:pt x="6" y="922"/>
                  <a:pt x="3" y="910"/>
                </a:cubicBezTo>
                <a:cubicBezTo>
                  <a:pt x="1" y="898"/>
                  <a:pt x="0" y="886"/>
                  <a:pt x="0" y="87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438120" y="5305320"/>
            <a:ext cx="381240" cy="381240"/>
          </a:xfrm>
          <a:custGeom>
            <a:avLst/>
            <a:gdLst/>
            <a:ahLst/>
            <a:rect l="0" t="0" r="r" b="b"/>
            <a:pathLst>
              <a:path fill="none" w="1059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4" y="0"/>
                </a:lnTo>
                <a:cubicBezTo>
                  <a:pt x="886" y="0"/>
                  <a:pt x="898" y="1"/>
                  <a:pt x="910" y="3"/>
                </a:cubicBezTo>
                <a:cubicBezTo>
                  <a:pt x="922" y="6"/>
                  <a:pt x="933" y="9"/>
                  <a:pt x="945" y="14"/>
                </a:cubicBezTo>
                <a:cubicBezTo>
                  <a:pt x="956" y="19"/>
                  <a:pt x="966" y="24"/>
                  <a:pt x="977" y="31"/>
                </a:cubicBezTo>
                <a:cubicBezTo>
                  <a:pt x="987" y="38"/>
                  <a:pt x="996" y="45"/>
                  <a:pt x="1005" y="54"/>
                </a:cubicBezTo>
                <a:cubicBezTo>
                  <a:pt x="1013" y="63"/>
                  <a:pt x="1021" y="72"/>
                  <a:pt x="1028" y="82"/>
                </a:cubicBezTo>
                <a:cubicBezTo>
                  <a:pt x="1034" y="92"/>
                  <a:pt x="1040" y="103"/>
                  <a:pt x="1045" y="114"/>
                </a:cubicBezTo>
                <a:cubicBezTo>
                  <a:pt x="1049" y="125"/>
                  <a:pt x="1053" y="137"/>
                  <a:pt x="1055" y="149"/>
                </a:cubicBezTo>
                <a:cubicBezTo>
                  <a:pt x="1058" y="161"/>
                  <a:pt x="1059" y="173"/>
                  <a:pt x="1059" y="185"/>
                </a:cubicBezTo>
                <a:lnTo>
                  <a:pt x="1059" y="874"/>
                </a:lnTo>
                <a:cubicBezTo>
                  <a:pt x="1059" y="886"/>
                  <a:pt x="1058" y="898"/>
                  <a:pt x="1055" y="910"/>
                </a:cubicBezTo>
                <a:cubicBezTo>
                  <a:pt x="1053" y="922"/>
                  <a:pt x="1049" y="934"/>
                  <a:pt x="1045" y="945"/>
                </a:cubicBezTo>
                <a:cubicBezTo>
                  <a:pt x="1040" y="956"/>
                  <a:pt x="1034" y="967"/>
                  <a:pt x="1028" y="977"/>
                </a:cubicBezTo>
                <a:cubicBezTo>
                  <a:pt x="1021" y="987"/>
                  <a:pt x="1013" y="996"/>
                  <a:pt x="1005" y="1005"/>
                </a:cubicBezTo>
                <a:cubicBezTo>
                  <a:pt x="996" y="1013"/>
                  <a:pt x="987" y="1021"/>
                  <a:pt x="977" y="1028"/>
                </a:cubicBezTo>
                <a:cubicBezTo>
                  <a:pt x="966" y="1035"/>
                  <a:pt x="956" y="1040"/>
                  <a:pt x="945" y="1045"/>
                </a:cubicBezTo>
                <a:cubicBezTo>
                  <a:pt x="933" y="1050"/>
                  <a:pt x="922" y="1053"/>
                  <a:pt x="910" y="1056"/>
                </a:cubicBezTo>
                <a:cubicBezTo>
                  <a:pt x="898" y="1058"/>
                  <a:pt x="886" y="1059"/>
                  <a:pt x="874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3"/>
                  <a:pt x="125" y="1050"/>
                  <a:pt x="114" y="1045"/>
                </a:cubicBezTo>
                <a:cubicBezTo>
                  <a:pt x="103" y="1040"/>
                  <a:pt x="92" y="1035"/>
                  <a:pt x="82" y="1028"/>
                </a:cubicBezTo>
                <a:cubicBezTo>
                  <a:pt x="72" y="1021"/>
                  <a:pt x="62" y="1013"/>
                  <a:pt x="54" y="1005"/>
                </a:cubicBezTo>
                <a:cubicBezTo>
                  <a:pt x="45" y="996"/>
                  <a:pt x="38" y="987"/>
                  <a:pt x="31" y="977"/>
                </a:cubicBezTo>
                <a:cubicBezTo>
                  <a:pt x="24" y="967"/>
                  <a:pt x="18" y="956"/>
                  <a:pt x="14" y="945"/>
                </a:cubicBezTo>
                <a:cubicBezTo>
                  <a:pt x="9" y="934"/>
                  <a:pt x="6" y="922"/>
                  <a:pt x="3" y="910"/>
                </a:cubicBezTo>
                <a:cubicBezTo>
                  <a:pt x="1" y="898"/>
                  <a:pt x="0" y="886"/>
                  <a:pt x="0" y="874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533160" y="5410080"/>
            <a:ext cx="183240" cy="183240"/>
          </a:xfrm>
          <a:custGeom>
            <a:avLst/>
            <a:gdLst/>
            <a:ahLst/>
            <a:rect l="0" t="0" r="r" b="b"/>
            <a:pathLst>
              <a:path w="509" h="509">
                <a:moveTo>
                  <a:pt x="159" y="95"/>
                </a:moveTo>
                <a:cubicBezTo>
                  <a:pt x="159" y="82"/>
                  <a:pt x="161" y="70"/>
                  <a:pt x="166" y="59"/>
                </a:cubicBezTo>
                <a:cubicBezTo>
                  <a:pt x="171" y="47"/>
                  <a:pt x="178" y="37"/>
                  <a:pt x="187" y="28"/>
                </a:cubicBezTo>
                <a:cubicBezTo>
                  <a:pt x="196" y="19"/>
                  <a:pt x="206" y="12"/>
                  <a:pt x="218" y="7"/>
                </a:cubicBezTo>
                <a:cubicBezTo>
                  <a:pt x="229" y="2"/>
                  <a:pt x="241" y="0"/>
                  <a:pt x="254" y="0"/>
                </a:cubicBezTo>
                <a:cubicBezTo>
                  <a:pt x="267" y="0"/>
                  <a:pt x="279" y="2"/>
                  <a:pt x="290" y="7"/>
                </a:cubicBezTo>
                <a:cubicBezTo>
                  <a:pt x="303" y="12"/>
                  <a:pt x="313" y="19"/>
                  <a:pt x="322" y="28"/>
                </a:cubicBezTo>
                <a:cubicBezTo>
                  <a:pt x="331" y="37"/>
                  <a:pt x="338" y="47"/>
                  <a:pt x="343" y="59"/>
                </a:cubicBezTo>
                <a:cubicBezTo>
                  <a:pt x="348" y="70"/>
                  <a:pt x="350" y="82"/>
                  <a:pt x="350" y="95"/>
                </a:cubicBezTo>
                <a:cubicBezTo>
                  <a:pt x="350" y="108"/>
                  <a:pt x="348" y="120"/>
                  <a:pt x="343" y="131"/>
                </a:cubicBezTo>
                <a:cubicBezTo>
                  <a:pt x="338" y="143"/>
                  <a:pt x="331" y="153"/>
                  <a:pt x="322" y="162"/>
                </a:cubicBezTo>
                <a:cubicBezTo>
                  <a:pt x="313" y="171"/>
                  <a:pt x="303" y="178"/>
                  <a:pt x="290" y="183"/>
                </a:cubicBezTo>
                <a:cubicBezTo>
                  <a:pt x="279" y="188"/>
                  <a:pt x="267" y="190"/>
                  <a:pt x="254" y="190"/>
                </a:cubicBezTo>
                <a:cubicBezTo>
                  <a:pt x="241" y="190"/>
                  <a:pt x="229" y="188"/>
                  <a:pt x="218" y="183"/>
                </a:cubicBezTo>
                <a:cubicBezTo>
                  <a:pt x="206" y="178"/>
                  <a:pt x="196" y="171"/>
                  <a:pt x="187" y="162"/>
                </a:cubicBezTo>
                <a:cubicBezTo>
                  <a:pt x="178" y="153"/>
                  <a:pt x="171" y="143"/>
                  <a:pt x="166" y="131"/>
                </a:cubicBezTo>
                <a:cubicBezTo>
                  <a:pt x="161" y="120"/>
                  <a:pt x="159" y="108"/>
                  <a:pt x="159" y="95"/>
                </a:cubicBezTo>
                <a:moveTo>
                  <a:pt x="238" y="246"/>
                </a:moveTo>
                <a:lnTo>
                  <a:pt x="238" y="509"/>
                </a:lnTo>
                <a:lnTo>
                  <a:pt x="190" y="485"/>
                </a:lnTo>
                <a:cubicBezTo>
                  <a:pt x="169" y="474"/>
                  <a:pt x="147" y="468"/>
                  <a:pt x="124" y="465"/>
                </a:cubicBezTo>
                <a:lnTo>
                  <a:pt x="29" y="456"/>
                </a:lnTo>
                <a:cubicBezTo>
                  <a:pt x="13" y="454"/>
                  <a:pt x="0" y="441"/>
                  <a:pt x="0" y="423"/>
                </a:cubicBezTo>
                <a:lnTo>
                  <a:pt x="0" y="222"/>
                </a:lnTo>
                <a:cubicBezTo>
                  <a:pt x="0" y="204"/>
                  <a:pt x="14" y="190"/>
                  <a:pt x="32" y="190"/>
                </a:cubicBezTo>
                <a:lnTo>
                  <a:pt x="62" y="190"/>
                </a:lnTo>
                <a:cubicBezTo>
                  <a:pt x="125" y="190"/>
                  <a:pt x="186" y="210"/>
                  <a:pt x="238" y="246"/>
                </a:cubicBezTo>
                <a:moveTo>
                  <a:pt x="270" y="509"/>
                </a:moveTo>
                <a:lnTo>
                  <a:pt x="270" y="246"/>
                </a:lnTo>
                <a:cubicBezTo>
                  <a:pt x="323" y="210"/>
                  <a:pt x="384" y="190"/>
                  <a:pt x="447" y="190"/>
                </a:cubicBezTo>
                <a:lnTo>
                  <a:pt x="477" y="190"/>
                </a:lnTo>
                <a:cubicBezTo>
                  <a:pt x="495" y="190"/>
                  <a:pt x="509" y="204"/>
                  <a:pt x="509" y="222"/>
                </a:cubicBezTo>
                <a:lnTo>
                  <a:pt x="509" y="423"/>
                </a:lnTo>
                <a:cubicBezTo>
                  <a:pt x="509" y="440"/>
                  <a:pt x="496" y="454"/>
                  <a:pt x="480" y="456"/>
                </a:cubicBezTo>
                <a:lnTo>
                  <a:pt x="385" y="465"/>
                </a:lnTo>
                <a:cubicBezTo>
                  <a:pt x="362" y="468"/>
                  <a:pt x="340" y="474"/>
                  <a:pt x="319" y="484"/>
                </a:cubicBezTo>
                <a:lnTo>
                  <a:pt x="270" y="509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981000" y="4837680"/>
            <a:ext cx="2695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past but refuses to repeat its tragedy.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981000" y="5312520"/>
            <a:ext cx="22665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From Instinct to Education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981000" y="5618880"/>
            <a:ext cx="47696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act of teaching Hareton to read symbolizes the transition from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981000" y="5866560"/>
            <a:ext cx="4610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raw primal instinct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to educated, civilized affection, bridging the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6324480" y="990360"/>
            <a:ext cx="285480" cy="229320"/>
          </a:xfrm>
          <a:custGeom>
            <a:avLst/>
            <a:gdLst/>
            <a:ahLst/>
            <a:rect l="0" t="0" r="r" b="b"/>
            <a:pathLst>
              <a:path w="793" h="637">
                <a:moveTo>
                  <a:pt x="477" y="40"/>
                </a:moveTo>
                <a:lnTo>
                  <a:pt x="636" y="40"/>
                </a:lnTo>
                <a:cubicBezTo>
                  <a:pt x="658" y="40"/>
                  <a:pt x="676" y="58"/>
                  <a:pt x="676" y="80"/>
                </a:cubicBezTo>
                <a:cubicBezTo>
                  <a:pt x="676" y="101"/>
                  <a:pt x="658" y="119"/>
                  <a:pt x="636" y="119"/>
                </a:cubicBezTo>
                <a:lnTo>
                  <a:pt x="495" y="119"/>
                </a:lnTo>
                <a:cubicBezTo>
                  <a:pt x="488" y="151"/>
                  <a:pt x="467" y="178"/>
                  <a:pt x="437" y="190"/>
                </a:cubicBezTo>
                <a:lnTo>
                  <a:pt x="437" y="557"/>
                </a:lnTo>
                <a:lnTo>
                  <a:pt x="636" y="557"/>
                </a:lnTo>
                <a:cubicBezTo>
                  <a:pt x="658" y="557"/>
                  <a:pt x="676" y="575"/>
                  <a:pt x="676" y="597"/>
                </a:cubicBezTo>
                <a:cubicBezTo>
                  <a:pt x="676" y="619"/>
                  <a:pt x="658" y="637"/>
                  <a:pt x="636" y="637"/>
                </a:cubicBezTo>
                <a:lnTo>
                  <a:pt x="398" y="637"/>
                </a:lnTo>
                <a:lnTo>
                  <a:pt x="159" y="637"/>
                </a:lnTo>
                <a:cubicBezTo>
                  <a:pt x="137" y="637"/>
                  <a:pt x="119" y="619"/>
                  <a:pt x="119" y="597"/>
                </a:cubicBezTo>
                <a:cubicBezTo>
                  <a:pt x="119" y="575"/>
                  <a:pt x="137" y="557"/>
                  <a:pt x="159" y="557"/>
                </a:cubicBezTo>
                <a:lnTo>
                  <a:pt x="358" y="557"/>
                </a:lnTo>
                <a:lnTo>
                  <a:pt x="358" y="190"/>
                </a:lnTo>
                <a:cubicBezTo>
                  <a:pt x="329" y="178"/>
                  <a:pt x="307" y="151"/>
                  <a:pt x="300" y="119"/>
                </a:cubicBezTo>
                <a:lnTo>
                  <a:pt x="159" y="119"/>
                </a:lnTo>
                <a:cubicBezTo>
                  <a:pt x="137" y="119"/>
                  <a:pt x="119" y="101"/>
                  <a:pt x="119" y="80"/>
                </a:cubicBezTo>
                <a:cubicBezTo>
                  <a:pt x="119" y="58"/>
                  <a:pt x="137" y="40"/>
                  <a:pt x="159" y="40"/>
                </a:cubicBezTo>
                <a:lnTo>
                  <a:pt x="318" y="40"/>
                </a:lnTo>
                <a:cubicBezTo>
                  <a:pt x="336" y="16"/>
                  <a:pt x="365" y="0"/>
                  <a:pt x="398" y="0"/>
                </a:cubicBezTo>
                <a:cubicBezTo>
                  <a:pt x="430" y="0"/>
                  <a:pt x="459" y="16"/>
                  <a:pt x="477" y="40"/>
                </a:cubicBezTo>
                <a:moveTo>
                  <a:pt x="546" y="398"/>
                </a:moveTo>
                <a:lnTo>
                  <a:pt x="726" y="398"/>
                </a:lnTo>
                <a:lnTo>
                  <a:pt x="636" y="243"/>
                </a:lnTo>
                <a:lnTo>
                  <a:pt x="546" y="398"/>
                </a:lnTo>
                <a:moveTo>
                  <a:pt x="636" y="517"/>
                </a:moveTo>
                <a:cubicBezTo>
                  <a:pt x="558" y="517"/>
                  <a:pt x="493" y="475"/>
                  <a:pt x="480" y="419"/>
                </a:cubicBezTo>
                <a:cubicBezTo>
                  <a:pt x="476" y="406"/>
                  <a:pt x="481" y="392"/>
                  <a:pt x="488" y="379"/>
                </a:cubicBezTo>
                <a:lnTo>
                  <a:pt x="606" y="176"/>
                </a:lnTo>
                <a:cubicBezTo>
                  <a:pt x="612" y="165"/>
                  <a:pt x="624" y="159"/>
                  <a:pt x="636" y="159"/>
                </a:cubicBezTo>
                <a:cubicBezTo>
                  <a:pt x="648" y="159"/>
                  <a:pt x="660" y="165"/>
                  <a:pt x="666" y="176"/>
                </a:cubicBezTo>
                <a:lnTo>
                  <a:pt x="784" y="379"/>
                </a:lnTo>
                <a:cubicBezTo>
                  <a:pt x="791" y="392"/>
                  <a:pt x="795" y="406"/>
                  <a:pt x="792" y="419"/>
                </a:cubicBezTo>
                <a:cubicBezTo>
                  <a:pt x="779" y="475"/>
                  <a:pt x="714" y="517"/>
                  <a:pt x="636" y="517"/>
                </a:cubicBezTo>
                <a:moveTo>
                  <a:pt x="157" y="243"/>
                </a:moveTo>
                <a:lnTo>
                  <a:pt x="67" y="398"/>
                </a:lnTo>
                <a:lnTo>
                  <a:pt x="247" y="398"/>
                </a:lnTo>
                <a:lnTo>
                  <a:pt x="157" y="243"/>
                </a:lnTo>
                <a:moveTo>
                  <a:pt x="1" y="419"/>
                </a:moveTo>
                <a:cubicBezTo>
                  <a:pt x="-2" y="406"/>
                  <a:pt x="2" y="392"/>
                  <a:pt x="9" y="379"/>
                </a:cubicBezTo>
                <a:lnTo>
                  <a:pt x="127" y="176"/>
                </a:lnTo>
                <a:cubicBezTo>
                  <a:pt x="134" y="165"/>
                  <a:pt x="145" y="159"/>
                  <a:pt x="157" y="159"/>
                </a:cubicBezTo>
                <a:cubicBezTo>
                  <a:pt x="169" y="159"/>
                  <a:pt x="181" y="165"/>
                  <a:pt x="187" y="176"/>
                </a:cubicBezTo>
                <a:lnTo>
                  <a:pt x="306" y="379"/>
                </a:lnTo>
                <a:cubicBezTo>
                  <a:pt x="313" y="392"/>
                  <a:pt x="318" y="406"/>
                  <a:pt x="314" y="419"/>
                </a:cubicBezTo>
                <a:cubicBezTo>
                  <a:pt x="301" y="475"/>
                  <a:pt x="235" y="517"/>
                  <a:pt x="157" y="517"/>
                </a:cubicBezTo>
                <a:cubicBezTo>
                  <a:pt x="79" y="517"/>
                  <a:pt x="14" y="475"/>
                  <a:pt x="1" y="419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981000" y="6113880"/>
            <a:ext cx="22885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social gap between the families.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7538760" y="1528560"/>
            <a:ext cx="3010320" cy="2267280"/>
          </a:xfrm>
          <a:custGeom>
            <a:avLst/>
            <a:gdLst/>
            <a:ahLst/>
            <a:rect l="0" t="0" r="r" b="b"/>
            <a:pathLst>
              <a:path w="8362" h="6298">
                <a:moveTo>
                  <a:pt x="0" y="6206"/>
                </a:moveTo>
                <a:lnTo>
                  <a:pt x="0" y="93"/>
                </a:ln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lnTo>
                  <a:pt x="8268" y="0"/>
                </a:lnTo>
                <a:cubicBezTo>
                  <a:pt x="8281" y="0"/>
                  <a:pt x="8293" y="2"/>
                  <a:pt x="8304" y="7"/>
                </a:cubicBezTo>
                <a:cubicBezTo>
                  <a:pt x="8315" y="12"/>
                  <a:pt x="8326" y="19"/>
                  <a:pt x="8335" y="27"/>
                </a:cubicBezTo>
                <a:cubicBezTo>
                  <a:pt x="8344" y="36"/>
                  <a:pt x="8350" y="46"/>
                  <a:pt x="8355" y="57"/>
                </a:cubicBezTo>
                <a:cubicBezTo>
                  <a:pt x="8360" y="69"/>
                  <a:pt x="8362" y="80"/>
                  <a:pt x="8362" y="93"/>
                </a:cubicBezTo>
                <a:lnTo>
                  <a:pt x="8362" y="6206"/>
                </a:lnTo>
                <a:cubicBezTo>
                  <a:pt x="8362" y="6218"/>
                  <a:pt x="8360" y="6230"/>
                  <a:pt x="8355" y="6241"/>
                </a:cubicBezTo>
                <a:cubicBezTo>
                  <a:pt x="8350" y="6252"/>
                  <a:pt x="8344" y="6262"/>
                  <a:pt x="8335" y="6271"/>
                </a:cubicBezTo>
                <a:cubicBezTo>
                  <a:pt x="8326" y="6280"/>
                  <a:pt x="8315" y="6286"/>
                  <a:pt x="8304" y="6291"/>
                </a:cubicBezTo>
                <a:cubicBezTo>
                  <a:pt x="8293" y="6296"/>
                  <a:pt x="8281" y="6298"/>
                  <a:pt x="8268" y="6298"/>
                </a:cubicBezTo>
                <a:lnTo>
                  <a:pt x="93" y="6298"/>
                </a:lnTo>
                <a:cubicBezTo>
                  <a:pt x="81" y="6298"/>
                  <a:pt x="69" y="6296"/>
                  <a:pt x="57" y="6291"/>
                </a:cubicBezTo>
                <a:cubicBezTo>
                  <a:pt x="46" y="6286"/>
                  <a:pt x="36" y="6280"/>
                  <a:pt x="27" y="6271"/>
                </a:cubicBezTo>
                <a:cubicBezTo>
                  <a:pt x="19" y="6262"/>
                  <a:pt x="12" y="6252"/>
                  <a:pt x="7" y="6241"/>
                </a:cubicBezTo>
                <a:cubicBezTo>
                  <a:pt x="3" y="6230"/>
                  <a:pt x="0" y="6218"/>
                  <a:pt x="0" y="620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7538760" y="1528560"/>
            <a:ext cx="3010320" cy="2267280"/>
          </a:xfrm>
          <a:custGeom>
            <a:avLst/>
            <a:gdLst/>
            <a:ahLst/>
            <a:rect l="0" t="0" r="r" b="b"/>
            <a:pathLst>
              <a:path fill="none" w="8362" h="6298">
                <a:moveTo>
                  <a:pt x="0" y="6206"/>
                </a:moveTo>
                <a:lnTo>
                  <a:pt x="0" y="93"/>
                </a:ln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lnTo>
                  <a:pt x="8268" y="0"/>
                </a:lnTo>
                <a:cubicBezTo>
                  <a:pt x="8281" y="0"/>
                  <a:pt x="8293" y="2"/>
                  <a:pt x="8304" y="7"/>
                </a:cubicBezTo>
                <a:cubicBezTo>
                  <a:pt x="8315" y="12"/>
                  <a:pt x="8326" y="19"/>
                  <a:pt x="8335" y="27"/>
                </a:cubicBezTo>
                <a:cubicBezTo>
                  <a:pt x="8344" y="36"/>
                  <a:pt x="8350" y="46"/>
                  <a:pt x="8355" y="57"/>
                </a:cubicBezTo>
                <a:cubicBezTo>
                  <a:pt x="8360" y="69"/>
                  <a:pt x="8362" y="80"/>
                  <a:pt x="8362" y="93"/>
                </a:cubicBezTo>
                <a:lnTo>
                  <a:pt x="8362" y="6206"/>
                </a:lnTo>
                <a:cubicBezTo>
                  <a:pt x="8362" y="6218"/>
                  <a:pt x="8360" y="6230"/>
                  <a:pt x="8355" y="6241"/>
                </a:cubicBezTo>
                <a:cubicBezTo>
                  <a:pt x="8350" y="6252"/>
                  <a:pt x="8344" y="6262"/>
                  <a:pt x="8335" y="6271"/>
                </a:cubicBezTo>
                <a:cubicBezTo>
                  <a:pt x="8326" y="6280"/>
                  <a:pt x="8315" y="6286"/>
                  <a:pt x="8304" y="6291"/>
                </a:cubicBezTo>
                <a:cubicBezTo>
                  <a:pt x="8293" y="6296"/>
                  <a:pt x="8281" y="6298"/>
                  <a:pt x="8268" y="6298"/>
                </a:cubicBezTo>
                <a:lnTo>
                  <a:pt x="93" y="6298"/>
                </a:lnTo>
                <a:cubicBezTo>
                  <a:pt x="81" y="6298"/>
                  <a:pt x="69" y="6296"/>
                  <a:pt x="57" y="6291"/>
                </a:cubicBezTo>
                <a:cubicBezTo>
                  <a:pt x="46" y="6286"/>
                  <a:pt x="36" y="6280"/>
                  <a:pt x="27" y="6271"/>
                </a:cubicBezTo>
                <a:cubicBezTo>
                  <a:pt x="19" y="6262"/>
                  <a:pt x="12" y="6252"/>
                  <a:pt x="7" y="6241"/>
                </a:cubicBezTo>
                <a:cubicBezTo>
                  <a:pt x="3" y="6230"/>
                  <a:pt x="0" y="6218"/>
                  <a:pt x="0" y="6206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99" name="" descr=""/>
          <p:cNvPicPr/>
          <p:nvPr/>
        </p:nvPicPr>
        <p:blipFill>
          <a:blip r:embed="rId2"/>
          <a:stretch/>
        </p:blipFill>
        <p:spPr>
          <a:xfrm>
            <a:off x="7581960" y="1571760"/>
            <a:ext cx="2923920" cy="218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0" name=""/>
          <p:cNvSpPr/>
          <p:nvPr/>
        </p:nvSpPr>
        <p:spPr>
          <a:xfrm>
            <a:off x="6333840" y="4028760"/>
            <a:ext cx="381600" cy="381600"/>
          </a:xfrm>
          <a:custGeom>
            <a:avLst/>
            <a:gdLst/>
            <a:ahLst/>
            <a:rect l="0" t="0" r="r" b="b"/>
            <a:pathLst>
              <a:path w="1060" h="1060">
                <a:moveTo>
                  <a:pt x="0" y="873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873" y="0"/>
                </a:lnTo>
                <a:cubicBezTo>
                  <a:pt x="886" y="0"/>
                  <a:pt x="898" y="2"/>
                  <a:pt x="910" y="4"/>
                </a:cubicBezTo>
                <a:cubicBezTo>
                  <a:pt x="921" y="6"/>
                  <a:pt x="934" y="10"/>
                  <a:pt x="945" y="14"/>
                </a:cubicBezTo>
                <a:cubicBezTo>
                  <a:pt x="957" y="19"/>
                  <a:pt x="967" y="25"/>
                  <a:pt x="977" y="32"/>
                </a:cubicBezTo>
                <a:cubicBezTo>
                  <a:pt x="987" y="38"/>
                  <a:pt x="997" y="46"/>
                  <a:pt x="1005" y="55"/>
                </a:cubicBezTo>
                <a:cubicBezTo>
                  <a:pt x="1014" y="63"/>
                  <a:pt x="1022" y="73"/>
                  <a:pt x="1028" y="83"/>
                </a:cubicBezTo>
                <a:cubicBezTo>
                  <a:pt x="1035" y="93"/>
                  <a:pt x="1041" y="103"/>
                  <a:pt x="1046" y="115"/>
                </a:cubicBezTo>
                <a:cubicBezTo>
                  <a:pt x="1050" y="126"/>
                  <a:pt x="1054" y="138"/>
                  <a:pt x="1056" y="149"/>
                </a:cubicBezTo>
                <a:cubicBezTo>
                  <a:pt x="1058" y="161"/>
                  <a:pt x="1060" y="173"/>
                  <a:pt x="1060" y="186"/>
                </a:cubicBezTo>
                <a:lnTo>
                  <a:pt x="1060" y="873"/>
                </a:lnTo>
                <a:cubicBezTo>
                  <a:pt x="1060" y="886"/>
                  <a:pt x="1058" y="898"/>
                  <a:pt x="1056" y="910"/>
                </a:cubicBezTo>
                <a:cubicBezTo>
                  <a:pt x="1054" y="922"/>
                  <a:pt x="1050" y="933"/>
                  <a:pt x="1046" y="944"/>
                </a:cubicBezTo>
                <a:cubicBezTo>
                  <a:pt x="1041" y="956"/>
                  <a:pt x="1035" y="966"/>
                  <a:pt x="1028" y="976"/>
                </a:cubicBezTo>
                <a:cubicBezTo>
                  <a:pt x="1022" y="988"/>
                  <a:pt x="1014" y="997"/>
                  <a:pt x="1005" y="1005"/>
                </a:cubicBezTo>
                <a:cubicBezTo>
                  <a:pt x="997" y="1014"/>
                  <a:pt x="987" y="1022"/>
                  <a:pt x="977" y="1028"/>
                </a:cubicBezTo>
                <a:cubicBezTo>
                  <a:pt x="967" y="1035"/>
                  <a:pt x="957" y="1041"/>
                  <a:pt x="945" y="1046"/>
                </a:cubicBezTo>
                <a:cubicBezTo>
                  <a:pt x="934" y="1050"/>
                  <a:pt x="921" y="1054"/>
                  <a:pt x="910" y="1056"/>
                </a:cubicBezTo>
                <a:cubicBezTo>
                  <a:pt x="898" y="1059"/>
                  <a:pt x="886" y="1060"/>
                  <a:pt x="873" y="1060"/>
                </a:cubicBezTo>
                <a:lnTo>
                  <a:pt x="185" y="1060"/>
                </a:lnTo>
                <a:cubicBezTo>
                  <a:pt x="173" y="1060"/>
                  <a:pt x="161" y="1059"/>
                  <a:pt x="149" y="1056"/>
                </a:cubicBezTo>
                <a:cubicBezTo>
                  <a:pt x="137" y="1054"/>
                  <a:pt x="126" y="1050"/>
                  <a:pt x="115" y="1046"/>
                </a:cubicBezTo>
                <a:cubicBezTo>
                  <a:pt x="103" y="1041"/>
                  <a:pt x="93" y="1035"/>
                  <a:pt x="83" y="1028"/>
                </a:cubicBezTo>
                <a:cubicBezTo>
                  <a:pt x="72" y="1022"/>
                  <a:pt x="63" y="1014"/>
                  <a:pt x="55" y="1005"/>
                </a:cubicBezTo>
                <a:cubicBezTo>
                  <a:pt x="46" y="997"/>
                  <a:pt x="38" y="988"/>
                  <a:pt x="32" y="976"/>
                </a:cubicBezTo>
                <a:cubicBezTo>
                  <a:pt x="25" y="966"/>
                  <a:pt x="19" y="956"/>
                  <a:pt x="14" y="944"/>
                </a:cubicBezTo>
                <a:cubicBezTo>
                  <a:pt x="10" y="933"/>
                  <a:pt x="6" y="922"/>
                  <a:pt x="4" y="910"/>
                </a:cubicBezTo>
                <a:cubicBezTo>
                  <a:pt x="1" y="898"/>
                  <a:pt x="0" y="886"/>
                  <a:pt x="0" y="873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6333840" y="4028760"/>
            <a:ext cx="381600" cy="381600"/>
          </a:xfrm>
          <a:custGeom>
            <a:avLst/>
            <a:gdLst/>
            <a:ahLst/>
            <a:rect l="0" t="0" r="r" b="b"/>
            <a:pathLst>
              <a:path fill="none" w="1060" h="1060">
                <a:moveTo>
                  <a:pt x="0" y="873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873" y="0"/>
                </a:lnTo>
                <a:cubicBezTo>
                  <a:pt x="886" y="0"/>
                  <a:pt x="898" y="2"/>
                  <a:pt x="910" y="4"/>
                </a:cubicBezTo>
                <a:cubicBezTo>
                  <a:pt x="921" y="6"/>
                  <a:pt x="934" y="10"/>
                  <a:pt x="945" y="14"/>
                </a:cubicBezTo>
                <a:cubicBezTo>
                  <a:pt x="957" y="19"/>
                  <a:pt x="967" y="25"/>
                  <a:pt x="977" y="32"/>
                </a:cubicBezTo>
                <a:cubicBezTo>
                  <a:pt x="987" y="38"/>
                  <a:pt x="997" y="46"/>
                  <a:pt x="1005" y="55"/>
                </a:cubicBezTo>
                <a:cubicBezTo>
                  <a:pt x="1014" y="63"/>
                  <a:pt x="1022" y="73"/>
                  <a:pt x="1028" y="83"/>
                </a:cubicBezTo>
                <a:cubicBezTo>
                  <a:pt x="1035" y="93"/>
                  <a:pt x="1041" y="103"/>
                  <a:pt x="1046" y="115"/>
                </a:cubicBezTo>
                <a:cubicBezTo>
                  <a:pt x="1050" y="126"/>
                  <a:pt x="1054" y="138"/>
                  <a:pt x="1056" y="149"/>
                </a:cubicBezTo>
                <a:cubicBezTo>
                  <a:pt x="1058" y="161"/>
                  <a:pt x="1060" y="173"/>
                  <a:pt x="1060" y="186"/>
                </a:cubicBezTo>
                <a:lnTo>
                  <a:pt x="1060" y="873"/>
                </a:lnTo>
                <a:cubicBezTo>
                  <a:pt x="1060" y="886"/>
                  <a:pt x="1058" y="898"/>
                  <a:pt x="1056" y="910"/>
                </a:cubicBezTo>
                <a:cubicBezTo>
                  <a:pt x="1054" y="922"/>
                  <a:pt x="1050" y="933"/>
                  <a:pt x="1046" y="944"/>
                </a:cubicBezTo>
                <a:cubicBezTo>
                  <a:pt x="1041" y="956"/>
                  <a:pt x="1035" y="966"/>
                  <a:pt x="1028" y="976"/>
                </a:cubicBezTo>
                <a:cubicBezTo>
                  <a:pt x="1022" y="988"/>
                  <a:pt x="1014" y="997"/>
                  <a:pt x="1005" y="1005"/>
                </a:cubicBezTo>
                <a:cubicBezTo>
                  <a:pt x="997" y="1014"/>
                  <a:pt x="987" y="1022"/>
                  <a:pt x="977" y="1028"/>
                </a:cubicBezTo>
                <a:cubicBezTo>
                  <a:pt x="967" y="1035"/>
                  <a:pt x="957" y="1041"/>
                  <a:pt x="945" y="1046"/>
                </a:cubicBezTo>
                <a:cubicBezTo>
                  <a:pt x="934" y="1050"/>
                  <a:pt x="921" y="1054"/>
                  <a:pt x="910" y="1056"/>
                </a:cubicBezTo>
                <a:cubicBezTo>
                  <a:pt x="898" y="1059"/>
                  <a:pt x="886" y="1060"/>
                  <a:pt x="873" y="1060"/>
                </a:cubicBezTo>
                <a:lnTo>
                  <a:pt x="185" y="1060"/>
                </a:lnTo>
                <a:cubicBezTo>
                  <a:pt x="173" y="1060"/>
                  <a:pt x="161" y="1059"/>
                  <a:pt x="149" y="1056"/>
                </a:cubicBezTo>
                <a:cubicBezTo>
                  <a:pt x="137" y="1054"/>
                  <a:pt x="126" y="1050"/>
                  <a:pt x="115" y="1046"/>
                </a:cubicBezTo>
                <a:cubicBezTo>
                  <a:pt x="103" y="1041"/>
                  <a:pt x="93" y="1035"/>
                  <a:pt x="83" y="1028"/>
                </a:cubicBezTo>
                <a:cubicBezTo>
                  <a:pt x="72" y="1022"/>
                  <a:pt x="63" y="1014"/>
                  <a:pt x="55" y="1005"/>
                </a:cubicBezTo>
                <a:cubicBezTo>
                  <a:pt x="46" y="997"/>
                  <a:pt x="38" y="988"/>
                  <a:pt x="32" y="976"/>
                </a:cubicBezTo>
                <a:cubicBezTo>
                  <a:pt x="25" y="966"/>
                  <a:pt x="19" y="956"/>
                  <a:pt x="14" y="944"/>
                </a:cubicBezTo>
                <a:cubicBezTo>
                  <a:pt x="10" y="933"/>
                  <a:pt x="6" y="922"/>
                  <a:pt x="4" y="910"/>
                </a:cubicBezTo>
                <a:cubicBezTo>
                  <a:pt x="1" y="898"/>
                  <a:pt x="0" y="886"/>
                  <a:pt x="0" y="873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6429240" y="4133520"/>
            <a:ext cx="182880" cy="182880"/>
          </a:xfrm>
          <a:custGeom>
            <a:avLst/>
            <a:gdLst/>
            <a:ahLst/>
            <a:rect l="0" t="0" r="r" b="b"/>
            <a:pathLst>
              <a:path w="508" h="508">
                <a:moveTo>
                  <a:pt x="359" y="1"/>
                </a:moveTo>
                <a:cubicBezTo>
                  <a:pt x="364" y="3"/>
                  <a:pt x="368" y="7"/>
                  <a:pt x="369" y="12"/>
                </a:cubicBezTo>
                <a:lnTo>
                  <a:pt x="389" y="119"/>
                </a:lnTo>
                <a:lnTo>
                  <a:pt x="496" y="139"/>
                </a:lnTo>
                <a:cubicBezTo>
                  <a:pt x="501" y="140"/>
                  <a:pt x="505" y="144"/>
                  <a:pt x="507" y="149"/>
                </a:cubicBezTo>
                <a:cubicBezTo>
                  <a:pt x="509" y="154"/>
                  <a:pt x="509" y="159"/>
                  <a:pt x="506" y="164"/>
                </a:cubicBezTo>
                <a:lnTo>
                  <a:pt x="444" y="253"/>
                </a:lnTo>
                <a:lnTo>
                  <a:pt x="506" y="343"/>
                </a:lnTo>
                <a:cubicBezTo>
                  <a:pt x="509" y="347"/>
                  <a:pt x="509" y="353"/>
                  <a:pt x="507" y="358"/>
                </a:cubicBezTo>
                <a:cubicBezTo>
                  <a:pt x="505" y="363"/>
                  <a:pt x="501" y="366"/>
                  <a:pt x="496" y="367"/>
                </a:cubicBezTo>
                <a:lnTo>
                  <a:pt x="389" y="387"/>
                </a:lnTo>
                <a:lnTo>
                  <a:pt x="369" y="495"/>
                </a:lnTo>
                <a:cubicBezTo>
                  <a:pt x="368" y="500"/>
                  <a:pt x="364" y="505"/>
                  <a:pt x="359" y="507"/>
                </a:cubicBezTo>
                <a:cubicBezTo>
                  <a:pt x="354" y="509"/>
                  <a:pt x="349" y="508"/>
                  <a:pt x="344" y="505"/>
                </a:cubicBezTo>
                <a:lnTo>
                  <a:pt x="255" y="444"/>
                </a:lnTo>
                <a:lnTo>
                  <a:pt x="165" y="505"/>
                </a:lnTo>
                <a:cubicBezTo>
                  <a:pt x="161" y="508"/>
                  <a:pt x="155" y="509"/>
                  <a:pt x="150" y="507"/>
                </a:cubicBezTo>
                <a:cubicBezTo>
                  <a:pt x="145" y="505"/>
                  <a:pt x="142" y="500"/>
                  <a:pt x="141" y="495"/>
                </a:cubicBezTo>
                <a:lnTo>
                  <a:pt x="120" y="387"/>
                </a:lnTo>
                <a:lnTo>
                  <a:pt x="13" y="367"/>
                </a:lnTo>
                <a:cubicBezTo>
                  <a:pt x="8" y="366"/>
                  <a:pt x="3" y="363"/>
                  <a:pt x="1" y="358"/>
                </a:cubicBezTo>
                <a:cubicBezTo>
                  <a:pt x="-1" y="353"/>
                  <a:pt x="0" y="347"/>
                  <a:pt x="3" y="343"/>
                </a:cubicBezTo>
                <a:lnTo>
                  <a:pt x="64" y="253"/>
                </a:lnTo>
                <a:lnTo>
                  <a:pt x="3" y="164"/>
                </a:lnTo>
                <a:cubicBezTo>
                  <a:pt x="0" y="159"/>
                  <a:pt x="-1" y="154"/>
                  <a:pt x="1" y="149"/>
                </a:cubicBezTo>
                <a:cubicBezTo>
                  <a:pt x="3" y="144"/>
                  <a:pt x="8" y="140"/>
                  <a:pt x="13" y="139"/>
                </a:cubicBezTo>
                <a:lnTo>
                  <a:pt x="120" y="119"/>
                </a:lnTo>
                <a:lnTo>
                  <a:pt x="141" y="12"/>
                </a:lnTo>
                <a:cubicBezTo>
                  <a:pt x="142" y="7"/>
                  <a:pt x="145" y="3"/>
                  <a:pt x="150" y="1"/>
                </a:cubicBezTo>
                <a:cubicBezTo>
                  <a:pt x="155" y="-1"/>
                  <a:pt x="161" y="-1"/>
                  <a:pt x="165" y="2"/>
                </a:cubicBezTo>
                <a:lnTo>
                  <a:pt x="255" y="64"/>
                </a:lnTo>
                <a:lnTo>
                  <a:pt x="344" y="2"/>
                </a:lnTo>
                <a:cubicBezTo>
                  <a:pt x="349" y="-1"/>
                  <a:pt x="354" y="-1"/>
                  <a:pt x="359" y="1"/>
                </a:cubicBezTo>
                <a:moveTo>
                  <a:pt x="160" y="253"/>
                </a:moveTo>
                <a:cubicBezTo>
                  <a:pt x="160" y="241"/>
                  <a:pt x="162" y="228"/>
                  <a:pt x="167" y="217"/>
                </a:cubicBezTo>
                <a:cubicBezTo>
                  <a:pt x="172" y="205"/>
                  <a:pt x="178" y="195"/>
                  <a:pt x="187" y="186"/>
                </a:cubicBezTo>
                <a:cubicBezTo>
                  <a:pt x="196" y="177"/>
                  <a:pt x="207" y="170"/>
                  <a:pt x="218" y="165"/>
                </a:cubicBezTo>
                <a:cubicBezTo>
                  <a:pt x="230" y="160"/>
                  <a:pt x="242" y="158"/>
                  <a:pt x="255" y="158"/>
                </a:cubicBezTo>
                <a:cubicBezTo>
                  <a:pt x="267" y="158"/>
                  <a:pt x="279" y="160"/>
                  <a:pt x="291" y="165"/>
                </a:cubicBezTo>
                <a:cubicBezTo>
                  <a:pt x="303" y="170"/>
                  <a:pt x="313" y="177"/>
                  <a:pt x="322" y="186"/>
                </a:cubicBezTo>
                <a:cubicBezTo>
                  <a:pt x="331" y="195"/>
                  <a:pt x="338" y="205"/>
                  <a:pt x="343" y="217"/>
                </a:cubicBezTo>
                <a:cubicBezTo>
                  <a:pt x="347" y="228"/>
                  <a:pt x="350" y="241"/>
                  <a:pt x="350" y="253"/>
                </a:cubicBezTo>
                <a:cubicBezTo>
                  <a:pt x="350" y="266"/>
                  <a:pt x="347" y="278"/>
                  <a:pt x="343" y="290"/>
                </a:cubicBezTo>
                <a:cubicBezTo>
                  <a:pt x="338" y="301"/>
                  <a:pt x="331" y="312"/>
                  <a:pt x="322" y="321"/>
                </a:cubicBezTo>
                <a:cubicBezTo>
                  <a:pt x="313" y="329"/>
                  <a:pt x="303" y="336"/>
                  <a:pt x="291" y="341"/>
                </a:cubicBezTo>
                <a:cubicBezTo>
                  <a:pt x="279" y="346"/>
                  <a:pt x="267" y="348"/>
                  <a:pt x="255" y="348"/>
                </a:cubicBezTo>
                <a:cubicBezTo>
                  <a:pt x="242" y="348"/>
                  <a:pt x="230" y="346"/>
                  <a:pt x="218" y="341"/>
                </a:cubicBezTo>
                <a:cubicBezTo>
                  <a:pt x="207" y="336"/>
                  <a:pt x="196" y="329"/>
                  <a:pt x="187" y="321"/>
                </a:cubicBezTo>
                <a:cubicBezTo>
                  <a:pt x="178" y="312"/>
                  <a:pt x="172" y="301"/>
                  <a:pt x="167" y="290"/>
                </a:cubicBezTo>
                <a:cubicBezTo>
                  <a:pt x="162" y="278"/>
                  <a:pt x="160" y="266"/>
                  <a:pt x="160" y="253"/>
                </a:cubicBezTo>
                <a:moveTo>
                  <a:pt x="382" y="253"/>
                </a:moveTo>
                <a:cubicBezTo>
                  <a:pt x="382" y="236"/>
                  <a:pt x="378" y="220"/>
                  <a:pt x="372" y="205"/>
                </a:cubicBezTo>
                <a:cubicBezTo>
                  <a:pt x="366" y="189"/>
                  <a:pt x="356" y="175"/>
                  <a:pt x="344" y="164"/>
                </a:cubicBezTo>
                <a:cubicBezTo>
                  <a:pt x="333" y="152"/>
                  <a:pt x="319" y="142"/>
                  <a:pt x="303" y="136"/>
                </a:cubicBezTo>
                <a:cubicBezTo>
                  <a:pt x="288" y="130"/>
                  <a:pt x="272" y="126"/>
                  <a:pt x="255" y="126"/>
                </a:cubicBezTo>
                <a:cubicBezTo>
                  <a:pt x="238" y="126"/>
                  <a:pt x="222" y="130"/>
                  <a:pt x="206" y="136"/>
                </a:cubicBezTo>
                <a:cubicBezTo>
                  <a:pt x="191" y="142"/>
                  <a:pt x="177" y="152"/>
                  <a:pt x="165" y="164"/>
                </a:cubicBezTo>
                <a:cubicBezTo>
                  <a:pt x="153" y="175"/>
                  <a:pt x="144" y="189"/>
                  <a:pt x="136" y="205"/>
                </a:cubicBezTo>
                <a:cubicBezTo>
                  <a:pt x="130" y="220"/>
                  <a:pt x="127" y="236"/>
                  <a:pt x="127" y="253"/>
                </a:cubicBezTo>
                <a:cubicBezTo>
                  <a:pt x="127" y="270"/>
                  <a:pt x="130" y="286"/>
                  <a:pt x="136" y="302"/>
                </a:cubicBezTo>
                <a:cubicBezTo>
                  <a:pt x="144" y="317"/>
                  <a:pt x="153" y="331"/>
                  <a:pt x="165" y="343"/>
                </a:cubicBezTo>
                <a:cubicBezTo>
                  <a:pt x="177" y="355"/>
                  <a:pt x="191" y="364"/>
                  <a:pt x="206" y="371"/>
                </a:cubicBezTo>
                <a:cubicBezTo>
                  <a:pt x="222" y="377"/>
                  <a:pt x="238" y="380"/>
                  <a:pt x="255" y="380"/>
                </a:cubicBezTo>
                <a:cubicBezTo>
                  <a:pt x="272" y="380"/>
                  <a:pt x="288" y="377"/>
                  <a:pt x="303" y="371"/>
                </a:cubicBezTo>
                <a:cubicBezTo>
                  <a:pt x="319" y="364"/>
                  <a:pt x="333" y="355"/>
                  <a:pt x="344" y="343"/>
                </a:cubicBezTo>
                <a:cubicBezTo>
                  <a:pt x="356" y="331"/>
                  <a:pt x="366" y="317"/>
                  <a:pt x="372" y="302"/>
                </a:cubicBezTo>
                <a:cubicBezTo>
                  <a:pt x="378" y="286"/>
                  <a:pt x="382" y="270"/>
                  <a:pt x="382" y="253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6724800" y="946080"/>
            <a:ext cx="35870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Restoring Balance to the Moors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6877080" y="4036320"/>
            <a:ext cx="19479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Moving Towards Peace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6877080" y="4342320"/>
            <a:ext cx="46789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narrative moves from the "storm" of Heathcliff's revenge and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6877080" y="4590000"/>
            <a:ext cx="46976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insanity to a </a:t>
            </a:r>
            <a:r>
              <a:rPr b="1" lang="en-US" sz="120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peaceful future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. The darkness of Wuthering Heights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6333840" y="5305320"/>
            <a:ext cx="381600" cy="381240"/>
          </a:xfrm>
          <a:custGeom>
            <a:avLst/>
            <a:gdLst/>
            <a:ahLst/>
            <a:rect l="0" t="0" r="r" b="b"/>
            <a:pathLst>
              <a:path w="1060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3" y="0"/>
                </a:lnTo>
                <a:cubicBezTo>
                  <a:pt x="886" y="0"/>
                  <a:pt x="898" y="1"/>
                  <a:pt x="910" y="3"/>
                </a:cubicBezTo>
                <a:cubicBezTo>
                  <a:pt x="921" y="6"/>
                  <a:pt x="934" y="9"/>
                  <a:pt x="945" y="14"/>
                </a:cubicBezTo>
                <a:cubicBezTo>
                  <a:pt x="957" y="19"/>
                  <a:pt x="967" y="24"/>
                  <a:pt x="977" y="31"/>
                </a:cubicBezTo>
                <a:cubicBezTo>
                  <a:pt x="987" y="38"/>
                  <a:pt x="997" y="45"/>
                  <a:pt x="1005" y="54"/>
                </a:cubicBezTo>
                <a:cubicBezTo>
                  <a:pt x="1014" y="63"/>
                  <a:pt x="1022" y="72"/>
                  <a:pt x="1028" y="82"/>
                </a:cubicBezTo>
                <a:cubicBezTo>
                  <a:pt x="1035" y="92"/>
                  <a:pt x="1041" y="103"/>
                  <a:pt x="1046" y="114"/>
                </a:cubicBezTo>
                <a:cubicBezTo>
                  <a:pt x="1050" y="125"/>
                  <a:pt x="1054" y="137"/>
                  <a:pt x="1056" y="149"/>
                </a:cubicBezTo>
                <a:cubicBezTo>
                  <a:pt x="1058" y="161"/>
                  <a:pt x="1060" y="173"/>
                  <a:pt x="1060" y="185"/>
                </a:cubicBezTo>
                <a:lnTo>
                  <a:pt x="1060" y="874"/>
                </a:lnTo>
                <a:cubicBezTo>
                  <a:pt x="1060" y="886"/>
                  <a:pt x="1058" y="898"/>
                  <a:pt x="1056" y="910"/>
                </a:cubicBezTo>
                <a:cubicBezTo>
                  <a:pt x="1054" y="922"/>
                  <a:pt x="1050" y="934"/>
                  <a:pt x="1046" y="945"/>
                </a:cubicBezTo>
                <a:cubicBezTo>
                  <a:pt x="1041" y="956"/>
                  <a:pt x="1035" y="967"/>
                  <a:pt x="1028" y="977"/>
                </a:cubicBezTo>
                <a:cubicBezTo>
                  <a:pt x="1022" y="987"/>
                  <a:pt x="1014" y="996"/>
                  <a:pt x="1005" y="1005"/>
                </a:cubicBezTo>
                <a:cubicBezTo>
                  <a:pt x="997" y="1013"/>
                  <a:pt x="987" y="1021"/>
                  <a:pt x="977" y="1028"/>
                </a:cubicBezTo>
                <a:cubicBezTo>
                  <a:pt x="967" y="1035"/>
                  <a:pt x="957" y="1040"/>
                  <a:pt x="945" y="1045"/>
                </a:cubicBezTo>
                <a:cubicBezTo>
                  <a:pt x="934" y="1050"/>
                  <a:pt x="921" y="1053"/>
                  <a:pt x="910" y="1056"/>
                </a:cubicBezTo>
                <a:cubicBezTo>
                  <a:pt x="898" y="1058"/>
                  <a:pt x="886" y="1059"/>
                  <a:pt x="873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3"/>
                  <a:pt x="126" y="1050"/>
                  <a:pt x="115" y="1045"/>
                </a:cubicBezTo>
                <a:cubicBezTo>
                  <a:pt x="103" y="1040"/>
                  <a:pt x="93" y="1035"/>
                  <a:pt x="83" y="1028"/>
                </a:cubicBezTo>
                <a:cubicBezTo>
                  <a:pt x="72" y="1021"/>
                  <a:pt x="63" y="1013"/>
                  <a:pt x="55" y="1005"/>
                </a:cubicBezTo>
                <a:cubicBezTo>
                  <a:pt x="46" y="996"/>
                  <a:pt x="38" y="987"/>
                  <a:pt x="32" y="977"/>
                </a:cubicBezTo>
                <a:cubicBezTo>
                  <a:pt x="25" y="967"/>
                  <a:pt x="19" y="956"/>
                  <a:pt x="14" y="945"/>
                </a:cubicBezTo>
                <a:cubicBezTo>
                  <a:pt x="10" y="934"/>
                  <a:pt x="6" y="922"/>
                  <a:pt x="4" y="910"/>
                </a:cubicBezTo>
                <a:cubicBezTo>
                  <a:pt x="1" y="898"/>
                  <a:pt x="0" y="886"/>
                  <a:pt x="0" y="87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6333840" y="5305320"/>
            <a:ext cx="381600" cy="381240"/>
          </a:xfrm>
          <a:custGeom>
            <a:avLst/>
            <a:gdLst/>
            <a:ahLst/>
            <a:rect l="0" t="0" r="r" b="b"/>
            <a:pathLst>
              <a:path fill="none" w="1060" h="1059">
                <a:moveTo>
                  <a:pt x="0" y="874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73" y="0"/>
                </a:lnTo>
                <a:cubicBezTo>
                  <a:pt x="886" y="0"/>
                  <a:pt x="898" y="1"/>
                  <a:pt x="910" y="3"/>
                </a:cubicBezTo>
                <a:cubicBezTo>
                  <a:pt x="921" y="6"/>
                  <a:pt x="934" y="9"/>
                  <a:pt x="945" y="14"/>
                </a:cubicBezTo>
                <a:cubicBezTo>
                  <a:pt x="957" y="19"/>
                  <a:pt x="967" y="24"/>
                  <a:pt x="977" y="31"/>
                </a:cubicBezTo>
                <a:cubicBezTo>
                  <a:pt x="987" y="38"/>
                  <a:pt x="997" y="45"/>
                  <a:pt x="1005" y="54"/>
                </a:cubicBezTo>
                <a:cubicBezTo>
                  <a:pt x="1014" y="63"/>
                  <a:pt x="1022" y="72"/>
                  <a:pt x="1028" y="82"/>
                </a:cubicBezTo>
                <a:cubicBezTo>
                  <a:pt x="1035" y="92"/>
                  <a:pt x="1041" y="103"/>
                  <a:pt x="1046" y="114"/>
                </a:cubicBezTo>
                <a:cubicBezTo>
                  <a:pt x="1050" y="125"/>
                  <a:pt x="1054" y="137"/>
                  <a:pt x="1056" y="149"/>
                </a:cubicBezTo>
                <a:cubicBezTo>
                  <a:pt x="1058" y="161"/>
                  <a:pt x="1060" y="173"/>
                  <a:pt x="1060" y="185"/>
                </a:cubicBezTo>
                <a:lnTo>
                  <a:pt x="1060" y="874"/>
                </a:lnTo>
                <a:cubicBezTo>
                  <a:pt x="1060" y="886"/>
                  <a:pt x="1058" y="898"/>
                  <a:pt x="1056" y="910"/>
                </a:cubicBezTo>
                <a:cubicBezTo>
                  <a:pt x="1054" y="922"/>
                  <a:pt x="1050" y="934"/>
                  <a:pt x="1046" y="945"/>
                </a:cubicBezTo>
                <a:cubicBezTo>
                  <a:pt x="1041" y="956"/>
                  <a:pt x="1035" y="967"/>
                  <a:pt x="1028" y="977"/>
                </a:cubicBezTo>
                <a:cubicBezTo>
                  <a:pt x="1022" y="987"/>
                  <a:pt x="1014" y="996"/>
                  <a:pt x="1005" y="1005"/>
                </a:cubicBezTo>
                <a:cubicBezTo>
                  <a:pt x="997" y="1013"/>
                  <a:pt x="987" y="1021"/>
                  <a:pt x="977" y="1028"/>
                </a:cubicBezTo>
                <a:cubicBezTo>
                  <a:pt x="967" y="1035"/>
                  <a:pt x="957" y="1040"/>
                  <a:pt x="945" y="1045"/>
                </a:cubicBezTo>
                <a:cubicBezTo>
                  <a:pt x="934" y="1050"/>
                  <a:pt x="921" y="1053"/>
                  <a:pt x="910" y="1056"/>
                </a:cubicBezTo>
                <a:cubicBezTo>
                  <a:pt x="898" y="1058"/>
                  <a:pt x="886" y="1059"/>
                  <a:pt x="873" y="1059"/>
                </a:cubicBezTo>
                <a:lnTo>
                  <a:pt x="185" y="1059"/>
                </a:lnTo>
                <a:cubicBezTo>
                  <a:pt x="173" y="1059"/>
                  <a:pt x="161" y="1058"/>
                  <a:pt x="149" y="1056"/>
                </a:cubicBezTo>
                <a:cubicBezTo>
                  <a:pt x="137" y="1053"/>
                  <a:pt x="126" y="1050"/>
                  <a:pt x="115" y="1045"/>
                </a:cubicBezTo>
                <a:cubicBezTo>
                  <a:pt x="103" y="1040"/>
                  <a:pt x="93" y="1035"/>
                  <a:pt x="83" y="1028"/>
                </a:cubicBezTo>
                <a:cubicBezTo>
                  <a:pt x="72" y="1021"/>
                  <a:pt x="63" y="1013"/>
                  <a:pt x="55" y="1005"/>
                </a:cubicBezTo>
                <a:cubicBezTo>
                  <a:pt x="46" y="996"/>
                  <a:pt x="38" y="987"/>
                  <a:pt x="32" y="977"/>
                </a:cubicBezTo>
                <a:cubicBezTo>
                  <a:pt x="25" y="967"/>
                  <a:pt x="19" y="956"/>
                  <a:pt x="14" y="945"/>
                </a:cubicBezTo>
                <a:cubicBezTo>
                  <a:pt x="10" y="934"/>
                  <a:pt x="6" y="922"/>
                  <a:pt x="4" y="910"/>
                </a:cubicBezTo>
                <a:cubicBezTo>
                  <a:pt x="1" y="898"/>
                  <a:pt x="0" y="886"/>
                  <a:pt x="0" y="874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6429240" y="5410080"/>
            <a:ext cx="183240" cy="183240"/>
          </a:xfrm>
          <a:custGeom>
            <a:avLst/>
            <a:gdLst/>
            <a:ahLst/>
            <a:rect l="0" t="0" r="r" b="b"/>
            <a:pathLst>
              <a:path w="509" h="509">
                <a:moveTo>
                  <a:pt x="74" y="74"/>
                </a:moveTo>
                <a:lnTo>
                  <a:pt x="41" y="40"/>
                </a:lnTo>
                <a:cubicBezTo>
                  <a:pt x="26" y="26"/>
                  <a:pt x="0" y="36"/>
                  <a:pt x="0" y="57"/>
                </a:cubicBezTo>
                <a:lnTo>
                  <a:pt x="0" y="166"/>
                </a:lnTo>
                <a:cubicBezTo>
                  <a:pt x="0" y="180"/>
                  <a:pt x="10" y="190"/>
                  <a:pt x="24" y="190"/>
                </a:cubicBezTo>
                <a:lnTo>
                  <a:pt x="133" y="190"/>
                </a:lnTo>
                <a:cubicBezTo>
                  <a:pt x="155" y="190"/>
                  <a:pt x="166" y="165"/>
                  <a:pt x="151" y="150"/>
                </a:cubicBezTo>
                <a:lnTo>
                  <a:pt x="119" y="119"/>
                </a:lnTo>
                <a:cubicBezTo>
                  <a:pt x="155" y="85"/>
                  <a:pt x="202" y="63"/>
                  <a:pt x="255" y="63"/>
                </a:cubicBezTo>
                <a:cubicBezTo>
                  <a:pt x="360" y="63"/>
                  <a:pt x="445" y="149"/>
                  <a:pt x="445" y="254"/>
                </a:cubicBezTo>
                <a:cubicBezTo>
                  <a:pt x="445" y="359"/>
                  <a:pt x="360" y="445"/>
                  <a:pt x="255" y="445"/>
                </a:cubicBezTo>
                <a:cubicBezTo>
                  <a:pt x="214" y="445"/>
                  <a:pt x="177" y="431"/>
                  <a:pt x="146" y="410"/>
                </a:cubicBezTo>
                <a:cubicBezTo>
                  <a:pt x="131" y="400"/>
                  <a:pt x="111" y="403"/>
                  <a:pt x="101" y="418"/>
                </a:cubicBezTo>
                <a:cubicBezTo>
                  <a:pt x="91" y="432"/>
                  <a:pt x="94" y="453"/>
                  <a:pt x="109" y="463"/>
                </a:cubicBezTo>
                <a:cubicBezTo>
                  <a:pt x="151" y="492"/>
                  <a:pt x="201" y="509"/>
                  <a:pt x="255" y="509"/>
                </a:cubicBezTo>
                <a:cubicBezTo>
                  <a:pt x="395" y="509"/>
                  <a:pt x="509" y="394"/>
                  <a:pt x="509" y="254"/>
                </a:cubicBezTo>
                <a:cubicBezTo>
                  <a:pt x="509" y="113"/>
                  <a:pt x="395" y="0"/>
                  <a:pt x="255" y="0"/>
                </a:cubicBezTo>
                <a:cubicBezTo>
                  <a:pt x="185" y="0"/>
                  <a:pt x="120" y="28"/>
                  <a:pt x="74" y="74"/>
                </a:cubicBezTo>
                <a:moveTo>
                  <a:pt x="255" y="127"/>
                </a:moveTo>
                <a:cubicBezTo>
                  <a:pt x="242" y="127"/>
                  <a:pt x="231" y="137"/>
                  <a:pt x="231" y="151"/>
                </a:cubicBezTo>
                <a:lnTo>
                  <a:pt x="231" y="254"/>
                </a:lnTo>
                <a:cubicBezTo>
                  <a:pt x="231" y="260"/>
                  <a:pt x="233" y="266"/>
                  <a:pt x="238" y="271"/>
                </a:cubicBezTo>
                <a:lnTo>
                  <a:pt x="309" y="342"/>
                </a:lnTo>
                <a:cubicBezTo>
                  <a:pt x="319" y="351"/>
                  <a:pt x="334" y="351"/>
                  <a:pt x="343" y="342"/>
                </a:cubicBezTo>
                <a:cubicBezTo>
                  <a:pt x="352" y="333"/>
                  <a:pt x="352" y="318"/>
                  <a:pt x="343" y="308"/>
                </a:cubicBezTo>
                <a:lnTo>
                  <a:pt x="278" y="244"/>
                </a:lnTo>
                <a:lnTo>
                  <a:pt x="278" y="151"/>
                </a:lnTo>
                <a:cubicBezTo>
                  <a:pt x="278" y="137"/>
                  <a:pt x="268" y="127"/>
                  <a:pt x="255" y="127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6877080" y="4837680"/>
            <a:ext cx="35168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is finally lifted by the light of the next generation.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6877080" y="5312520"/>
            <a:ext cx="15940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Breaking the Cycle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6877080" y="5618880"/>
            <a:ext cx="43776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marriage unites the Earnshaw and Linton lines, restoring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6877080" y="5866560"/>
            <a:ext cx="43902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structural balance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and ending the generational conflict over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6877080" y="6113880"/>
            <a:ext cx="14540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property and status.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11611080" y="6517800"/>
            <a:ext cx="1436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14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428400" y="1004760"/>
            <a:ext cx="257400" cy="196920"/>
          </a:xfrm>
          <a:custGeom>
            <a:avLst/>
            <a:gdLst/>
            <a:ahLst/>
            <a:rect l="0" t="0" r="r" b="b"/>
            <a:pathLst>
              <a:path w="715" h="547">
                <a:moveTo>
                  <a:pt x="310" y="546"/>
                </a:moveTo>
                <a:cubicBezTo>
                  <a:pt x="323" y="551"/>
                  <a:pt x="337" y="541"/>
                  <a:pt x="337" y="527"/>
                </a:cubicBezTo>
                <a:lnTo>
                  <a:pt x="337" y="58"/>
                </a:lnTo>
                <a:cubicBezTo>
                  <a:pt x="337" y="52"/>
                  <a:pt x="335" y="47"/>
                  <a:pt x="331" y="44"/>
                </a:cubicBezTo>
                <a:cubicBezTo>
                  <a:pt x="307" y="25"/>
                  <a:pt x="251" y="0"/>
                  <a:pt x="179" y="0"/>
                </a:cubicBezTo>
                <a:cubicBezTo>
                  <a:pt x="116" y="0"/>
                  <a:pt x="58" y="16"/>
                  <a:pt x="23" y="30"/>
                </a:cubicBezTo>
                <a:cubicBezTo>
                  <a:pt x="9" y="35"/>
                  <a:pt x="0" y="49"/>
                  <a:pt x="0" y="64"/>
                </a:cubicBezTo>
                <a:lnTo>
                  <a:pt x="0" y="524"/>
                </a:lnTo>
                <a:cubicBezTo>
                  <a:pt x="0" y="539"/>
                  <a:pt x="16" y="549"/>
                  <a:pt x="30" y="545"/>
                </a:cubicBezTo>
                <a:cubicBezTo>
                  <a:pt x="69" y="532"/>
                  <a:pt x="131" y="517"/>
                  <a:pt x="179" y="517"/>
                </a:cubicBezTo>
                <a:cubicBezTo>
                  <a:pt x="221" y="517"/>
                  <a:pt x="277" y="534"/>
                  <a:pt x="310" y="546"/>
                </a:cubicBezTo>
                <a:moveTo>
                  <a:pt x="405" y="546"/>
                </a:moveTo>
                <a:cubicBezTo>
                  <a:pt x="438" y="534"/>
                  <a:pt x="494" y="517"/>
                  <a:pt x="536" y="517"/>
                </a:cubicBezTo>
                <a:cubicBezTo>
                  <a:pt x="584" y="517"/>
                  <a:pt x="647" y="532"/>
                  <a:pt x="686" y="545"/>
                </a:cubicBezTo>
                <a:cubicBezTo>
                  <a:pt x="700" y="550"/>
                  <a:pt x="715" y="539"/>
                  <a:pt x="715" y="524"/>
                </a:cubicBezTo>
                <a:lnTo>
                  <a:pt x="715" y="64"/>
                </a:lnTo>
                <a:cubicBezTo>
                  <a:pt x="715" y="49"/>
                  <a:pt x="707" y="35"/>
                  <a:pt x="693" y="30"/>
                </a:cubicBezTo>
                <a:cubicBezTo>
                  <a:pt x="658" y="16"/>
                  <a:pt x="600" y="0"/>
                  <a:pt x="536" y="0"/>
                </a:cubicBezTo>
                <a:cubicBezTo>
                  <a:pt x="463" y="0"/>
                  <a:pt x="408" y="25"/>
                  <a:pt x="383" y="44"/>
                </a:cubicBezTo>
                <a:cubicBezTo>
                  <a:pt x="379" y="47"/>
                  <a:pt x="377" y="52"/>
                  <a:pt x="377" y="58"/>
                </a:cubicBezTo>
                <a:lnTo>
                  <a:pt x="377" y="527"/>
                </a:lnTo>
                <a:cubicBezTo>
                  <a:pt x="377" y="541"/>
                  <a:pt x="392" y="551"/>
                  <a:pt x="405" y="546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428760" y="251280"/>
            <a:ext cx="722952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The Eternal Legacy: The Wind Never Ceases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428400" y="1695240"/>
            <a:ext cx="1086120" cy="1924560"/>
          </a:xfrm>
          <a:custGeom>
            <a:avLst/>
            <a:gdLst/>
            <a:ahLst/>
            <a:rect l="0" t="0" r="r" b="b"/>
            <a:pathLst>
              <a:path w="3017" h="5346">
                <a:moveTo>
                  <a:pt x="0" y="0"/>
                </a:moveTo>
                <a:lnTo>
                  <a:pt x="3017" y="0"/>
                </a:lnTo>
                <a:lnTo>
                  <a:pt x="3017" y="5346"/>
                </a:lnTo>
                <a:lnTo>
                  <a:pt x="0" y="53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433080" y="1699920"/>
            <a:ext cx="1076760" cy="1914840"/>
          </a:xfrm>
          <a:custGeom>
            <a:avLst/>
            <a:gdLst/>
            <a:ahLst/>
            <a:rect l="0" t="0" r="r" b="b"/>
            <a:pathLst>
              <a:path fill="none" w="2991" h="5319">
                <a:moveTo>
                  <a:pt x="0" y="0"/>
                </a:moveTo>
                <a:lnTo>
                  <a:pt x="2991" y="0"/>
                </a:lnTo>
                <a:lnTo>
                  <a:pt x="2991" y="5319"/>
                </a:lnTo>
                <a:lnTo>
                  <a:pt x="0" y="5319"/>
                </a:lnTo>
                <a:lnTo>
                  <a:pt x="0" y="0"/>
                </a:ln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4" name="" descr=""/>
          <p:cNvPicPr/>
          <p:nvPr/>
        </p:nvPicPr>
        <p:blipFill>
          <a:blip r:embed="rId1"/>
          <a:stretch/>
        </p:blipFill>
        <p:spPr>
          <a:xfrm>
            <a:off x="476280" y="1743120"/>
            <a:ext cx="99036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5" name=""/>
          <p:cNvSpPr txBox="1"/>
          <p:nvPr/>
        </p:nvSpPr>
        <p:spPr>
          <a:xfrm>
            <a:off x="799920" y="946080"/>
            <a:ext cx="266112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From Scandal to Classic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1740600" y="1712160"/>
            <a:ext cx="19501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f2937"/>
                </a:solidFill>
                <a:effectLst/>
                <a:uFillTx/>
                <a:latin typeface="Microsoft YaHei"/>
                <a:ea typeface="MicrosoftYaHei"/>
              </a:rPr>
              <a:t>1847: A Critical Scandal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1740600" y="2056320"/>
            <a:ext cx="3484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Emily Brontë’s only novel was initially rejected by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1740600" y="2304000"/>
            <a:ext cx="37357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critics for its </a:t>
            </a:r>
            <a:r>
              <a:rPr b="1" lang="en-US" sz="120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raw intensity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and defiance of Victorian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1747080" y="2923920"/>
            <a:ext cx="129600" cy="133560"/>
          </a:xfrm>
          <a:custGeom>
            <a:avLst/>
            <a:gdLst/>
            <a:ahLst/>
            <a:rect l="0" t="0" r="r" b="b"/>
            <a:pathLst>
              <a:path w="360" h="371">
                <a:moveTo>
                  <a:pt x="190" y="156"/>
                </a:moveTo>
                <a:lnTo>
                  <a:pt x="5" y="342"/>
                </a:lnTo>
                <a:cubicBezTo>
                  <a:pt x="-2" y="349"/>
                  <a:pt x="-2" y="360"/>
                  <a:pt x="5" y="366"/>
                </a:cubicBezTo>
                <a:cubicBezTo>
                  <a:pt x="12" y="373"/>
                  <a:pt x="23" y="373"/>
                  <a:pt x="30" y="366"/>
                </a:cubicBezTo>
                <a:lnTo>
                  <a:pt x="84" y="312"/>
                </a:lnTo>
                <a:cubicBezTo>
                  <a:pt x="89" y="316"/>
                  <a:pt x="95" y="318"/>
                  <a:pt x="101" y="320"/>
                </a:cubicBezTo>
                <a:cubicBezTo>
                  <a:pt x="133" y="329"/>
                  <a:pt x="184" y="330"/>
                  <a:pt x="233" y="297"/>
                </a:cubicBezTo>
                <a:cubicBezTo>
                  <a:pt x="242" y="292"/>
                  <a:pt x="237" y="279"/>
                  <a:pt x="227" y="279"/>
                </a:cubicBezTo>
                <a:lnTo>
                  <a:pt x="215" y="279"/>
                </a:lnTo>
                <a:cubicBezTo>
                  <a:pt x="211" y="279"/>
                  <a:pt x="208" y="276"/>
                  <a:pt x="208" y="272"/>
                </a:cubicBezTo>
                <a:cubicBezTo>
                  <a:pt x="208" y="269"/>
                  <a:pt x="210" y="267"/>
                  <a:pt x="213" y="266"/>
                </a:cubicBezTo>
                <a:lnTo>
                  <a:pt x="284" y="245"/>
                </a:lnTo>
                <a:cubicBezTo>
                  <a:pt x="286" y="244"/>
                  <a:pt x="288" y="243"/>
                  <a:pt x="290" y="240"/>
                </a:cubicBezTo>
                <a:cubicBezTo>
                  <a:pt x="293" y="236"/>
                  <a:pt x="296" y="231"/>
                  <a:pt x="299" y="226"/>
                </a:cubicBezTo>
                <a:cubicBezTo>
                  <a:pt x="303" y="219"/>
                  <a:pt x="298" y="210"/>
                  <a:pt x="289" y="210"/>
                </a:cubicBezTo>
                <a:lnTo>
                  <a:pt x="261" y="210"/>
                </a:lnTo>
                <a:cubicBezTo>
                  <a:pt x="257" y="210"/>
                  <a:pt x="254" y="207"/>
                  <a:pt x="254" y="202"/>
                </a:cubicBezTo>
                <a:cubicBezTo>
                  <a:pt x="254" y="199"/>
                  <a:pt x="256" y="196"/>
                  <a:pt x="259" y="196"/>
                </a:cubicBezTo>
                <a:lnTo>
                  <a:pt x="318" y="178"/>
                </a:lnTo>
                <a:cubicBezTo>
                  <a:pt x="321" y="177"/>
                  <a:pt x="324" y="174"/>
                  <a:pt x="325" y="171"/>
                </a:cubicBezTo>
                <a:cubicBezTo>
                  <a:pt x="347" y="118"/>
                  <a:pt x="357" y="62"/>
                  <a:pt x="360" y="27"/>
                </a:cubicBezTo>
                <a:cubicBezTo>
                  <a:pt x="360" y="20"/>
                  <a:pt x="358" y="13"/>
                  <a:pt x="352" y="8"/>
                </a:cubicBezTo>
                <a:cubicBezTo>
                  <a:pt x="347" y="3"/>
                  <a:pt x="340" y="0"/>
                  <a:pt x="332" y="0"/>
                </a:cubicBezTo>
                <a:cubicBezTo>
                  <a:pt x="272" y="5"/>
                  <a:pt x="154" y="30"/>
                  <a:pt x="88" y="95"/>
                </a:cubicBezTo>
                <a:cubicBezTo>
                  <a:pt x="30" y="153"/>
                  <a:pt x="29" y="220"/>
                  <a:pt x="40" y="259"/>
                </a:cubicBezTo>
                <a:cubicBezTo>
                  <a:pt x="41" y="265"/>
                  <a:pt x="49" y="266"/>
                  <a:pt x="53" y="262"/>
                </a:cubicBezTo>
                <a:lnTo>
                  <a:pt x="172" y="142"/>
                </a:lnTo>
                <a:cubicBezTo>
                  <a:pt x="176" y="137"/>
                  <a:pt x="184" y="137"/>
                  <a:pt x="188" y="142"/>
                </a:cubicBezTo>
                <a:cubicBezTo>
                  <a:pt x="192" y="146"/>
                  <a:pt x="193" y="152"/>
                  <a:pt x="190" y="156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1740600" y="2551680"/>
            <a:ext cx="9684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moral norms.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456840" y="4186080"/>
            <a:ext cx="5406120" cy="1981440"/>
          </a:xfrm>
          <a:custGeom>
            <a:avLst/>
            <a:gdLst/>
            <a:ahLst/>
            <a:rect l="0" t="0" r="r" b="b"/>
            <a:pathLst>
              <a:path w="15017" h="5504">
                <a:moveTo>
                  <a:pt x="0" y="5504"/>
                </a:moveTo>
                <a:lnTo>
                  <a:pt x="0" y="0"/>
                </a:lnTo>
                <a:lnTo>
                  <a:pt x="14924" y="0"/>
                </a:lnTo>
                <a:cubicBezTo>
                  <a:pt x="14936" y="0"/>
                  <a:pt x="14948" y="2"/>
                  <a:pt x="14959" y="7"/>
                </a:cubicBezTo>
                <a:cubicBezTo>
                  <a:pt x="14971" y="12"/>
                  <a:pt x="14981" y="18"/>
                  <a:pt x="14989" y="27"/>
                </a:cubicBezTo>
                <a:cubicBezTo>
                  <a:pt x="14998" y="36"/>
                  <a:pt x="15005" y="46"/>
                  <a:pt x="15010" y="57"/>
                </a:cubicBezTo>
                <a:cubicBezTo>
                  <a:pt x="15014" y="68"/>
                  <a:pt x="15017" y="80"/>
                  <a:pt x="15017" y="93"/>
                </a:cubicBezTo>
                <a:lnTo>
                  <a:pt x="15017" y="5412"/>
                </a:lnTo>
                <a:cubicBezTo>
                  <a:pt x="15017" y="5424"/>
                  <a:pt x="15014" y="5436"/>
                  <a:pt x="15010" y="5447"/>
                </a:cubicBezTo>
                <a:cubicBezTo>
                  <a:pt x="15005" y="5458"/>
                  <a:pt x="14998" y="5468"/>
                  <a:pt x="14989" y="5477"/>
                </a:cubicBezTo>
                <a:cubicBezTo>
                  <a:pt x="14981" y="5486"/>
                  <a:pt x="14971" y="5493"/>
                  <a:pt x="14959" y="5497"/>
                </a:cubicBezTo>
                <a:cubicBezTo>
                  <a:pt x="14948" y="5502"/>
                  <a:pt x="14936" y="5504"/>
                  <a:pt x="14924" y="5504"/>
                </a:cubicBezTo>
                <a:lnTo>
                  <a:pt x="0" y="5504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428400" y="4181400"/>
            <a:ext cx="5428440" cy="18720"/>
          </a:xfrm>
          <a:custGeom>
            <a:avLst/>
            <a:gdLst/>
            <a:ahLst/>
            <a:rect l="0" t="0" r="r" b="b"/>
            <a:pathLst>
              <a:path w="15079" h="52">
                <a:moveTo>
                  <a:pt x="15060" y="52"/>
                </a:moveTo>
                <a:cubicBezTo>
                  <a:pt x="15060" y="51"/>
                  <a:pt x="15060" y="51"/>
                  <a:pt x="15059" y="50"/>
                </a:cubicBezTo>
                <a:cubicBezTo>
                  <a:pt x="15044" y="34"/>
                  <a:pt x="15025" y="26"/>
                  <a:pt x="15003" y="26"/>
                </a:cubicBezTo>
                <a:lnTo>
                  <a:pt x="159" y="26"/>
                </a:lnTo>
                <a:lnTo>
                  <a:pt x="159" y="27"/>
                </a:lnTo>
                <a:lnTo>
                  <a:pt x="0" y="0"/>
                </a:lnTo>
                <a:lnTo>
                  <a:pt x="15003" y="0"/>
                </a:lnTo>
                <a:cubicBezTo>
                  <a:pt x="15032" y="0"/>
                  <a:pt x="15057" y="10"/>
                  <a:pt x="15078" y="31"/>
                </a:cubicBezTo>
                <a:lnTo>
                  <a:pt x="15079" y="32"/>
                </a:lnTo>
                <a:lnTo>
                  <a:pt x="15060" y="52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428400" y="6153480"/>
            <a:ext cx="5428440" cy="18720"/>
          </a:xfrm>
          <a:custGeom>
            <a:avLst/>
            <a:gdLst/>
            <a:ahLst/>
            <a:rect l="0" t="0" r="r" b="b"/>
            <a:pathLst>
              <a:path w="15079" h="52">
                <a:moveTo>
                  <a:pt x="159" y="26"/>
                </a:moveTo>
                <a:lnTo>
                  <a:pt x="15003" y="26"/>
                </a:lnTo>
                <a:cubicBezTo>
                  <a:pt x="15025" y="26"/>
                  <a:pt x="15044" y="17"/>
                  <a:pt x="15059" y="2"/>
                </a:cubicBezTo>
                <a:cubicBezTo>
                  <a:pt x="15060" y="1"/>
                  <a:pt x="15060" y="1"/>
                  <a:pt x="15060" y="0"/>
                </a:cubicBezTo>
                <a:lnTo>
                  <a:pt x="15079" y="20"/>
                </a:lnTo>
                <a:cubicBezTo>
                  <a:pt x="15079" y="21"/>
                  <a:pt x="15078" y="21"/>
                  <a:pt x="15078" y="21"/>
                </a:cubicBezTo>
                <a:cubicBezTo>
                  <a:pt x="15057" y="42"/>
                  <a:pt x="15032" y="52"/>
                  <a:pt x="15003" y="52"/>
                </a:cubicBezTo>
                <a:lnTo>
                  <a:pt x="0" y="52"/>
                </a:lnTo>
                <a:lnTo>
                  <a:pt x="159" y="26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5849280" y="4192560"/>
            <a:ext cx="18360" cy="1968480"/>
          </a:xfrm>
          <a:custGeom>
            <a:avLst/>
            <a:gdLst/>
            <a:ahLst/>
            <a:rect l="0" t="0" r="r" b="b"/>
            <a:pathLst>
              <a:path w="51" h="5468">
                <a:moveTo>
                  <a:pt x="0" y="5450"/>
                </a:moveTo>
                <a:cubicBezTo>
                  <a:pt x="16" y="5434"/>
                  <a:pt x="23" y="5416"/>
                  <a:pt x="23" y="5394"/>
                </a:cubicBezTo>
                <a:lnTo>
                  <a:pt x="23" y="75"/>
                </a:lnTo>
                <a:cubicBezTo>
                  <a:pt x="23" y="53"/>
                  <a:pt x="16" y="34"/>
                  <a:pt x="0" y="18"/>
                </a:cubicBezTo>
                <a:lnTo>
                  <a:pt x="19" y="0"/>
                </a:lnTo>
                <a:cubicBezTo>
                  <a:pt x="39" y="20"/>
                  <a:pt x="51" y="45"/>
                  <a:pt x="51" y="75"/>
                </a:cubicBezTo>
                <a:lnTo>
                  <a:pt x="51" y="5394"/>
                </a:lnTo>
                <a:cubicBezTo>
                  <a:pt x="51" y="5423"/>
                  <a:pt x="39" y="5448"/>
                  <a:pt x="19" y="5468"/>
                </a:cubicBezTo>
                <a:lnTo>
                  <a:pt x="0" y="545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714240" y="5619600"/>
            <a:ext cx="4915080" cy="9720"/>
          </a:xfrm>
          <a:custGeom>
            <a:avLst/>
            <a:gdLst/>
            <a:ahLst/>
            <a:rect l="0" t="0" r="r" b="b"/>
            <a:pathLst>
              <a:path w="13653" h="27">
                <a:moveTo>
                  <a:pt x="0" y="0"/>
                </a:moveTo>
                <a:lnTo>
                  <a:pt x="13653" y="0"/>
                </a:lnTo>
                <a:lnTo>
                  <a:pt x="13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714240" y="4466880"/>
            <a:ext cx="171720" cy="172080"/>
          </a:xfrm>
          <a:custGeom>
            <a:avLst/>
            <a:gdLst/>
            <a:ahLst/>
            <a:rect l="0" t="0" r="r" b="b"/>
            <a:pathLst>
              <a:path w="477" h="478">
                <a:moveTo>
                  <a:pt x="269" y="30"/>
                </a:moveTo>
                <a:cubicBezTo>
                  <a:pt x="269" y="47"/>
                  <a:pt x="282" y="60"/>
                  <a:pt x="299" y="60"/>
                </a:cubicBezTo>
                <a:lnTo>
                  <a:pt x="328" y="60"/>
                </a:lnTo>
                <a:cubicBezTo>
                  <a:pt x="345" y="60"/>
                  <a:pt x="358" y="73"/>
                  <a:pt x="358" y="90"/>
                </a:cubicBezTo>
                <a:cubicBezTo>
                  <a:pt x="358" y="106"/>
                  <a:pt x="345" y="120"/>
                  <a:pt x="328" y="120"/>
                </a:cubicBezTo>
                <a:lnTo>
                  <a:pt x="30" y="120"/>
                </a:lnTo>
                <a:cubicBezTo>
                  <a:pt x="13" y="120"/>
                  <a:pt x="0" y="133"/>
                  <a:pt x="0" y="149"/>
                </a:cubicBezTo>
                <a:cubicBezTo>
                  <a:pt x="0" y="166"/>
                  <a:pt x="13" y="179"/>
                  <a:pt x="30" y="179"/>
                </a:cubicBezTo>
                <a:lnTo>
                  <a:pt x="328" y="179"/>
                </a:lnTo>
                <a:cubicBezTo>
                  <a:pt x="378" y="179"/>
                  <a:pt x="418" y="139"/>
                  <a:pt x="418" y="90"/>
                </a:cubicBezTo>
                <a:cubicBezTo>
                  <a:pt x="418" y="40"/>
                  <a:pt x="378" y="0"/>
                  <a:pt x="328" y="0"/>
                </a:cubicBezTo>
                <a:lnTo>
                  <a:pt x="299" y="0"/>
                </a:lnTo>
                <a:cubicBezTo>
                  <a:pt x="282" y="0"/>
                  <a:pt x="269" y="14"/>
                  <a:pt x="269" y="30"/>
                </a:cubicBezTo>
                <a:moveTo>
                  <a:pt x="328" y="359"/>
                </a:moveTo>
                <a:cubicBezTo>
                  <a:pt x="328" y="375"/>
                  <a:pt x="342" y="388"/>
                  <a:pt x="358" y="388"/>
                </a:cubicBezTo>
                <a:lnTo>
                  <a:pt x="388" y="388"/>
                </a:lnTo>
                <a:cubicBezTo>
                  <a:pt x="437" y="388"/>
                  <a:pt x="477" y="348"/>
                  <a:pt x="477" y="299"/>
                </a:cubicBezTo>
                <a:cubicBezTo>
                  <a:pt x="477" y="250"/>
                  <a:pt x="437" y="210"/>
                  <a:pt x="388" y="210"/>
                </a:cubicBezTo>
                <a:lnTo>
                  <a:pt x="30" y="210"/>
                </a:lnTo>
                <a:cubicBezTo>
                  <a:pt x="13" y="210"/>
                  <a:pt x="0" y="223"/>
                  <a:pt x="0" y="240"/>
                </a:cubicBezTo>
                <a:cubicBezTo>
                  <a:pt x="0" y="256"/>
                  <a:pt x="13" y="269"/>
                  <a:pt x="30" y="269"/>
                </a:cubicBezTo>
                <a:lnTo>
                  <a:pt x="388" y="269"/>
                </a:lnTo>
                <a:cubicBezTo>
                  <a:pt x="404" y="269"/>
                  <a:pt x="418" y="283"/>
                  <a:pt x="418" y="299"/>
                </a:cubicBezTo>
                <a:cubicBezTo>
                  <a:pt x="418" y="316"/>
                  <a:pt x="404" y="329"/>
                  <a:pt x="388" y="329"/>
                </a:cubicBezTo>
                <a:lnTo>
                  <a:pt x="358" y="329"/>
                </a:lnTo>
                <a:cubicBezTo>
                  <a:pt x="342" y="329"/>
                  <a:pt x="328" y="342"/>
                  <a:pt x="328" y="359"/>
                </a:cubicBezTo>
                <a:moveTo>
                  <a:pt x="119" y="478"/>
                </a:moveTo>
                <a:lnTo>
                  <a:pt x="149" y="478"/>
                </a:lnTo>
                <a:cubicBezTo>
                  <a:pt x="199" y="478"/>
                  <a:pt x="239" y="438"/>
                  <a:pt x="239" y="388"/>
                </a:cubicBezTo>
                <a:cubicBezTo>
                  <a:pt x="239" y="339"/>
                  <a:pt x="199" y="299"/>
                  <a:pt x="149" y="299"/>
                </a:cubicBezTo>
                <a:lnTo>
                  <a:pt x="30" y="299"/>
                </a:lnTo>
                <a:cubicBezTo>
                  <a:pt x="13" y="299"/>
                  <a:pt x="0" y="312"/>
                  <a:pt x="0" y="329"/>
                </a:cubicBezTo>
                <a:cubicBezTo>
                  <a:pt x="0" y="345"/>
                  <a:pt x="13" y="359"/>
                  <a:pt x="30" y="359"/>
                </a:cubicBezTo>
                <a:lnTo>
                  <a:pt x="149" y="359"/>
                </a:lnTo>
                <a:cubicBezTo>
                  <a:pt x="166" y="359"/>
                  <a:pt x="179" y="372"/>
                  <a:pt x="179" y="388"/>
                </a:cubicBezTo>
                <a:cubicBezTo>
                  <a:pt x="179" y="405"/>
                  <a:pt x="166" y="418"/>
                  <a:pt x="149" y="418"/>
                </a:cubicBezTo>
                <a:lnTo>
                  <a:pt x="119" y="418"/>
                </a:lnTo>
                <a:cubicBezTo>
                  <a:pt x="102" y="418"/>
                  <a:pt x="89" y="431"/>
                  <a:pt x="89" y="448"/>
                </a:cubicBezTo>
                <a:cubicBezTo>
                  <a:pt x="89" y="464"/>
                  <a:pt x="102" y="478"/>
                  <a:pt x="119" y="478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1950120" y="2895840"/>
            <a:ext cx="2233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Reissued by Charlotte Brontë (1850)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961920" y="4436280"/>
            <a:ext cx="24530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Why We Return to the Moors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714240" y="4818600"/>
            <a:ext cx="4367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We return not merely for romance, but to search for our own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714240" y="5066280"/>
            <a:ext cx="4273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3a8a"/>
                </a:solidFill>
                <a:effectLst/>
                <a:uFillTx/>
                <a:latin typeface="Microsoft YaHei"/>
                <a:ea typeface="MicrosoftYaHei"/>
              </a:rPr>
              <a:t>"wild" soul</a:t>
            </a: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. The novel invites readers to explore the primal,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714240" y="5313960"/>
            <a:ext cx="4123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untamed instincts beneath the surface of civilized society.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6324480" y="1004760"/>
            <a:ext cx="229320" cy="200160"/>
          </a:xfrm>
          <a:custGeom>
            <a:avLst/>
            <a:gdLst/>
            <a:ahLst/>
            <a:rect l="0" t="0" r="r" b="b"/>
            <a:pathLst>
              <a:path w="637" h="556">
                <a:moveTo>
                  <a:pt x="0" y="79"/>
                </a:moveTo>
                <a:cubicBezTo>
                  <a:pt x="0" y="35"/>
                  <a:pt x="36" y="0"/>
                  <a:pt x="80" y="0"/>
                </a:cubicBezTo>
                <a:lnTo>
                  <a:pt x="557" y="0"/>
                </a:lnTo>
                <a:cubicBezTo>
                  <a:pt x="601" y="0"/>
                  <a:pt x="637" y="35"/>
                  <a:pt x="637" y="79"/>
                </a:cubicBezTo>
                <a:lnTo>
                  <a:pt x="637" y="477"/>
                </a:lnTo>
                <a:cubicBezTo>
                  <a:pt x="637" y="521"/>
                  <a:pt x="601" y="556"/>
                  <a:pt x="557" y="556"/>
                </a:cubicBezTo>
                <a:lnTo>
                  <a:pt x="80" y="556"/>
                </a:lnTo>
                <a:cubicBezTo>
                  <a:pt x="36" y="556"/>
                  <a:pt x="0" y="521"/>
                  <a:pt x="0" y="477"/>
                </a:cubicBezTo>
                <a:lnTo>
                  <a:pt x="0" y="79"/>
                </a:lnTo>
                <a:moveTo>
                  <a:pt x="60" y="418"/>
                </a:moveTo>
                <a:lnTo>
                  <a:pt x="60" y="457"/>
                </a:lnTo>
                <a:cubicBezTo>
                  <a:pt x="60" y="468"/>
                  <a:pt x="69" y="477"/>
                  <a:pt x="80" y="477"/>
                </a:cubicBezTo>
                <a:lnTo>
                  <a:pt x="120" y="477"/>
                </a:lnTo>
                <a:cubicBezTo>
                  <a:pt x="131" y="477"/>
                  <a:pt x="140" y="468"/>
                  <a:pt x="140" y="457"/>
                </a:cubicBezTo>
                <a:lnTo>
                  <a:pt x="140" y="418"/>
                </a:lnTo>
                <a:cubicBezTo>
                  <a:pt x="140" y="407"/>
                  <a:pt x="131" y="398"/>
                  <a:pt x="120" y="398"/>
                </a:cubicBezTo>
                <a:lnTo>
                  <a:pt x="80" y="398"/>
                </a:lnTo>
                <a:cubicBezTo>
                  <a:pt x="69" y="398"/>
                  <a:pt x="60" y="407"/>
                  <a:pt x="60" y="418"/>
                </a:cubicBezTo>
                <a:moveTo>
                  <a:pt x="518" y="398"/>
                </a:moveTo>
                <a:cubicBezTo>
                  <a:pt x="507" y="398"/>
                  <a:pt x="498" y="407"/>
                  <a:pt x="498" y="418"/>
                </a:cubicBezTo>
                <a:lnTo>
                  <a:pt x="498" y="457"/>
                </a:lnTo>
                <a:cubicBezTo>
                  <a:pt x="498" y="468"/>
                  <a:pt x="507" y="477"/>
                  <a:pt x="518" y="477"/>
                </a:cubicBezTo>
                <a:lnTo>
                  <a:pt x="557" y="477"/>
                </a:lnTo>
                <a:cubicBezTo>
                  <a:pt x="568" y="477"/>
                  <a:pt x="577" y="468"/>
                  <a:pt x="577" y="457"/>
                </a:cubicBezTo>
                <a:lnTo>
                  <a:pt x="577" y="418"/>
                </a:lnTo>
                <a:cubicBezTo>
                  <a:pt x="577" y="407"/>
                  <a:pt x="568" y="398"/>
                  <a:pt x="557" y="398"/>
                </a:cubicBezTo>
                <a:lnTo>
                  <a:pt x="518" y="398"/>
                </a:lnTo>
                <a:moveTo>
                  <a:pt x="60" y="258"/>
                </a:moveTo>
                <a:lnTo>
                  <a:pt x="60" y="299"/>
                </a:lnTo>
                <a:cubicBezTo>
                  <a:pt x="60" y="309"/>
                  <a:pt x="69" y="318"/>
                  <a:pt x="80" y="318"/>
                </a:cubicBezTo>
                <a:lnTo>
                  <a:pt x="120" y="318"/>
                </a:lnTo>
                <a:cubicBezTo>
                  <a:pt x="131" y="318"/>
                  <a:pt x="140" y="309"/>
                  <a:pt x="140" y="299"/>
                </a:cubicBezTo>
                <a:lnTo>
                  <a:pt x="140" y="258"/>
                </a:lnTo>
                <a:cubicBezTo>
                  <a:pt x="140" y="247"/>
                  <a:pt x="131" y="238"/>
                  <a:pt x="120" y="238"/>
                </a:cubicBezTo>
                <a:lnTo>
                  <a:pt x="80" y="238"/>
                </a:lnTo>
                <a:cubicBezTo>
                  <a:pt x="69" y="238"/>
                  <a:pt x="60" y="247"/>
                  <a:pt x="60" y="258"/>
                </a:cubicBezTo>
                <a:moveTo>
                  <a:pt x="518" y="238"/>
                </a:moveTo>
                <a:cubicBezTo>
                  <a:pt x="507" y="238"/>
                  <a:pt x="498" y="247"/>
                  <a:pt x="498" y="258"/>
                </a:cubicBezTo>
                <a:lnTo>
                  <a:pt x="498" y="299"/>
                </a:lnTo>
                <a:cubicBezTo>
                  <a:pt x="498" y="309"/>
                  <a:pt x="507" y="318"/>
                  <a:pt x="518" y="318"/>
                </a:cubicBezTo>
                <a:lnTo>
                  <a:pt x="557" y="318"/>
                </a:lnTo>
                <a:cubicBezTo>
                  <a:pt x="568" y="318"/>
                  <a:pt x="577" y="309"/>
                  <a:pt x="577" y="299"/>
                </a:cubicBezTo>
                <a:lnTo>
                  <a:pt x="577" y="258"/>
                </a:lnTo>
                <a:cubicBezTo>
                  <a:pt x="577" y="247"/>
                  <a:pt x="568" y="238"/>
                  <a:pt x="557" y="238"/>
                </a:cubicBezTo>
                <a:lnTo>
                  <a:pt x="518" y="238"/>
                </a:lnTo>
                <a:moveTo>
                  <a:pt x="60" y="99"/>
                </a:moveTo>
                <a:lnTo>
                  <a:pt x="60" y="139"/>
                </a:lnTo>
                <a:cubicBezTo>
                  <a:pt x="60" y="150"/>
                  <a:pt x="69" y="159"/>
                  <a:pt x="80" y="159"/>
                </a:cubicBezTo>
                <a:lnTo>
                  <a:pt x="120" y="159"/>
                </a:lnTo>
                <a:cubicBezTo>
                  <a:pt x="131" y="159"/>
                  <a:pt x="140" y="150"/>
                  <a:pt x="140" y="139"/>
                </a:cubicBezTo>
                <a:lnTo>
                  <a:pt x="140" y="99"/>
                </a:lnTo>
                <a:cubicBezTo>
                  <a:pt x="140" y="88"/>
                  <a:pt x="131" y="79"/>
                  <a:pt x="120" y="79"/>
                </a:cubicBezTo>
                <a:lnTo>
                  <a:pt x="80" y="79"/>
                </a:lnTo>
                <a:cubicBezTo>
                  <a:pt x="69" y="79"/>
                  <a:pt x="60" y="88"/>
                  <a:pt x="60" y="99"/>
                </a:cubicBezTo>
                <a:moveTo>
                  <a:pt x="518" y="79"/>
                </a:moveTo>
                <a:cubicBezTo>
                  <a:pt x="507" y="79"/>
                  <a:pt x="498" y="88"/>
                  <a:pt x="498" y="99"/>
                </a:cubicBezTo>
                <a:lnTo>
                  <a:pt x="498" y="139"/>
                </a:lnTo>
                <a:cubicBezTo>
                  <a:pt x="498" y="150"/>
                  <a:pt x="507" y="159"/>
                  <a:pt x="518" y="159"/>
                </a:cubicBezTo>
                <a:lnTo>
                  <a:pt x="557" y="159"/>
                </a:lnTo>
                <a:cubicBezTo>
                  <a:pt x="568" y="159"/>
                  <a:pt x="577" y="150"/>
                  <a:pt x="577" y="139"/>
                </a:cubicBezTo>
                <a:lnTo>
                  <a:pt x="577" y="99"/>
                </a:lnTo>
                <a:cubicBezTo>
                  <a:pt x="577" y="88"/>
                  <a:pt x="568" y="79"/>
                  <a:pt x="557" y="79"/>
                </a:cubicBezTo>
                <a:lnTo>
                  <a:pt x="518" y="79"/>
                </a:lnTo>
                <a:moveTo>
                  <a:pt x="199" y="119"/>
                </a:moveTo>
                <a:lnTo>
                  <a:pt x="199" y="198"/>
                </a:lnTo>
                <a:cubicBezTo>
                  <a:pt x="199" y="220"/>
                  <a:pt x="217" y="238"/>
                  <a:pt x="239" y="238"/>
                </a:cubicBezTo>
                <a:lnTo>
                  <a:pt x="399" y="238"/>
                </a:lnTo>
                <a:cubicBezTo>
                  <a:pt x="421" y="238"/>
                  <a:pt x="438" y="220"/>
                  <a:pt x="438" y="198"/>
                </a:cubicBezTo>
                <a:lnTo>
                  <a:pt x="438" y="119"/>
                </a:lnTo>
                <a:cubicBezTo>
                  <a:pt x="438" y="97"/>
                  <a:pt x="421" y="79"/>
                  <a:pt x="399" y="79"/>
                </a:cubicBezTo>
                <a:lnTo>
                  <a:pt x="239" y="79"/>
                </a:lnTo>
                <a:cubicBezTo>
                  <a:pt x="217" y="79"/>
                  <a:pt x="199" y="97"/>
                  <a:pt x="199" y="119"/>
                </a:cubicBezTo>
                <a:moveTo>
                  <a:pt x="239" y="318"/>
                </a:moveTo>
                <a:cubicBezTo>
                  <a:pt x="217" y="318"/>
                  <a:pt x="199" y="336"/>
                  <a:pt x="199" y="358"/>
                </a:cubicBezTo>
                <a:lnTo>
                  <a:pt x="199" y="437"/>
                </a:lnTo>
                <a:cubicBezTo>
                  <a:pt x="199" y="459"/>
                  <a:pt x="217" y="477"/>
                  <a:pt x="239" y="477"/>
                </a:cubicBezTo>
                <a:lnTo>
                  <a:pt x="399" y="477"/>
                </a:lnTo>
                <a:cubicBezTo>
                  <a:pt x="421" y="477"/>
                  <a:pt x="438" y="459"/>
                  <a:pt x="438" y="437"/>
                </a:cubicBezTo>
                <a:lnTo>
                  <a:pt x="438" y="358"/>
                </a:lnTo>
                <a:cubicBezTo>
                  <a:pt x="438" y="336"/>
                  <a:pt x="421" y="318"/>
                  <a:pt x="399" y="318"/>
                </a:cubicBezTo>
                <a:lnTo>
                  <a:pt x="239" y="318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714240" y="5713920"/>
            <a:ext cx="25520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"The storm lives on in the pages."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6329160" y="1599840"/>
            <a:ext cx="5429520" cy="2510280"/>
          </a:xfrm>
          <a:custGeom>
            <a:avLst/>
            <a:gdLst/>
            <a:ahLst/>
            <a:rect l="0" t="0" r="r" b="b"/>
            <a:pathLst>
              <a:path w="15082" h="6973">
                <a:moveTo>
                  <a:pt x="0" y="6881"/>
                </a:moveTo>
                <a:lnTo>
                  <a:pt x="0" y="53"/>
                </a:lnTo>
                <a:cubicBezTo>
                  <a:pt x="0" y="46"/>
                  <a:pt x="2" y="40"/>
                  <a:pt x="7" y="33"/>
                </a:cubicBezTo>
                <a:cubicBezTo>
                  <a:pt x="12" y="27"/>
                  <a:pt x="18" y="21"/>
                  <a:pt x="27" y="16"/>
                </a:cubicBezTo>
                <a:cubicBezTo>
                  <a:pt x="36" y="11"/>
                  <a:pt x="46" y="7"/>
                  <a:pt x="57" y="5"/>
                </a:cubicBezTo>
                <a:cubicBezTo>
                  <a:pt x="69" y="2"/>
                  <a:pt x="80" y="0"/>
                  <a:pt x="93" y="0"/>
                </a:cubicBezTo>
                <a:lnTo>
                  <a:pt x="14990" y="0"/>
                </a:lnTo>
                <a:cubicBezTo>
                  <a:pt x="15002" y="0"/>
                  <a:pt x="15014" y="2"/>
                  <a:pt x="15025" y="5"/>
                </a:cubicBezTo>
                <a:cubicBezTo>
                  <a:pt x="15036" y="7"/>
                  <a:pt x="15047" y="11"/>
                  <a:pt x="15055" y="16"/>
                </a:cubicBezTo>
                <a:cubicBezTo>
                  <a:pt x="15064" y="21"/>
                  <a:pt x="15071" y="27"/>
                  <a:pt x="15075" y="33"/>
                </a:cubicBezTo>
                <a:cubicBezTo>
                  <a:pt x="15080" y="40"/>
                  <a:pt x="15082" y="46"/>
                  <a:pt x="15082" y="53"/>
                </a:cubicBezTo>
                <a:lnTo>
                  <a:pt x="15082" y="6881"/>
                </a:lnTo>
                <a:cubicBezTo>
                  <a:pt x="15082" y="6893"/>
                  <a:pt x="15080" y="6905"/>
                  <a:pt x="15075" y="6916"/>
                </a:cubicBezTo>
                <a:cubicBezTo>
                  <a:pt x="15071" y="6927"/>
                  <a:pt x="15064" y="6937"/>
                  <a:pt x="15055" y="6946"/>
                </a:cubicBezTo>
                <a:cubicBezTo>
                  <a:pt x="15047" y="6955"/>
                  <a:pt x="15036" y="6962"/>
                  <a:pt x="15025" y="6966"/>
                </a:cubicBezTo>
                <a:cubicBezTo>
                  <a:pt x="15014" y="6971"/>
                  <a:pt x="15002" y="6973"/>
                  <a:pt x="14990" y="6973"/>
                </a:cubicBezTo>
                <a:lnTo>
                  <a:pt x="93" y="6973"/>
                </a:lnTo>
                <a:cubicBezTo>
                  <a:pt x="80" y="6973"/>
                  <a:pt x="69" y="6971"/>
                  <a:pt x="57" y="6966"/>
                </a:cubicBezTo>
                <a:cubicBezTo>
                  <a:pt x="46" y="6962"/>
                  <a:pt x="36" y="6955"/>
                  <a:pt x="27" y="6946"/>
                </a:cubicBezTo>
                <a:cubicBezTo>
                  <a:pt x="18" y="6937"/>
                  <a:pt x="12" y="6927"/>
                  <a:pt x="7" y="6916"/>
                </a:cubicBezTo>
                <a:cubicBezTo>
                  <a:pt x="2" y="6905"/>
                  <a:pt x="0" y="6893"/>
                  <a:pt x="0" y="68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6329160" y="1581120"/>
            <a:ext cx="5429520" cy="38160"/>
          </a:xfrm>
          <a:custGeom>
            <a:avLst/>
            <a:gdLst/>
            <a:ahLst/>
            <a:rect l="0" t="0" r="r" b="b"/>
            <a:pathLst>
              <a:path w="15082" h="106">
                <a:moveTo>
                  <a:pt x="15069" y="106"/>
                </a:moveTo>
                <a:lnTo>
                  <a:pt x="13" y="106"/>
                </a:lnTo>
                <a:lnTo>
                  <a:pt x="0" y="53"/>
                </a:lnTo>
                <a:cubicBezTo>
                  <a:pt x="5" y="45"/>
                  <a:pt x="11" y="38"/>
                  <a:pt x="18" y="31"/>
                </a:cubicBezTo>
                <a:cubicBezTo>
                  <a:pt x="38" y="10"/>
                  <a:pt x="63" y="0"/>
                  <a:pt x="93" y="0"/>
                </a:cubicBezTo>
                <a:lnTo>
                  <a:pt x="14990" y="0"/>
                </a:lnTo>
                <a:cubicBezTo>
                  <a:pt x="15019" y="0"/>
                  <a:pt x="15044" y="10"/>
                  <a:pt x="15065" y="31"/>
                </a:cubicBezTo>
                <a:cubicBezTo>
                  <a:pt x="15072" y="38"/>
                  <a:pt x="15077" y="45"/>
                  <a:pt x="15082" y="53"/>
                </a:cubicBezTo>
                <a:lnTo>
                  <a:pt x="15069" y="106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6335640" y="4096800"/>
            <a:ext cx="5416920" cy="18000"/>
          </a:xfrm>
          <a:custGeom>
            <a:avLst/>
            <a:gdLst/>
            <a:ahLst/>
            <a:rect l="0" t="0" r="r" b="b"/>
            <a:pathLst>
              <a:path w="15047" h="50">
                <a:moveTo>
                  <a:pt x="19" y="0"/>
                </a:moveTo>
                <a:cubicBezTo>
                  <a:pt x="34" y="16"/>
                  <a:pt x="53" y="24"/>
                  <a:pt x="75" y="24"/>
                </a:cubicBezTo>
                <a:lnTo>
                  <a:pt x="14972" y="24"/>
                </a:lnTo>
                <a:cubicBezTo>
                  <a:pt x="14994" y="24"/>
                  <a:pt x="15012" y="16"/>
                  <a:pt x="15028" y="0"/>
                </a:cubicBezTo>
                <a:lnTo>
                  <a:pt x="15047" y="20"/>
                </a:lnTo>
                <a:cubicBezTo>
                  <a:pt x="15026" y="40"/>
                  <a:pt x="15001" y="50"/>
                  <a:pt x="14972" y="50"/>
                </a:cubicBezTo>
                <a:lnTo>
                  <a:pt x="75" y="50"/>
                </a:lnTo>
                <a:cubicBezTo>
                  <a:pt x="45" y="50"/>
                  <a:pt x="20" y="40"/>
                  <a:pt x="0" y="20"/>
                </a:cubicBezTo>
                <a:lnTo>
                  <a:pt x="19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11744640" y="1599840"/>
            <a:ext cx="19080" cy="2504520"/>
          </a:xfrm>
          <a:custGeom>
            <a:avLst/>
            <a:gdLst/>
            <a:ahLst/>
            <a:rect l="0" t="0" r="r" b="b"/>
            <a:pathLst>
              <a:path w="53" h="6957">
                <a:moveTo>
                  <a:pt x="0" y="6938"/>
                </a:moveTo>
                <a:cubicBezTo>
                  <a:pt x="1" y="6938"/>
                  <a:pt x="1" y="6937"/>
                  <a:pt x="2" y="6937"/>
                </a:cubicBezTo>
                <a:cubicBezTo>
                  <a:pt x="17" y="6921"/>
                  <a:pt x="25" y="6903"/>
                  <a:pt x="25" y="6881"/>
                </a:cubicBezTo>
                <a:lnTo>
                  <a:pt x="25" y="53"/>
                </a:lnTo>
                <a:lnTo>
                  <a:pt x="24" y="53"/>
                </a:lnTo>
                <a:lnTo>
                  <a:pt x="38" y="0"/>
                </a:lnTo>
                <a:cubicBezTo>
                  <a:pt x="48" y="16"/>
                  <a:pt x="53" y="34"/>
                  <a:pt x="53" y="53"/>
                </a:cubicBezTo>
                <a:lnTo>
                  <a:pt x="53" y="6881"/>
                </a:lnTo>
                <a:cubicBezTo>
                  <a:pt x="53" y="6910"/>
                  <a:pt x="41" y="6935"/>
                  <a:pt x="21" y="6956"/>
                </a:cubicBezTo>
                <a:cubicBezTo>
                  <a:pt x="20" y="6956"/>
                  <a:pt x="20" y="6956"/>
                  <a:pt x="19" y="6957"/>
                </a:cubicBezTo>
                <a:lnTo>
                  <a:pt x="0" y="6938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6324480" y="1599840"/>
            <a:ext cx="18720" cy="2504520"/>
          </a:xfrm>
          <a:custGeom>
            <a:avLst/>
            <a:gdLst/>
            <a:ahLst/>
            <a:rect l="0" t="0" r="r" b="b"/>
            <a:pathLst>
              <a:path w="52" h="6957">
                <a:moveTo>
                  <a:pt x="28" y="53"/>
                </a:moveTo>
                <a:lnTo>
                  <a:pt x="27" y="53"/>
                </a:lnTo>
                <a:lnTo>
                  <a:pt x="27" y="6881"/>
                </a:lnTo>
                <a:cubicBezTo>
                  <a:pt x="27" y="6903"/>
                  <a:pt x="35" y="6921"/>
                  <a:pt x="51" y="6937"/>
                </a:cubicBezTo>
                <a:cubicBezTo>
                  <a:pt x="51" y="6937"/>
                  <a:pt x="51" y="6938"/>
                  <a:pt x="52" y="6938"/>
                </a:cubicBezTo>
                <a:lnTo>
                  <a:pt x="33" y="6957"/>
                </a:lnTo>
                <a:cubicBezTo>
                  <a:pt x="33" y="6956"/>
                  <a:pt x="32" y="6956"/>
                  <a:pt x="32" y="6956"/>
                </a:cubicBezTo>
                <a:cubicBezTo>
                  <a:pt x="11" y="6935"/>
                  <a:pt x="0" y="6910"/>
                  <a:pt x="0" y="6881"/>
                </a:cubicBezTo>
                <a:lnTo>
                  <a:pt x="0" y="53"/>
                </a:lnTo>
                <a:cubicBezTo>
                  <a:pt x="0" y="34"/>
                  <a:pt x="5" y="16"/>
                  <a:pt x="15" y="0"/>
                </a:cubicBezTo>
                <a:lnTo>
                  <a:pt x="28" y="53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6486480" y="2304720"/>
            <a:ext cx="5115240" cy="10080"/>
          </a:xfrm>
          <a:custGeom>
            <a:avLst/>
            <a:gdLst/>
            <a:ahLst/>
            <a:rect l="0" t="0" r="r" b="b"/>
            <a:pathLst>
              <a:path w="14209" h="28">
                <a:moveTo>
                  <a:pt x="0" y="0"/>
                </a:moveTo>
                <a:lnTo>
                  <a:pt x="14209" y="0"/>
                </a:lnTo>
                <a:lnTo>
                  <a:pt x="142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6667560" y="946080"/>
            <a:ext cx="25995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Cinematic Adaptations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6486480" y="1788480"/>
            <a:ext cx="22143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f2937"/>
                </a:solidFill>
                <a:effectLst/>
                <a:uFillTx/>
                <a:latin typeface="Microsoft YaHei"/>
                <a:ea typeface="MicrosoftYaHei"/>
              </a:rPr>
              <a:t>Definitive Romance (1992)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52" name="" descr=""/>
          <p:cNvPicPr/>
          <p:nvPr/>
        </p:nvPicPr>
        <p:blipFill>
          <a:blip r:embed="rId2"/>
          <a:stretch/>
        </p:blipFill>
        <p:spPr>
          <a:xfrm>
            <a:off x="7962840" y="2428920"/>
            <a:ext cx="2161800" cy="152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3" name=""/>
          <p:cNvSpPr/>
          <p:nvPr/>
        </p:nvSpPr>
        <p:spPr>
          <a:xfrm>
            <a:off x="6329160" y="4410000"/>
            <a:ext cx="5429520" cy="1872000"/>
          </a:xfrm>
          <a:custGeom>
            <a:avLst/>
            <a:gdLst/>
            <a:ahLst/>
            <a:rect l="0" t="0" r="r" b="b"/>
            <a:pathLst>
              <a:path w="15082" h="5200">
                <a:moveTo>
                  <a:pt x="0" y="5107"/>
                </a:moveTo>
                <a:lnTo>
                  <a:pt x="0" y="53"/>
                </a:lnTo>
                <a:cubicBezTo>
                  <a:pt x="0" y="46"/>
                  <a:pt x="2" y="39"/>
                  <a:pt x="7" y="32"/>
                </a:cubicBezTo>
                <a:cubicBezTo>
                  <a:pt x="12" y="26"/>
                  <a:pt x="18" y="20"/>
                  <a:pt x="27" y="15"/>
                </a:cubicBezTo>
                <a:cubicBezTo>
                  <a:pt x="36" y="10"/>
                  <a:pt x="46" y="6"/>
                  <a:pt x="57" y="4"/>
                </a:cubicBezTo>
                <a:cubicBezTo>
                  <a:pt x="69" y="1"/>
                  <a:pt x="80" y="0"/>
                  <a:pt x="93" y="0"/>
                </a:cubicBezTo>
                <a:lnTo>
                  <a:pt x="14990" y="0"/>
                </a:lnTo>
                <a:cubicBezTo>
                  <a:pt x="15002" y="0"/>
                  <a:pt x="15014" y="1"/>
                  <a:pt x="15025" y="4"/>
                </a:cubicBezTo>
                <a:cubicBezTo>
                  <a:pt x="15036" y="6"/>
                  <a:pt x="15047" y="10"/>
                  <a:pt x="15055" y="15"/>
                </a:cubicBezTo>
                <a:cubicBezTo>
                  <a:pt x="15064" y="20"/>
                  <a:pt x="15071" y="26"/>
                  <a:pt x="15075" y="32"/>
                </a:cubicBezTo>
                <a:cubicBezTo>
                  <a:pt x="15080" y="39"/>
                  <a:pt x="15082" y="46"/>
                  <a:pt x="15082" y="53"/>
                </a:cubicBezTo>
                <a:lnTo>
                  <a:pt x="15082" y="5107"/>
                </a:lnTo>
                <a:cubicBezTo>
                  <a:pt x="15082" y="5119"/>
                  <a:pt x="15080" y="5131"/>
                  <a:pt x="15075" y="5143"/>
                </a:cubicBezTo>
                <a:cubicBezTo>
                  <a:pt x="15071" y="5154"/>
                  <a:pt x="15064" y="5164"/>
                  <a:pt x="15055" y="5173"/>
                </a:cubicBezTo>
                <a:cubicBezTo>
                  <a:pt x="15047" y="5181"/>
                  <a:pt x="15036" y="5188"/>
                  <a:pt x="15025" y="5193"/>
                </a:cubicBezTo>
                <a:cubicBezTo>
                  <a:pt x="15014" y="5197"/>
                  <a:pt x="15002" y="5200"/>
                  <a:pt x="14990" y="5200"/>
                </a:cubicBezTo>
                <a:lnTo>
                  <a:pt x="93" y="5200"/>
                </a:lnTo>
                <a:cubicBezTo>
                  <a:pt x="80" y="5200"/>
                  <a:pt x="69" y="5197"/>
                  <a:pt x="57" y="5193"/>
                </a:cubicBezTo>
                <a:cubicBezTo>
                  <a:pt x="46" y="5188"/>
                  <a:pt x="36" y="5181"/>
                  <a:pt x="27" y="5173"/>
                </a:cubicBezTo>
                <a:cubicBezTo>
                  <a:pt x="18" y="5164"/>
                  <a:pt x="12" y="5154"/>
                  <a:pt x="7" y="5143"/>
                </a:cubicBezTo>
                <a:cubicBezTo>
                  <a:pt x="2" y="5131"/>
                  <a:pt x="0" y="5119"/>
                  <a:pt x="0" y="510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6329160" y="4390920"/>
            <a:ext cx="5429520" cy="38520"/>
          </a:xfrm>
          <a:custGeom>
            <a:avLst/>
            <a:gdLst/>
            <a:ahLst/>
            <a:rect l="0" t="0" r="r" b="b"/>
            <a:pathLst>
              <a:path w="15082" h="107">
                <a:moveTo>
                  <a:pt x="15069" y="107"/>
                </a:moveTo>
                <a:lnTo>
                  <a:pt x="13" y="107"/>
                </a:lnTo>
                <a:lnTo>
                  <a:pt x="0" y="54"/>
                </a:lnTo>
                <a:cubicBezTo>
                  <a:pt x="5" y="46"/>
                  <a:pt x="11" y="39"/>
                  <a:pt x="18" y="31"/>
                </a:cubicBezTo>
                <a:cubicBezTo>
                  <a:pt x="38" y="10"/>
                  <a:pt x="63" y="0"/>
                  <a:pt x="93" y="0"/>
                </a:cubicBezTo>
                <a:lnTo>
                  <a:pt x="14990" y="0"/>
                </a:lnTo>
                <a:cubicBezTo>
                  <a:pt x="15019" y="0"/>
                  <a:pt x="15044" y="10"/>
                  <a:pt x="15065" y="31"/>
                </a:cubicBezTo>
                <a:cubicBezTo>
                  <a:pt x="15072" y="39"/>
                  <a:pt x="15077" y="46"/>
                  <a:pt x="15082" y="54"/>
                </a:cubicBezTo>
                <a:lnTo>
                  <a:pt x="15069" y="107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6335640" y="6268320"/>
            <a:ext cx="5416920" cy="18360"/>
          </a:xfrm>
          <a:custGeom>
            <a:avLst/>
            <a:gdLst/>
            <a:ahLst/>
            <a:rect l="0" t="0" r="r" b="b"/>
            <a:pathLst>
              <a:path w="15047" h="51">
                <a:moveTo>
                  <a:pt x="19" y="0"/>
                </a:moveTo>
                <a:cubicBezTo>
                  <a:pt x="34" y="17"/>
                  <a:pt x="53" y="25"/>
                  <a:pt x="75" y="25"/>
                </a:cubicBezTo>
                <a:lnTo>
                  <a:pt x="14972" y="25"/>
                </a:lnTo>
                <a:cubicBezTo>
                  <a:pt x="14994" y="25"/>
                  <a:pt x="15012" y="17"/>
                  <a:pt x="15028" y="0"/>
                </a:cubicBezTo>
                <a:lnTo>
                  <a:pt x="15047" y="20"/>
                </a:lnTo>
                <a:cubicBezTo>
                  <a:pt x="15026" y="41"/>
                  <a:pt x="15001" y="51"/>
                  <a:pt x="14972" y="51"/>
                </a:cubicBezTo>
                <a:lnTo>
                  <a:pt x="75" y="51"/>
                </a:lnTo>
                <a:cubicBezTo>
                  <a:pt x="45" y="51"/>
                  <a:pt x="20" y="41"/>
                  <a:pt x="0" y="20"/>
                </a:cubicBezTo>
                <a:lnTo>
                  <a:pt x="19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11744640" y="4410000"/>
            <a:ext cx="19080" cy="1865880"/>
          </a:xfrm>
          <a:custGeom>
            <a:avLst/>
            <a:gdLst/>
            <a:ahLst/>
            <a:rect l="0" t="0" r="r" b="b"/>
            <a:pathLst>
              <a:path w="53" h="5183">
                <a:moveTo>
                  <a:pt x="0" y="5165"/>
                </a:moveTo>
                <a:cubicBezTo>
                  <a:pt x="1" y="5164"/>
                  <a:pt x="1" y="5164"/>
                  <a:pt x="2" y="5163"/>
                </a:cubicBezTo>
                <a:cubicBezTo>
                  <a:pt x="17" y="5148"/>
                  <a:pt x="25" y="5129"/>
                  <a:pt x="25" y="5107"/>
                </a:cubicBezTo>
                <a:lnTo>
                  <a:pt x="25" y="53"/>
                </a:lnTo>
                <a:lnTo>
                  <a:pt x="24" y="53"/>
                </a:lnTo>
                <a:lnTo>
                  <a:pt x="38" y="0"/>
                </a:lnTo>
                <a:cubicBezTo>
                  <a:pt x="48" y="15"/>
                  <a:pt x="53" y="33"/>
                  <a:pt x="53" y="53"/>
                </a:cubicBezTo>
                <a:lnTo>
                  <a:pt x="53" y="5107"/>
                </a:lnTo>
                <a:cubicBezTo>
                  <a:pt x="53" y="5136"/>
                  <a:pt x="41" y="5161"/>
                  <a:pt x="21" y="5182"/>
                </a:cubicBezTo>
                <a:cubicBezTo>
                  <a:pt x="20" y="5182"/>
                  <a:pt x="20" y="5183"/>
                  <a:pt x="19" y="5183"/>
                </a:cubicBezTo>
                <a:lnTo>
                  <a:pt x="0" y="5165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6324480" y="4410000"/>
            <a:ext cx="18720" cy="1865880"/>
          </a:xfrm>
          <a:custGeom>
            <a:avLst/>
            <a:gdLst/>
            <a:ahLst/>
            <a:rect l="0" t="0" r="r" b="b"/>
            <a:pathLst>
              <a:path w="52" h="5183">
                <a:moveTo>
                  <a:pt x="28" y="53"/>
                </a:moveTo>
                <a:lnTo>
                  <a:pt x="27" y="53"/>
                </a:lnTo>
                <a:lnTo>
                  <a:pt x="27" y="5107"/>
                </a:lnTo>
                <a:cubicBezTo>
                  <a:pt x="27" y="5129"/>
                  <a:pt x="35" y="5148"/>
                  <a:pt x="51" y="5163"/>
                </a:cubicBezTo>
                <a:cubicBezTo>
                  <a:pt x="51" y="5164"/>
                  <a:pt x="51" y="5164"/>
                  <a:pt x="52" y="5165"/>
                </a:cubicBezTo>
                <a:lnTo>
                  <a:pt x="33" y="5183"/>
                </a:lnTo>
                <a:lnTo>
                  <a:pt x="32" y="5182"/>
                </a:lnTo>
                <a:cubicBezTo>
                  <a:pt x="11" y="5161"/>
                  <a:pt x="0" y="5136"/>
                  <a:pt x="0" y="5107"/>
                </a:cubicBezTo>
                <a:lnTo>
                  <a:pt x="0" y="53"/>
                </a:lnTo>
                <a:cubicBezTo>
                  <a:pt x="0" y="33"/>
                  <a:pt x="5" y="15"/>
                  <a:pt x="15" y="0"/>
                </a:cubicBezTo>
                <a:lnTo>
                  <a:pt x="28" y="53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6491160" y="4586040"/>
            <a:ext cx="1067040" cy="1533960"/>
          </a:xfrm>
          <a:custGeom>
            <a:avLst/>
            <a:gdLst/>
            <a:ahLst/>
            <a:rect l="0" t="0" r="r" b="b"/>
            <a:pathLst>
              <a:path fill="none" w="2964" h="4261">
                <a:moveTo>
                  <a:pt x="0" y="0"/>
                </a:moveTo>
                <a:lnTo>
                  <a:pt x="2964" y="0"/>
                </a:lnTo>
                <a:lnTo>
                  <a:pt x="2964" y="4261"/>
                </a:lnTo>
                <a:lnTo>
                  <a:pt x="0" y="4261"/>
                </a:lnTo>
                <a:lnTo>
                  <a:pt x="0" y="0"/>
                </a:lnTo>
              </a:path>
            </a:pathLst>
          </a:custGeom>
          <a:ln w="9360">
            <a:solidFill>
              <a:srgbClr val="f3f4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59" name="" descr=""/>
          <p:cNvPicPr/>
          <p:nvPr/>
        </p:nvPicPr>
        <p:blipFill>
          <a:blip r:embed="rId3"/>
          <a:stretch/>
        </p:blipFill>
        <p:spPr>
          <a:xfrm>
            <a:off x="6496200" y="4591080"/>
            <a:ext cx="1056960" cy="152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0" name=""/>
          <p:cNvSpPr txBox="1"/>
          <p:nvPr/>
        </p:nvSpPr>
        <p:spPr>
          <a:xfrm>
            <a:off x="6486480" y="2038680"/>
            <a:ext cx="2541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Microsoft YaHei"/>
                <a:ea typeface="MicrosoftYaHei"/>
              </a:rPr>
              <a:t>Starring Ralph Fiennes &amp; Juliette Binoche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7715160" y="4893480"/>
            <a:ext cx="25974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f2937"/>
                </a:solidFill>
                <a:effectLst/>
                <a:uFillTx/>
                <a:latin typeface="Microsoft YaHei"/>
                <a:ea typeface="MicrosoftYaHei"/>
              </a:rPr>
              <a:t>Reimagining the Author (2022)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7715160" y="5220000"/>
            <a:ext cx="538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The film 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8306280" y="5220000"/>
            <a:ext cx="34596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Emily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8610480" y="5220000"/>
            <a:ext cx="2877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 (starring Emma Mackey) explores the creative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7715160" y="57337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106" y="213"/>
                </a:moveTo>
                <a:cubicBezTo>
                  <a:pt x="120" y="213"/>
                  <a:pt x="133" y="210"/>
                  <a:pt x="146" y="205"/>
                </a:cubicBezTo>
                <a:cubicBezTo>
                  <a:pt x="159" y="200"/>
                  <a:pt x="170" y="192"/>
                  <a:pt x="180" y="182"/>
                </a:cubicBezTo>
                <a:cubicBezTo>
                  <a:pt x="190" y="172"/>
                  <a:pt x="199" y="161"/>
                  <a:pt x="204" y="148"/>
                </a:cubicBezTo>
                <a:cubicBezTo>
                  <a:pt x="210" y="135"/>
                  <a:pt x="212" y="121"/>
                  <a:pt x="212" y="107"/>
                </a:cubicBezTo>
                <a:cubicBezTo>
                  <a:pt x="212" y="93"/>
                  <a:pt x="210" y="80"/>
                  <a:pt x="204" y="67"/>
                </a:cubicBezTo>
                <a:cubicBezTo>
                  <a:pt x="199" y="54"/>
                  <a:pt x="190" y="42"/>
                  <a:pt x="180" y="32"/>
                </a:cubicBezTo>
                <a:cubicBezTo>
                  <a:pt x="170" y="22"/>
                  <a:pt x="159" y="15"/>
                  <a:pt x="146" y="9"/>
                </a:cubicBezTo>
                <a:cubicBezTo>
                  <a:pt x="133" y="3"/>
                  <a:pt x="120" y="0"/>
                  <a:pt x="106" y="0"/>
                </a:cubicBezTo>
                <a:cubicBezTo>
                  <a:pt x="92" y="0"/>
                  <a:pt x="78" y="3"/>
                  <a:pt x="65" y="9"/>
                </a:cubicBezTo>
                <a:cubicBezTo>
                  <a:pt x="52" y="15"/>
                  <a:pt x="41" y="22"/>
                  <a:pt x="31" y="32"/>
                </a:cubicBezTo>
                <a:cubicBezTo>
                  <a:pt x="21" y="42"/>
                  <a:pt x="13" y="54"/>
                  <a:pt x="8" y="67"/>
                </a:cubicBezTo>
                <a:cubicBezTo>
                  <a:pt x="2" y="80"/>
                  <a:pt x="0" y="93"/>
                  <a:pt x="0" y="107"/>
                </a:cubicBezTo>
                <a:cubicBezTo>
                  <a:pt x="0" y="121"/>
                  <a:pt x="2" y="135"/>
                  <a:pt x="8" y="148"/>
                </a:cubicBezTo>
                <a:cubicBezTo>
                  <a:pt x="13" y="161"/>
                  <a:pt x="21" y="172"/>
                  <a:pt x="31" y="182"/>
                </a:cubicBezTo>
                <a:cubicBezTo>
                  <a:pt x="41" y="192"/>
                  <a:pt x="52" y="200"/>
                  <a:pt x="65" y="205"/>
                </a:cubicBezTo>
                <a:cubicBezTo>
                  <a:pt x="78" y="210"/>
                  <a:pt x="92" y="213"/>
                  <a:pt x="106" y="213"/>
                </a:cubicBez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7715160" y="5410440"/>
            <a:ext cx="1961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fire that led to the masterpiece.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7829640" y="5678640"/>
            <a:ext cx="16232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00" strike="noStrike" u="none">
                <a:solidFill>
                  <a:srgbClr val="9ca3af"/>
                </a:solidFill>
                <a:effectLst/>
                <a:uFillTx/>
                <a:latin typeface="Microsoft YaHei"/>
                <a:ea typeface="MicrosoftYaHei"/>
              </a:rPr>
              <a:t>Modern Pop Culture Influence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11611080" y="6517800"/>
            <a:ext cx="1436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15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428400" y="761760"/>
            <a:ext cx="572040" cy="38520"/>
          </a:xfrm>
          <a:custGeom>
            <a:avLst/>
            <a:gdLst/>
            <a:ahLst/>
            <a:rect l="0" t="0" r="r" b="b"/>
            <a:pathLst>
              <a:path w="1589" h="107">
                <a:moveTo>
                  <a:pt x="0" y="0"/>
                </a:moveTo>
                <a:lnTo>
                  <a:pt x="1589" y="0"/>
                </a:lnTo>
                <a:lnTo>
                  <a:pt x="158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435600" y="990360"/>
            <a:ext cx="221760" cy="228960"/>
          </a:xfrm>
          <a:custGeom>
            <a:avLst/>
            <a:gdLst/>
            <a:ahLst/>
            <a:rect l="0" t="0" r="r" b="b"/>
            <a:pathLst>
              <a:path w="616" h="636">
                <a:moveTo>
                  <a:pt x="326" y="269"/>
                </a:moveTo>
                <a:lnTo>
                  <a:pt x="9" y="585"/>
                </a:lnTo>
                <a:cubicBezTo>
                  <a:pt x="-3" y="597"/>
                  <a:pt x="-3" y="616"/>
                  <a:pt x="9" y="627"/>
                </a:cubicBezTo>
                <a:cubicBezTo>
                  <a:pt x="20" y="639"/>
                  <a:pt x="39" y="639"/>
                  <a:pt x="51" y="627"/>
                </a:cubicBezTo>
                <a:lnTo>
                  <a:pt x="143" y="535"/>
                </a:lnTo>
                <a:cubicBezTo>
                  <a:pt x="153" y="540"/>
                  <a:pt x="162" y="545"/>
                  <a:pt x="173" y="548"/>
                </a:cubicBezTo>
                <a:cubicBezTo>
                  <a:pt x="229" y="563"/>
                  <a:pt x="315" y="565"/>
                  <a:pt x="400" y="509"/>
                </a:cubicBezTo>
                <a:cubicBezTo>
                  <a:pt x="415" y="499"/>
                  <a:pt x="408" y="477"/>
                  <a:pt x="389" y="477"/>
                </a:cubicBezTo>
                <a:lnTo>
                  <a:pt x="369" y="477"/>
                </a:lnTo>
                <a:cubicBezTo>
                  <a:pt x="363" y="477"/>
                  <a:pt x="358" y="472"/>
                  <a:pt x="358" y="466"/>
                </a:cubicBezTo>
                <a:cubicBezTo>
                  <a:pt x="358" y="461"/>
                  <a:pt x="361" y="457"/>
                  <a:pt x="366" y="455"/>
                </a:cubicBezTo>
                <a:lnTo>
                  <a:pt x="487" y="419"/>
                </a:lnTo>
                <a:cubicBezTo>
                  <a:pt x="491" y="418"/>
                  <a:pt x="495" y="415"/>
                  <a:pt x="498" y="411"/>
                </a:cubicBezTo>
                <a:cubicBezTo>
                  <a:pt x="503" y="403"/>
                  <a:pt x="508" y="395"/>
                  <a:pt x="513" y="387"/>
                </a:cubicBezTo>
                <a:cubicBezTo>
                  <a:pt x="521" y="374"/>
                  <a:pt x="511" y="358"/>
                  <a:pt x="497" y="358"/>
                </a:cubicBezTo>
                <a:lnTo>
                  <a:pt x="449" y="358"/>
                </a:lnTo>
                <a:cubicBezTo>
                  <a:pt x="442" y="358"/>
                  <a:pt x="437" y="353"/>
                  <a:pt x="437" y="347"/>
                </a:cubicBezTo>
                <a:cubicBezTo>
                  <a:pt x="437" y="342"/>
                  <a:pt x="441" y="338"/>
                  <a:pt x="445" y="336"/>
                </a:cubicBezTo>
                <a:lnTo>
                  <a:pt x="546" y="306"/>
                </a:lnTo>
                <a:cubicBezTo>
                  <a:pt x="551" y="304"/>
                  <a:pt x="556" y="300"/>
                  <a:pt x="558" y="294"/>
                </a:cubicBezTo>
                <a:cubicBezTo>
                  <a:pt x="594" y="203"/>
                  <a:pt x="611" y="108"/>
                  <a:pt x="616" y="46"/>
                </a:cubicBezTo>
                <a:cubicBezTo>
                  <a:pt x="617" y="34"/>
                  <a:pt x="612" y="21"/>
                  <a:pt x="604" y="13"/>
                </a:cubicBezTo>
                <a:cubicBezTo>
                  <a:pt x="595" y="4"/>
                  <a:pt x="583" y="-1"/>
                  <a:pt x="571" y="0"/>
                </a:cubicBezTo>
                <a:cubicBezTo>
                  <a:pt x="467" y="9"/>
                  <a:pt x="264" y="50"/>
                  <a:pt x="151" y="164"/>
                </a:cubicBezTo>
                <a:cubicBezTo>
                  <a:pt x="51" y="264"/>
                  <a:pt x="50" y="376"/>
                  <a:pt x="69" y="443"/>
                </a:cubicBezTo>
                <a:cubicBezTo>
                  <a:pt x="71" y="453"/>
                  <a:pt x="83" y="455"/>
                  <a:pt x="91" y="448"/>
                </a:cubicBezTo>
                <a:lnTo>
                  <a:pt x="295" y="244"/>
                </a:lnTo>
                <a:cubicBezTo>
                  <a:pt x="302" y="236"/>
                  <a:pt x="315" y="236"/>
                  <a:pt x="323" y="244"/>
                </a:cubicBezTo>
                <a:cubicBezTo>
                  <a:pt x="330" y="251"/>
                  <a:pt x="331" y="261"/>
                  <a:pt x="325" y="269"/>
                </a:cubicBezTo>
                <a:lnTo>
                  <a:pt x="326" y="269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428760" y="251280"/>
            <a:ext cx="1763280" cy="45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64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Thank You</a:t>
            </a:r>
            <a:endParaRPr b="0" lang="en-US" sz="26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456840" y="1852560"/>
            <a:ext cx="5406120" cy="2314800"/>
          </a:xfrm>
          <a:custGeom>
            <a:avLst/>
            <a:gdLst/>
            <a:ahLst/>
            <a:rect l="0" t="0" r="r" b="b"/>
            <a:pathLst>
              <a:path w="15017" h="6430">
                <a:moveTo>
                  <a:pt x="0" y="6430"/>
                </a:moveTo>
                <a:lnTo>
                  <a:pt x="0" y="0"/>
                </a:lnTo>
                <a:lnTo>
                  <a:pt x="14924" y="0"/>
                </a:lnTo>
                <a:cubicBezTo>
                  <a:pt x="14936" y="0"/>
                  <a:pt x="14948" y="2"/>
                  <a:pt x="14959" y="7"/>
                </a:cubicBezTo>
                <a:cubicBezTo>
                  <a:pt x="14971" y="11"/>
                  <a:pt x="14981" y="18"/>
                  <a:pt x="14989" y="27"/>
                </a:cubicBezTo>
                <a:cubicBezTo>
                  <a:pt x="14998" y="35"/>
                  <a:pt x="15005" y="45"/>
                  <a:pt x="15010" y="57"/>
                </a:cubicBezTo>
                <a:cubicBezTo>
                  <a:pt x="15014" y="68"/>
                  <a:pt x="15017" y="80"/>
                  <a:pt x="15017" y="92"/>
                </a:cubicBezTo>
                <a:lnTo>
                  <a:pt x="15017" y="6337"/>
                </a:lnTo>
                <a:cubicBezTo>
                  <a:pt x="15017" y="6350"/>
                  <a:pt x="15014" y="6362"/>
                  <a:pt x="15010" y="6373"/>
                </a:cubicBezTo>
                <a:cubicBezTo>
                  <a:pt x="15005" y="6384"/>
                  <a:pt x="14998" y="6394"/>
                  <a:pt x="14989" y="6403"/>
                </a:cubicBezTo>
                <a:cubicBezTo>
                  <a:pt x="14981" y="6412"/>
                  <a:pt x="14971" y="6418"/>
                  <a:pt x="14959" y="6423"/>
                </a:cubicBezTo>
                <a:cubicBezTo>
                  <a:pt x="14948" y="6428"/>
                  <a:pt x="14936" y="6430"/>
                  <a:pt x="14924" y="6430"/>
                </a:cubicBezTo>
                <a:lnTo>
                  <a:pt x="0" y="6430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428400" y="1847520"/>
            <a:ext cx="5428440" cy="18720"/>
          </a:xfrm>
          <a:custGeom>
            <a:avLst/>
            <a:gdLst/>
            <a:ahLst/>
            <a:rect l="0" t="0" r="r" b="b"/>
            <a:pathLst>
              <a:path w="15079" h="52">
                <a:moveTo>
                  <a:pt x="15060" y="52"/>
                </a:moveTo>
                <a:lnTo>
                  <a:pt x="15059" y="51"/>
                </a:lnTo>
                <a:cubicBezTo>
                  <a:pt x="15044" y="35"/>
                  <a:pt x="15025" y="27"/>
                  <a:pt x="15003" y="27"/>
                </a:cubicBezTo>
                <a:lnTo>
                  <a:pt x="159" y="27"/>
                </a:lnTo>
                <a:lnTo>
                  <a:pt x="0" y="1"/>
                </a:lnTo>
                <a:lnTo>
                  <a:pt x="0" y="0"/>
                </a:lnTo>
                <a:lnTo>
                  <a:pt x="15003" y="0"/>
                </a:lnTo>
                <a:cubicBezTo>
                  <a:pt x="15032" y="0"/>
                  <a:pt x="15057" y="11"/>
                  <a:pt x="15078" y="31"/>
                </a:cubicBezTo>
                <a:cubicBezTo>
                  <a:pt x="15078" y="32"/>
                  <a:pt x="15079" y="32"/>
                  <a:pt x="15079" y="33"/>
                </a:cubicBezTo>
                <a:lnTo>
                  <a:pt x="15060" y="52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428400" y="4153320"/>
            <a:ext cx="5428440" cy="18720"/>
          </a:xfrm>
          <a:custGeom>
            <a:avLst/>
            <a:gdLst/>
            <a:ahLst/>
            <a:rect l="0" t="0" r="r" b="b"/>
            <a:pathLst>
              <a:path w="15079" h="52">
                <a:moveTo>
                  <a:pt x="159" y="25"/>
                </a:moveTo>
                <a:lnTo>
                  <a:pt x="159" y="26"/>
                </a:lnTo>
                <a:lnTo>
                  <a:pt x="15003" y="26"/>
                </a:lnTo>
                <a:cubicBezTo>
                  <a:pt x="15025" y="26"/>
                  <a:pt x="15044" y="18"/>
                  <a:pt x="15059" y="2"/>
                </a:cubicBezTo>
                <a:cubicBezTo>
                  <a:pt x="15060" y="1"/>
                  <a:pt x="15060" y="1"/>
                  <a:pt x="15060" y="0"/>
                </a:cubicBezTo>
                <a:lnTo>
                  <a:pt x="15079" y="20"/>
                </a:lnTo>
                <a:lnTo>
                  <a:pt x="15078" y="21"/>
                </a:lnTo>
                <a:cubicBezTo>
                  <a:pt x="15057" y="42"/>
                  <a:pt x="15032" y="52"/>
                  <a:pt x="15003" y="52"/>
                </a:cubicBezTo>
                <a:lnTo>
                  <a:pt x="0" y="52"/>
                </a:lnTo>
                <a:lnTo>
                  <a:pt x="159" y="25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5849280" y="1858680"/>
            <a:ext cx="18360" cy="2302200"/>
          </a:xfrm>
          <a:custGeom>
            <a:avLst/>
            <a:gdLst/>
            <a:ahLst/>
            <a:rect l="0" t="0" r="r" b="b"/>
            <a:pathLst>
              <a:path w="51" h="6395">
                <a:moveTo>
                  <a:pt x="0" y="6377"/>
                </a:moveTo>
                <a:cubicBezTo>
                  <a:pt x="16" y="6361"/>
                  <a:pt x="23" y="6342"/>
                  <a:pt x="23" y="6320"/>
                </a:cubicBezTo>
                <a:lnTo>
                  <a:pt x="23" y="75"/>
                </a:lnTo>
                <a:cubicBezTo>
                  <a:pt x="23" y="53"/>
                  <a:pt x="16" y="35"/>
                  <a:pt x="0" y="19"/>
                </a:cubicBezTo>
                <a:lnTo>
                  <a:pt x="19" y="0"/>
                </a:lnTo>
                <a:cubicBezTo>
                  <a:pt x="39" y="21"/>
                  <a:pt x="51" y="46"/>
                  <a:pt x="51" y="75"/>
                </a:cubicBezTo>
                <a:lnTo>
                  <a:pt x="51" y="6320"/>
                </a:lnTo>
                <a:cubicBezTo>
                  <a:pt x="51" y="6350"/>
                  <a:pt x="39" y="6375"/>
                  <a:pt x="19" y="6395"/>
                </a:cubicBezTo>
                <a:lnTo>
                  <a:pt x="0" y="6377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790560" y="2215440"/>
            <a:ext cx="250200" cy="178920"/>
          </a:xfrm>
          <a:custGeom>
            <a:avLst/>
            <a:gdLst/>
            <a:ahLst/>
            <a:rect l="0" t="0" r="r" b="b"/>
            <a:pathLst>
              <a:path w="695" h="497">
                <a:moveTo>
                  <a:pt x="0" y="187"/>
                </a:moveTo>
                <a:cubicBezTo>
                  <a:pt x="0" y="85"/>
                  <a:pt x="83" y="0"/>
                  <a:pt x="186" y="0"/>
                </a:cubicBezTo>
                <a:lnTo>
                  <a:pt x="198" y="0"/>
                </a:lnTo>
                <a:cubicBezTo>
                  <a:pt x="225" y="0"/>
                  <a:pt x="249" y="23"/>
                  <a:pt x="249" y="51"/>
                </a:cubicBezTo>
                <a:cubicBezTo>
                  <a:pt x="249" y="78"/>
                  <a:pt x="225" y="101"/>
                  <a:pt x="198" y="101"/>
                </a:cubicBezTo>
                <a:lnTo>
                  <a:pt x="186" y="101"/>
                </a:lnTo>
                <a:cubicBezTo>
                  <a:pt x="138" y="101"/>
                  <a:pt x="99" y="140"/>
                  <a:pt x="99" y="187"/>
                </a:cubicBezTo>
                <a:lnTo>
                  <a:pt x="99" y="200"/>
                </a:lnTo>
                <a:lnTo>
                  <a:pt x="198" y="200"/>
                </a:lnTo>
                <a:cubicBezTo>
                  <a:pt x="254" y="200"/>
                  <a:pt x="298" y="244"/>
                  <a:pt x="298" y="299"/>
                </a:cubicBezTo>
                <a:lnTo>
                  <a:pt x="298" y="398"/>
                </a:lnTo>
                <a:cubicBezTo>
                  <a:pt x="298" y="453"/>
                  <a:pt x="254" y="497"/>
                  <a:pt x="198" y="497"/>
                </a:cubicBezTo>
                <a:lnTo>
                  <a:pt x="99" y="497"/>
                </a:lnTo>
                <a:cubicBezTo>
                  <a:pt x="44" y="497"/>
                  <a:pt x="0" y="453"/>
                  <a:pt x="0" y="398"/>
                </a:cubicBezTo>
                <a:lnTo>
                  <a:pt x="0" y="349"/>
                </a:lnTo>
                <a:lnTo>
                  <a:pt x="0" y="299"/>
                </a:lnTo>
                <a:lnTo>
                  <a:pt x="0" y="187"/>
                </a:lnTo>
                <a:moveTo>
                  <a:pt x="397" y="187"/>
                </a:moveTo>
                <a:cubicBezTo>
                  <a:pt x="397" y="85"/>
                  <a:pt x="481" y="0"/>
                  <a:pt x="583" y="0"/>
                </a:cubicBezTo>
                <a:lnTo>
                  <a:pt x="596" y="0"/>
                </a:lnTo>
                <a:cubicBezTo>
                  <a:pt x="623" y="0"/>
                  <a:pt x="645" y="23"/>
                  <a:pt x="645" y="51"/>
                </a:cubicBezTo>
                <a:cubicBezTo>
                  <a:pt x="645" y="78"/>
                  <a:pt x="623" y="101"/>
                  <a:pt x="596" y="101"/>
                </a:cubicBezTo>
                <a:lnTo>
                  <a:pt x="583" y="101"/>
                </a:lnTo>
                <a:cubicBezTo>
                  <a:pt x="536" y="101"/>
                  <a:pt x="497" y="140"/>
                  <a:pt x="497" y="187"/>
                </a:cubicBezTo>
                <a:lnTo>
                  <a:pt x="497" y="200"/>
                </a:lnTo>
                <a:lnTo>
                  <a:pt x="596" y="200"/>
                </a:lnTo>
                <a:cubicBezTo>
                  <a:pt x="651" y="200"/>
                  <a:pt x="695" y="244"/>
                  <a:pt x="695" y="299"/>
                </a:cubicBezTo>
                <a:lnTo>
                  <a:pt x="695" y="398"/>
                </a:lnTo>
                <a:cubicBezTo>
                  <a:pt x="695" y="453"/>
                  <a:pt x="651" y="497"/>
                  <a:pt x="596" y="497"/>
                </a:cubicBezTo>
                <a:lnTo>
                  <a:pt x="497" y="497"/>
                </a:lnTo>
                <a:cubicBezTo>
                  <a:pt x="442" y="497"/>
                  <a:pt x="397" y="453"/>
                  <a:pt x="397" y="398"/>
                </a:cubicBezTo>
                <a:lnTo>
                  <a:pt x="397" y="349"/>
                </a:lnTo>
                <a:lnTo>
                  <a:pt x="397" y="299"/>
                </a:lnTo>
                <a:lnTo>
                  <a:pt x="397" y="187"/>
                </a:lnTo>
                <a:close/>
              </a:path>
            </a:pathLst>
          </a:custGeom>
          <a:solidFill>
            <a:srgbClr val="bfdb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771480" y="946080"/>
            <a:ext cx="185832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Closing Thought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790560" y="2648520"/>
            <a:ext cx="45327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679" strike="noStrike" u="none">
                <a:solidFill>
                  <a:srgbClr val="334155"/>
                </a:solidFill>
                <a:effectLst/>
                <a:uFillTx/>
                <a:latin typeface="Microsoft YaHei"/>
                <a:ea typeface="Times New Roman"/>
              </a:rPr>
              <a:t>"He's more myself than I am. Whatever our souls are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790560" y="2991240"/>
            <a:ext cx="31658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679" strike="noStrike" u="none">
                <a:solidFill>
                  <a:srgbClr val="334155"/>
                </a:solidFill>
                <a:effectLst/>
                <a:uFillTx/>
                <a:latin typeface="Microsoft YaHei"/>
                <a:ea typeface="Times New Roman"/>
              </a:rPr>
              <a:t>made of, his and mine are the same."</a:t>
            </a:r>
            <a:endParaRPr b="0" lang="en-US" sz="16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4364280" y="3447000"/>
            <a:ext cx="116532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a56db"/>
                </a:solidFill>
                <a:effectLst/>
                <a:uFillTx/>
                <a:latin typeface="Microsoft YaHei"/>
                <a:ea typeface="MicrosoftYaHei"/>
              </a:rPr>
              <a:t>— Emily Brontë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433080" y="4924080"/>
            <a:ext cx="5429880" cy="1091160"/>
          </a:xfrm>
          <a:custGeom>
            <a:avLst/>
            <a:gdLst/>
            <a:ahLst/>
            <a:rect l="0" t="0" r="r" b="b"/>
            <a:pathLst>
              <a:path w="15083" h="3031">
                <a:moveTo>
                  <a:pt x="0" y="2937"/>
                </a:moveTo>
                <a:lnTo>
                  <a:pt x="0" y="53"/>
                </a:lnTo>
                <a:cubicBezTo>
                  <a:pt x="0" y="46"/>
                  <a:pt x="3" y="40"/>
                  <a:pt x="7" y="33"/>
                </a:cubicBezTo>
                <a:cubicBezTo>
                  <a:pt x="12" y="27"/>
                  <a:pt x="19" y="21"/>
                  <a:pt x="27" y="16"/>
                </a:cubicBezTo>
                <a:cubicBezTo>
                  <a:pt x="36" y="11"/>
                  <a:pt x="46" y="7"/>
                  <a:pt x="58" y="4"/>
                </a:cubicBezTo>
                <a:cubicBezTo>
                  <a:pt x="69" y="2"/>
                  <a:pt x="81" y="0"/>
                  <a:pt x="93" y="0"/>
                </a:cubicBezTo>
                <a:lnTo>
                  <a:pt x="14990" y="0"/>
                </a:lnTo>
                <a:cubicBezTo>
                  <a:pt x="15002" y="0"/>
                  <a:pt x="15014" y="2"/>
                  <a:pt x="15025" y="4"/>
                </a:cubicBezTo>
                <a:cubicBezTo>
                  <a:pt x="15037" y="7"/>
                  <a:pt x="15047" y="11"/>
                  <a:pt x="15055" y="16"/>
                </a:cubicBezTo>
                <a:cubicBezTo>
                  <a:pt x="15064" y="21"/>
                  <a:pt x="15071" y="27"/>
                  <a:pt x="15076" y="33"/>
                </a:cubicBezTo>
                <a:cubicBezTo>
                  <a:pt x="15080" y="40"/>
                  <a:pt x="15083" y="46"/>
                  <a:pt x="15083" y="53"/>
                </a:cubicBezTo>
                <a:lnTo>
                  <a:pt x="15083" y="2937"/>
                </a:lnTo>
                <a:cubicBezTo>
                  <a:pt x="15083" y="2950"/>
                  <a:pt x="15080" y="2961"/>
                  <a:pt x="15076" y="2973"/>
                </a:cubicBezTo>
                <a:cubicBezTo>
                  <a:pt x="15071" y="2985"/>
                  <a:pt x="15064" y="2995"/>
                  <a:pt x="15055" y="3004"/>
                </a:cubicBezTo>
                <a:cubicBezTo>
                  <a:pt x="15047" y="3012"/>
                  <a:pt x="15037" y="3019"/>
                  <a:pt x="15025" y="3024"/>
                </a:cubicBezTo>
                <a:cubicBezTo>
                  <a:pt x="15014" y="3029"/>
                  <a:pt x="15002" y="3031"/>
                  <a:pt x="14990" y="3031"/>
                </a:cubicBezTo>
                <a:lnTo>
                  <a:pt x="93" y="3031"/>
                </a:lnTo>
                <a:cubicBezTo>
                  <a:pt x="81" y="3031"/>
                  <a:pt x="69" y="3029"/>
                  <a:pt x="58" y="3024"/>
                </a:cubicBezTo>
                <a:cubicBezTo>
                  <a:pt x="46" y="3019"/>
                  <a:pt x="36" y="3012"/>
                  <a:pt x="27" y="3004"/>
                </a:cubicBezTo>
                <a:cubicBezTo>
                  <a:pt x="19" y="2995"/>
                  <a:pt x="12" y="2985"/>
                  <a:pt x="7" y="2973"/>
                </a:cubicBezTo>
                <a:cubicBezTo>
                  <a:pt x="3" y="2961"/>
                  <a:pt x="0" y="2950"/>
                  <a:pt x="0" y="293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428400" y="4905360"/>
            <a:ext cx="5439240" cy="1114560"/>
          </a:xfrm>
          <a:custGeom>
            <a:avLst/>
            <a:gdLst/>
            <a:ahLst/>
            <a:rect l="0" t="0" r="r" b="b"/>
            <a:pathLst>
              <a:path w="15109" h="3096">
                <a:moveTo>
                  <a:pt x="0" y="0"/>
                </a:moveTo>
                <a:lnTo>
                  <a:pt x="15109" y="0"/>
                </a:lnTo>
                <a:lnTo>
                  <a:pt x="15109" y="3096"/>
                </a:lnTo>
                <a:lnTo>
                  <a:pt x="0" y="3096"/>
                </a:lnTo>
                <a:lnTo>
                  <a:pt x="0" y="0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446400" y="5995800"/>
            <a:ext cx="5403240" cy="14760"/>
          </a:xfrm>
          <a:custGeom>
            <a:avLst/>
            <a:gdLst/>
            <a:ahLst/>
            <a:rect l="0" t="0" r="r" b="b"/>
            <a:pathLst>
              <a:path w="15009" h="41">
                <a:moveTo>
                  <a:pt x="16" y="0"/>
                </a:moveTo>
                <a:lnTo>
                  <a:pt x="14993" y="0"/>
                </a:lnTo>
                <a:lnTo>
                  <a:pt x="15009" y="16"/>
                </a:lnTo>
                <a:cubicBezTo>
                  <a:pt x="14994" y="33"/>
                  <a:pt x="14975" y="41"/>
                  <a:pt x="14953" y="41"/>
                </a:cubicBezTo>
                <a:lnTo>
                  <a:pt x="56" y="41"/>
                </a:lnTo>
                <a:cubicBezTo>
                  <a:pt x="34" y="41"/>
                  <a:pt x="15" y="33"/>
                  <a:pt x="0" y="16"/>
                </a:cubicBezTo>
                <a:lnTo>
                  <a:pt x="16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5843520" y="4943160"/>
            <a:ext cx="14400" cy="1059480"/>
          </a:xfrm>
          <a:custGeom>
            <a:avLst/>
            <a:gdLst/>
            <a:ahLst/>
            <a:rect l="0" t="0" r="r" b="b"/>
            <a:pathLst>
              <a:path w="40" h="2943">
                <a:moveTo>
                  <a:pt x="0" y="2928"/>
                </a:moveTo>
                <a:lnTo>
                  <a:pt x="0" y="156"/>
                </a:lnTo>
                <a:lnTo>
                  <a:pt x="40" y="0"/>
                </a:lnTo>
                <a:lnTo>
                  <a:pt x="40" y="2885"/>
                </a:lnTo>
                <a:cubicBezTo>
                  <a:pt x="40" y="2907"/>
                  <a:pt x="33" y="2926"/>
                  <a:pt x="17" y="2941"/>
                </a:cubicBezTo>
                <a:cubicBezTo>
                  <a:pt x="17" y="2942"/>
                  <a:pt x="16" y="2942"/>
                  <a:pt x="16" y="2943"/>
                </a:cubicBezTo>
                <a:lnTo>
                  <a:pt x="0" y="2928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438120" y="4943160"/>
            <a:ext cx="14400" cy="1059480"/>
          </a:xfrm>
          <a:custGeom>
            <a:avLst/>
            <a:gdLst/>
            <a:ahLst/>
            <a:rect l="0" t="0" r="r" b="b"/>
            <a:pathLst>
              <a:path w="40" h="2943">
                <a:moveTo>
                  <a:pt x="40" y="156"/>
                </a:moveTo>
                <a:lnTo>
                  <a:pt x="40" y="2928"/>
                </a:lnTo>
                <a:lnTo>
                  <a:pt x="25" y="2943"/>
                </a:lnTo>
                <a:cubicBezTo>
                  <a:pt x="25" y="2942"/>
                  <a:pt x="24" y="2942"/>
                  <a:pt x="24" y="2941"/>
                </a:cubicBezTo>
                <a:cubicBezTo>
                  <a:pt x="7" y="2926"/>
                  <a:pt x="0" y="2907"/>
                  <a:pt x="0" y="2885"/>
                </a:cubicBezTo>
                <a:lnTo>
                  <a:pt x="0" y="0"/>
                </a:lnTo>
                <a:lnTo>
                  <a:pt x="40" y="156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599760" y="5305320"/>
            <a:ext cx="343440" cy="343080"/>
          </a:xfrm>
          <a:custGeom>
            <a:avLst/>
            <a:gdLst/>
            <a:ahLst/>
            <a:rect l="0" t="0" r="r" b="b"/>
            <a:pathLst>
              <a:path w="954" h="953">
                <a:moveTo>
                  <a:pt x="0" y="768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4"/>
                  <a:pt x="55" y="55"/>
                </a:cubicBezTo>
                <a:cubicBezTo>
                  <a:pt x="63" y="46"/>
                  <a:pt x="73" y="39"/>
                  <a:pt x="83" y="32"/>
                </a:cubicBezTo>
                <a:cubicBezTo>
                  <a:pt x="93" y="25"/>
                  <a:pt x="103" y="20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769" y="0"/>
                </a:lnTo>
                <a:cubicBezTo>
                  <a:pt x="781" y="0"/>
                  <a:pt x="793" y="1"/>
                  <a:pt x="805" y="3"/>
                </a:cubicBezTo>
                <a:cubicBezTo>
                  <a:pt x="817" y="6"/>
                  <a:pt x="828" y="9"/>
                  <a:pt x="840" y="14"/>
                </a:cubicBezTo>
                <a:cubicBezTo>
                  <a:pt x="851" y="20"/>
                  <a:pt x="861" y="25"/>
                  <a:pt x="872" y="32"/>
                </a:cubicBezTo>
                <a:cubicBezTo>
                  <a:pt x="882" y="39"/>
                  <a:pt x="891" y="46"/>
                  <a:pt x="900" y="55"/>
                </a:cubicBezTo>
                <a:cubicBezTo>
                  <a:pt x="908" y="64"/>
                  <a:pt x="916" y="73"/>
                  <a:pt x="923" y="83"/>
                </a:cubicBezTo>
                <a:cubicBezTo>
                  <a:pt x="929" y="93"/>
                  <a:pt x="935" y="104"/>
                  <a:pt x="940" y="115"/>
                </a:cubicBezTo>
                <a:cubicBezTo>
                  <a:pt x="944" y="126"/>
                  <a:pt x="948" y="138"/>
                  <a:pt x="950" y="150"/>
                </a:cubicBezTo>
                <a:cubicBezTo>
                  <a:pt x="953" y="162"/>
                  <a:pt x="954" y="174"/>
                  <a:pt x="954" y="186"/>
                </a:cubicBezTo>
                <a:lnTo>
                  <a:pt x="954" y="768"/>
                </a:lnTo>
                <a:cubicBezTo>
                  <a:pt x="954" y="780"/>
                  <a:pt x="953" y="792"/>
                  <a:pt x="950" y="804"/>
                </a:cubicBezTo>
                <a:cubicBezTo>
                  <a:pt x="948" y="816"/>
                  <a:pt x="944" y="828"/>
                  <a:pt x="940" y="839"/>
                </a:cubicBezTo>
                <a:cubicBezTo>
                  <a:pt x="935" y="850"/>
                  <a:pt x="929" y="861"/>
                  <a:pt x="923" y="871"/>
                </a:cubicBezTo>
                <a:cubicBezTo>
                  <a:pt x="916" y="881"/>
                  <a:pt x="908" y="890"/>
                  <a:pt x="900" y="899"/>
                </a:cubicBezTo>
                <a:cubicBezTo>
                  <a:pt x="891" y="908"/>
                  <a:pt x="882" y="915"/>
                  <a:pt x="872" y="922"/>
                </a:cubicBezTo>
                <a:cubicBezTo>
                  <a:pt x="861" y="929"/>
                  <a:pt x="851" y="935"/>
                  <a:pt x="840" y="939"/>
                </a:cubicBezTo>
                <a:cubicBezTo>
                  <a:pt x="828" y="944"/>
                  <a:pt x="817" y="947"/>
                  <a:pt x="805" y="950"/>
                </a:cubicBezTo>
                <a:cubicBezTo>
                  <a:pt x="793" y="952"/>
                  <a:pt x="781" y="953"/>
                  <a:pt x="769" y="953"/>
                </a:cubicBezTo>
                <a:lnTo>
                  <a:pt x="186" y="953"/>
                </a:lnTo>
                <a:cubicBezTo>
                  <a:pt x="173" y="953"/>
                  <a:pt x="161" y="952"/>
                  <a:pt x="149" y="950"/>
                </a:cubicBezTo>
                <a:cubicBezTo>
                  <a:pt x="138" y="947"/>
                  <a:pt x="126" y="944"/>
                  <a:pt x="115" y="939"/>
                </a:cubicBezTo>
                <a:cubicBezTo>
                  <a:pt x="103" y="935"/>
                  <a:pt x="93" y="929"/>
                  <a:pt x="83" y="922"/>
                </a:cubicBezTo>
                <a:cubicBezTo>
                  <a:pt x="73" y="915"/>
                  <a:pt x="63" y="908"/>
                  <a:pt x="55" y="899"/>
                </a:cubicBezTo>
                <a:cubicBezTo>
                  <a:pt x="46" y="890"/>
                  <a:pt x="38" y="881"/>
                  <a:pt x="32" y="871"/>
                </a:cubicBezTo>
                <a:cubicBezTo>
                  <a:pt x="25" y="861"/>
                  <a:pt x="19" y="850"/>
                  <a:pt x="14" y="839"/>
                </a:cubicBezTo>
                <a:cubicBezTo>
                  <a:pt x="10" y="828"/>
                  <a:pt x="6" y="816"/>
                  <a:pt x="4" y="804"/>
                </a:cubicBezTo>
                <a:cubicBezTo>
                  <a:pt x="2" y="792"/>
                  <a:pt x="0" y="780"/>
                  <a:pt x="0" y="768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599760" y="5305320"/>
            <a:ext cx="343440" cy="343080"/>
          </a:xfrm>
          <a:custGeom>
            <a:avLst/>
            <a:gdLst/>
            <a:ahLst/>
            <a:rect l="0" t="0" r="r" b="b"/>
            <a:pathLst>
              <a:path fill="none" w="954" h="953">
                <a:moveTo>
                  <a:pt x="0" y="768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4"/>
                  <a:pt x="55" y="55"/>
                </a:cubicBezTo>
                <a:cubicBezTo>
                  <a:pt x="63" y="46"/>
                  <a:pt x="73" y="39"/>
                  <a:pt x="83" y="32"/>
                </a:cubicBezTo>
                <a:cubicBezTo>
                  <a:pt x="93" y="25"/>
                  <a:pt x="103" y="20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769" y="0"/>
                </a:lnTo>
                <a:cubicBezTo>
                  <a:pt x="781" y="0"/>
                  <a:pt x="793" y="1"/>
                  <a:pt x="805" y="3"/>
                </a:cubicBezTo>
                <a:cubicBezTo>
                  <a:pt x="817" y="6"/>
                  <a:pt x="828" y="9"/>
                  <a:pt x="840" y="14"/>
                </a:cubicBezTo>
                <a:cubicBezTo>
                  <a:pt x="851" y="20"/>
                  <a:pt x="861" y="25"/>
                  <a:pt x="872" y="32"/>
                </a:cubicBezTo>
                <a:cubicBezTo>
                  <a:pt x="882" y="39"/>
                  <a:pt x="891" y="46"/>
                  <a:pt x="900" y="55"/>
                </a:cubicBezTo>
                <a:cubicBezTo>
                  <a:pt x="908" y="64"/>
                  <a:pt x="916" y="73"/>
                  <a:pt x="923" y="83"/>
                </a:cubicBezTo>
                <a:cubicBezTo>
                  <a:pt x="929" y="93"/>
                  <a:pt x="935" y="104"/>
                  <a:pt x="940" y="115"/>
                </a:cubicBezTo>
                <a:cubicBezTo>
                  <a:pt x="944" y="126"/>
                  <a:pt x="948" y="138"/>
                  <a:pt x="950" y="150"/>
                </a:cubicBezTo>
                <a:cubicBezTo>
                  <a:pt x="953" y="162"/>
                  <a:pt x="954" y="174"/>
                  <a:pt x="954" y="186"/>
                </a:cubicBezTo>
                <a:lnTo>
                  <a:pt x="954" y="768"/>
                </a:lnTo>
                <a:cubicBezTo>
                  <a:pt x="954" y="780"/>
                  <a:pt x="953" y="792"/>
                  <a:pt x="950" y="804"/>
                </a:cubicBezTo>
                <a:cubicBezTo>
                  <a:pt x="948" y="816"/>
                  <a:pt x="944" y="828"/>
                  <a:pt x="940" y="839"/>
                </a:cubicBezTo>
                <a:cubicBezTo>
                  <a:pt x="935" y="850"/>
                  <a:pt x="929" y="861"/>
                  <a:pt x="923" y="871"/>
                </a:cubicBezTo>
                <a:cubicBezTo>
                  <a:pt x="916" y="881"/>
                  <a:pt x="908" y="890"/>
                  <a:pt x="900" y="899"/>
                </a:cubicBezTo>
                <a:cubicBezTo>
                  <a:pt x="891" y="908"/>
                  <a:pt x="882" y="915"/>
                  <a:pt x="872" y="922"/>
                </a:cubicBezTo>
                <a:cubicBezTo>
                  <a:pt x="861" y="929"/>
                  <a:pt x="851" y="935"/>
                  <a:pt x="840" y="939"/>
                </a:cubicBezTo>
                <a:cubicBezTo>
                  <a:pt x="828" y="944"/>
                  <a:pt x="817" y="947"/>
                  <a:pt x="805" y="950"/>
                </a:cubicBezTo>
                <a:cubicBezTo>
                  <a:pt x="793" y="952"/>
                  <a:pt x="781" y="953"/>
                  <a:pt x="769" y="953"/>
                </a:cubicBezTo>
                <a:lnTo>
                  <a:pt x="186" y="953"/>
                </a:lnTo>
                <a:cubicBezTo>
                  <a:pt x="173" y="953"/>
                  <a:pt x="161" y="952"/>
                  <a:pt x="149" y="950"/>
                </a:cubicBezTo>
                <a:cubicBezTo>
                  <a:pt x="138" y="947"/>
                  <a:pt x="126" y="944"/>
                  <a:pt x="115" y="939"/>
                </a:cubicBezTo>
                <a:cubicBezTo>
                  <a:pt x="103" y="935"/>
                  <a:pt x="93" y="929"/>
                  <a:pt x="83" y="922"/>
                </a:cubicBezTo>
                <a:cubicBezTo>
                  <a:pt x="73" y="915"/>
                  <a:pt x="63" y="908"/>
                  <a:pt x="55" y="899"/>
                </a:cubicBezTo>
                <a:cubicBezTo>
                  <a:pt x="46" y="890"/>
                  <a:pt x="38" y="881"/>
                  <a:pt x="32" y="871"/>
                </a:cubicBezTo>
                <a:cubicBezTo>
                  <a:pt x="25" y="861"/>
                  <a:pt x="19" y="850"/>
                  <a:pt x="14" y="839"/>
                </a:cubicBezTo>
                <a:cubicBezTo>
                  <a:pt x="10" y="828"/>
                  <a:pt x="6" y="816"/>
                  <a:pt x="4" y="804"/>
                </a:cubicBezTo>
                <a:cubicBezTo>
                  <a:pt x="2" y="792"/>
                  <a:pt x="0" y="780"/>
                  <a:pt x="0" y="768"/>
                </a:cubicBezTo>
              </a:path>
            </a:pathLst>
          </a:custGeom>
          <a:ln w="18720">
            <a:solidFill>
              <a:srgbClr val="dbeaf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676080" y="5401440"/>
            <a:ext cx="188640" cy="144360"/>
          </a:xfrm>
          <a:custGeom>
            <a:avLst/>
            <a:gdLst/>
            <a:ahLst/>
            <a:rect l="0" t="0" r="r" b="b"/>
            <a:pathLst>
              <a:path w="524" h="401">
                <a:moveTo>
                  <a:pt x="227" y="400"/>
                </a:moveTo>
                <a:cubicBezTo>
                  <a:pt x="237" y="404"/>
                  <a:pt x="247" y="397"/>
                  <a:pt x="247" y="385"/>
                </a:cubicBezTo>
                <a:lnTo>
                  <a:pt x="247" y="42"/>
                </a:lnTo>
                <a:cubicBezTo>
                  <a:pt x="247" y="39"/>
                  <a:pt x="246" y="35"/>
                  <a:pt x="243" y="32"/>
                </a:cubicBezTo>
                <a:cubicBezTo>
                  <a:pt x="225" y="18"/>
                  <a:pt x="184" y="0"/>
                  <a:pt x="131" y="0"/>
                </a:cubicBezTo>
                <a:cubicBezTo>
                  <a:pt x="85" y="0"/>
                  <a:pt x="42" y="12"/>
                  <a:pt x="16" y="22"/>
                </a:cubicBezTo>
                <a:cubicBezTo>
                  <a:pt x="6" y="26"/>
                  <a:pt x="0" y="36"/>
                  <a:pt x="0" y="47"/>
                </a:cubicBezTo>
                <a:lnTo>
                  <a:pt x="0" y="384"/>
                </a:lnTo>
                <a:cubicBezTo>
                  <a:pt x="0" y="394"/>
                  <a:pt x="12" y="403"/>
                  <a:pt x="22" y="400"/>
                </a:cubicBezTo>
                <a:cubicBezTo>
                  <a:pt x="51" y="389"/>
                  <a:pt x="96" y="378"/>
                  <a:pt x="131" y="378"/>
                </a:cubicBezTo>
                <a:cubicBezTo>
                  <a:pt x="162" y="378"/>
                  <a:pt x="203" y="391"/>
                  <a:pt x="227" y="400"/>
                </a:cubicBezTo>
                <a:moveTo>
                  <a:pt x="297" y="400"/>
                </a:moveTo>
                <a:cubicBezTo>
                  <a:pt x="321" y="391"/>
                  <a:pt x="362" y="378"/>
                  <a:pt x="393" y="378"/>
                </a:cubicBezTo>
                <a:cubicBezTo>
                  <a:pt x="428" y="378"/>
                  <a:pt x="473" y="389"/>
                  <a:pt x="503" y="400"/>
                </a:cubicBezTo>
                <a:cubicBezTo>
                  <a:pt x="513" y="403"/>
                  <a:pt x="524" y="394"/>
                  <a:pt x="524" y="384"/>
                </a:cubicBezTo>
                <a:lnTo>
                  <a:pt x="524" y="47"/>
                </a:lnTo>
                <a:cubicBezTo>
                  <a:pt x="524" y="36"/>
                  <a:pt x="518" y="26"/>
                  <a:pt x="508" y="22"/>
                </a:cubicBezTo>
                <a:cubicBezTo>
                  <a:pt x="482" y="12"/>
                  <a:pt x="438" y="0"/>
                  <a:pt x="393" y="0"/>
                </a:cubicBezTo>
                <a:cubicBezTo>
                  <a:pt x="340" y="0"/>
                  <a:pt x="299" y="18"/>
                  <a:pt x="281" y="32"/>
                </a:cubicBezTo>
                <a:cubicBezTo>
                  <a:pt x="278" y="35"/>
                  <a:pt x="276" y="39"/>
                  <a:pt x="276" y="42"/>
                </a:cubicBezTo>
                <a:lnTo>
                  <a:pt x="276" y="385"/>
                </a:lnTo>
                <a:cubicBezTo>
                  <a:pt x="276" y="397"/>
                  <a:pt x="287" y="404"/>
                  <a:pt x="297" y="400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4341240" y="3667320"/>
            <a:ext cx="1179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Microsoft YaHei"/>
                <a:ea typeface="MicrosoftYaHei"/>
              </a:rPr>
              <a:t>Wuthering Heights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1104840" y="5112720"/>
            <a:ext cx="5936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Legacy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1104840" y="5409360"/>
            <a:ext cx="4347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 timeless exploration of human passion and the wildness of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6324480" y="990360"/>
            <a:ext cx="286200" cy="229320"/>
          </a:xfrm>
          <a:custGeom>
            <a:avLst/>
            <a:gdLst/>
            <a:ahLst/>
            <a:rect l="0" t="0" r="r" b="b"/>
            <a:pathLst>
              <a:path w="795" h="637">
                <a:moveTo>
                  <a:pt x="258" y="438"/>
                </a:moveTo>
                <a:cubicBezTo>
                  <a:pt x="401" y="438"/>
                  <a:pt x="517" y="340"/>
                  <a:pt x="517" y="218"/>
                </a:cubicBezTo>
                <a:cubicBezTo>
                  <a:pt x="517" y="98"/>
                  <a:pt x="401" y="0"/>
                  <a:pt x="258" y="0"/>
                </a:cubicBezTo>
                <a:cubicBezTo>
                  <a:pt x="115" y="0"/>
                  <a:pt x="0" y="98"/>
                  <a:pt x="0" y="218"/>
                </a:cubicBezTo>
                <a:cubicBezTo>
                  <a:pt x="0" y="267"/>
                  <a:pt x="18" y="312"/>
                  <a:pt x="49" y="348"/>
                </a:cubicBezTo>
                <a:cubicBezTo>
                  <a:pt x="45" y="359"/>
                  <a:pt x="38" y="370"/>
                  <a:pt x="31" y="378"/>
                </a:cubicBezTo>
                <a:cubicBezTo>
                  <a:pt x="25" y="386"/>
                  <a:pt x="19" y="392"/>
                  <a:pt x="15" y="396"/>
                </a:cubicBezTo>
                <a:cubicBezTo>
                  <a:pt x="13" y="398"/>
                  <a:pt x="11" y="400"/>
                  <a:pt x="10" y="401"/>
                </a:cubicBezTo>
                <a:cubicBezTo>
                  <a:pt x="9" y="401"/>
                  <a:pt x="8" y="402"/>
                  <a:pt x="8" y="402"/>
                </a:cubicBezTo>
                <a:cubicBezTo>
                  <a:pt x="1" y="407"/>
                  <a:pt x="-2" y="416"/>
                  <a:pt x="1" y="424"/>
                </a:cubicBezTo>
                <a:cubicBezTo>
                  <a:pt x="4" y="432"/>
                  <a:pt x="11" y="438"/>
                  <a:pt x="20" y="438"/>
                </a:cubicBezTo>
                <a:cubicBezTo>
                  <a:pt x="47" y="438"/>
                  <a:pt x="74" y="431"/>
                  <a:pt x="97" y="422"/>
                </a:cubicBezTo>
                <a:cubicBezTo>
                  <a:pt x="108" y="418"/>
                  <a:pt x="119" y="413"/>
                  <a:pt x="128" y="408"/>
                </a:cubicBezTo>
                <a:cubicBezTo>
                  <a:pt x="166" y="427"/>
                  <a:pt x="210" y="438"/>
                  <a:pt x="258" y="438"/>
                </a:cubicBezTo>
                <a:moveTo>
                  <a:pt x="556" y="218"/>
                </a:moveTo>
                <a:cubicBezTo>
                  <a:pt x="556" y="359"/>
                  <a:pt x="434" y="464"/>
                  <a:pt x="288" y="476"/>
                </a:cubicBezTo>
                <a:cubicBezTo>
                  <a:pt x="318" y="568"/>
                  <a:pt x="418" y="637"/>
                  <a:pt x="537" y="637"/>
                </a:cubicBezTo>
                <a:cubicBezTo>
                  <a:pt x="584" y="637"/>
                  <a:pt x="628" y="626"/>
                  <a:pt x="666" y="608"/>
                </a:cubicBezTo>
                <a:cubicBezTo>
                  <a:pt x="676" y="612"/>
                  <a:pt x="686" y="617"/>
                  <a:pt x="698" y="622"/>
                </a:cubicBezTo>
                <a:cubicBezTo>
                  <a:pt x="720" y="630"/>
                  <a:pt x="748" y="637"/>
                  <a:pt x="775" y="637"/>
                </a:cubicBezTo>
                <a:cubicBezTo>
                  <a:pt x="783" y="637"/>
                  <a:pt x="791" y="632"/>
                  <a:pt x="794" y="623"/>
                </a:cubicBezTo>
                <a:cubicBezTo>
                  <a:pt x="796" y="615"/>
                  <a:pt x="793" y="606"/>
                  <a:pt x="786" y="601"/>
                </a:cubicBezTo>
                <a:lnTo>
                  <a:pt x="785" y="600"/>
                </a:lnTo>
                <a:cubicBezTo>
                  <a:pt x="784" y="599"/>
                  <a:pt x="782" y="597"/>
                  <a:pt x="779" y="595"/>
                </a:cubicBezTo>
                <a:cubicBezTo>
                  <a:pt x="775" y="591"/>
                  <a:pt x="769" y="585"/>
                  <a:pt x="763" y="577"/>
                </a:cubicBezTo>
                <a:cubicBezTo>
                  <a:pt x="756" y="568"/>
                  <a:pt x="750" y="558"/>
                  <a:pt x="745" y="546"/>
                </a:cubicBezTo>
                <a:cubicBezTo>
                  <a:pt x="776" y="510"/>
                  <a:pt x="794" y="466"/>
                  <a:pt x="794" y="418"/>
                </a:cubicBezTo>
                <a:cubicBezTo>
                  <a:pt x="794" y="303"/>
                  <a:pt x="689" y="207"/>
                  <a:pt x="556" y="199"/>
                </a:cubicBezTo>
                <a:cubicBezTo>
                  <a:pt x="556" y="205"/>
                  <a:pt x="556" y="212"/>
                  <a:pt x="556" y="218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1104840" y="5637960"/>
            <a:ext cx="5194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nature.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6329160" y="1657080"/>
            <a:ext cx="5429520" cy="2205360"/>
          </a:xfrm>
          <a:custGeom>
            <a:avLst/>
            <a:gdLst/>
            <a:ahLst/>
            <a:rect l="0" t="0" r="r" b="b"/>
            <a:pathLst>
              <a:path w="15082" h="6126">
                <a:moveTo>
                  <a:pt x="0" y="6034"/>
                </a:moveTo>
                <a:lnTo>
                  <a:pt x="0" y="53"/>
                </a:lnTo>
                <a:cubicBezTo>
                  <a:pt x="0" y="46"/>
                  <a:pt x="2" y="39"/>
                  <a:pt x="7" y="33"/>
                </a:cubicBezTo>
                <a:cubicBezTo>
                  <a:pt x="12" y="26"/>
                  <a:pt x="18" y="21"/>
                  <a:pt x="27" y="16"/>
                </a:cubicBezTo>
                <a:cubicBezTo>
                  <a:pt x="36" y="11"/>
                  <a:pt x="46" y="7"/>
                  <a:pt x="57" y="4"/>
                </a:cubicBezTo>
                <a:cubicBezTo>
                  <a:pt x="69" y="2"/>
                  <a:pt x="80" y="0"/>
                  <a:pt x="93" y="0"/>
                </a:cubicBezTo>
                <a:lnTo>
                  <a:pt x="14990" y="0"/>
                </a:lnTo>
                <a:cubicBezTo>
                  <a:pt x="15002" y="0"/>
                  <a:pt x="15014" y="2"/>
                  <a:pt x="15025" y="4"/>
                </a:cubicBezTo>
                <a:cubicBezTo>
                  <a:pt x="15036" y="7"/>
                  <a:pt x="15047" y="11"/>
                  <a:pt x="15055" y="16"/>
                </a:cubicBezTo>
                <a:cubicBezTo>
                  <a:pt x="15064" y="21"/>
                  <a:pt x="15071" y="26"/>
                  <a:pt x="15075" y="33"/>
                </a:cubicBezTo>
                <a:cubicBezTo>
                  <a:pt x="15080" y="39"/>
                  <a:pt x="15082" y="46"/>
                  <a:pt x="15082" y="53"/>
                </a:cubicBezTo>
                <a:lnTo>
                  <a:pt x="15082" y="6034"/>
                </a:lnTo>
                <a:cubicBezTo>
                  <a:pt x="15082" y="6046"/>
                  <a:pt x="15080" y="6058"/>
                  <a:pt x="15075" y="6069"/>
                </a:cubicBezTo>
                <a:cubicBezTo>
                  <a:pt x="15071" y="6081"/>
                  <a:pt x="15064" y="6091"/>
                  <a:pt x="15055" y="6099"/>
                </a:cubicBezTo>
                <a:cubicBezTo>
                  <a:pt x="15047" y="6108"/>
                  <a:pt x="15036" y="6115"/>
                  <a:pt x="15025" y="6119"/>
                </a:cubicBezTo>
                <a:cubicBezTo>
                  <a:pt x="15014" y="6124"/>
                  <a:pt x="15002" y="6126"/>
                  <a:pt x="14990" y="6126"/>
                </a:cubicBezTo>
                <a:lnTo>
                  <a:pt x="93" y="6126"/>
                </a:lnTo>
                <a:cubicBezTo>
                  <a:pt x="80" y="6126"/>
                  <a:pt x="69" y="6124"/>
                  <a:pt x="57" y="6119"/>
                </a:cubicBezTo>
                <a:cubicBezTo>
                  <a:pt x="46" y="6115"/>
                  <a:pt x="36" y="6108"/>
                  <a:pt x="27" y="6099"/>
                </a:cubicBezTo>
                <a:cubicBezTo>
                  <a:pt x="18" y="6091"/>
                  <a:pt x="12" y="6081"/>
                  <a:pt x="7" y="6069"/>
                </a:cubicBezTo>
                <a:cubicBezTo>
                  <a:pt x="2" y="6058"/>
                  <a:pt x="0" y="6046"/>
                  <a:pt x="0" y="60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6329160" y="1638000"/>
            <a:ext cx="5429520" cy="38520"/>
          </a:xfrm>
          <a:custGeom>
            <a:avLst/>
            <a:gdLst/>
            <a:ahLst/>
            <a:rect l="0" t="0" r="r" b="b"/>
            <a:pathLst>
              <a:path w="15082" h="107">
                <a:moveTo>
                  <a:pt x="15069" y="107"/>
                </a:moveTo>
                <a:lnTo>
                  <a:pt x="13" y="107"/>
                </a:lnTo>
                <a:lnTo>
                  <a:pt x="0" y="55"/>
                </a:lnTo>
                <a:cubicBezTo>
                  <a:pt x="5" y="47"/>
                  <a:pt x="11" y="39"/>
                  <a:pt x="18" y="32"/>
                </a:cubicBezTo>
                <a:cubicBezTo>
                  <a:pt x="38" y="11"/>
                  <a:pt x="63" y="0"/>
                  <a:pt x="93" y="0"/>
                </a:cubicBezTo>
                <a:lnTo>
                  <a:pt x="14990" y="0"/>
                </a:lnTo>
                <a:cubicBezTo>
                  <a:pt x="15019" y="0"/>
                  <a:pt x="15044" y="11"/>
                  <a:pt x="15065" y="32"/>
                </a:cubicBezTo>
                <a:cubicBezTo>
                  <a:pt x="15072" y="39"/>
                  <a:pt x="15077" y="47"/>
                  <a:pt x="15082" y="55"/>
                </a:cubicBezTo>
                <a:lnTo>
                  <a:pt x="15069" y="107"/>
                </a:ln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6335640" y="3849120"/>
            <a:ext cx="5416920" cy="18360"/>
          </a:xfrm>
          <a:custGeom>
            <a:avLst/>
            <a:gdLst/>
            <a:ahLst/>
            <a:rect l="0" t="0" r="r" b="b"/>
            <a:pathLst>
              <a:path w="15047" h="51">
                <a:moveTo>
                  <a:pt x="19" y="0"/>
                </a:moveTo>
                <a:cubicBezTo>
                  <a:pt x="34" y="16"/>
                  <a:pt x="53" y="24"/>
                  <a:pt x="75" y="24"/>
                </a:cubicBezTo>
                <a:lnTo>
                  <a:pt x="14972" y="24"/>
                </a:lnTo>
                <a:cubicBezTo>
                  <a:pt x="14994" y="24"/>
                  <a:pt x="15012" y="16"/>
                  <a:pt x="15028" y="0"/>
                </a:cubicBezTo>
                <a:lnTo>
                  <a:pt x="15047" y="20"/>
                </a:lnTo>
                <a:cubicBezTo>
                  <a:pt x="15026" y="40"/>
                  <a:pt x="15001" y="51"/>
                  <a:pt x="14972" y="51"/>
                </a:cubicBezTo>
                <a:lnTo>
                  <a:pt x="75" y="51"/>
                </a:lnTo>
                <a:cubicBezTo>
                  <a:pt x="45" y="51"/>
                  <a:pt x="20" y="40"/>
                  <a:pt x="0" y="20"/>
                </a:cubicBezTo>
                <a:lnTo>
                  <a:pt x="19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11744640" y="1657080"/>
            <a:ext cx="19080" cy="2199600"/>
          </a:xfrm>
          <a:custGeom>
            <a:avLst/>
            <a:gdLst/>
            <a:ahLst/>
            <a:rect l="0" t="0" r="r" b="b"/>
            <a:pathLst>
              <a:path w="53" h="6110">
                <a:moveTo>
                  <a:pt x="0" y="6091"/>
                </a:moveTo>
                <a:cubicBezTo>
                  <a:pt x="1" y="6091"/>
                  <a:pt x="1" y="6090"/>
                  <a:pt x="2" y="6090"/>
                </a:cubicBezTo>
                <a:cubicBezTo>
                  <a:pt x="17" y="6074"/>
                  <a:pt x="25" y="6056"/>
                  <a:pt x="25" y="6034"/>
                </a:cubicBezTo>
                <a:lnTo>
                  <a:pt x="25" y="53"/>
                </a:lnTo>
                <a:lnTo>
                  <a:pt x="24" y="53"/>
                </a:lnTo>
                <a:lnTo>
                  <a:pt x="38" y="0"/>
                </a:lnTo>
                <a:cubicBezTo>
                  <a:pt x="48" y="16"/>
                  <a:pt x="53" y="34"/>
                  <a:pt x="53" y="53"/>
                </a:cubicBezTo>
                <a:lnTo>
                  <a:pt x="53" y="6034"/>
                </a:lnTo>
                <a:cubicBezTo>
                  <a:pt x="53" y="6063"/>
                  <a:pt x="41" y="6088"/>
                  <a:pt x="21" y="6109"/>
                </a:cubicBezTo>
                <a:cubicBezTo>
                  <a:pt x="20" y="6109"/>
                  <a:pt x="20" y="6109"/>
                  <a:pt x="19" y="6110"/>
                </a:cubicBezTo>
                <a:lnTo>
                  <a:pt x="0" y="6091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6324480" y="1657080"/>
            <a:ext cx="18720" cy="2199600"/>
          </a:xfrm>
          <a:custGeom>
            <a:avLst/>
            <a:gdLst/>
            <a:ahLst/>
            <a:rect l="0" t="0" r="r" b="b"/>
            <a:pathLst>
              <a:path w="52" h="6110">
                <a:moveTo>
                  <a:pt x="28" y="53"/>
                </a:moveTo>
                <a:lnTo>
                  <a:pt x="27" y="53"/>
                </a:lnTo>
                <a:lnTo>
                  <a:pt x="27" y="6034"/>
                </a:lnTo>
                <a:cubicBezTo>
                  <a:pt x="27" y="6056"/>
                  <a:pt x="35" y="6074"/>
                  <a:pt x="51" y="6090"/>
                </a:cubicBezTo>
                <a:cubicBezTo>
                  <a:pt x="51" y="6090"/>
                  <a:pt x="51" y="6091"/>
                  <a:pt x="52" y="6091"/>
                </a:cubicBezTo>
                <a:lnTo>
                  <a:pt x="33" y="6110"/>
                </a:lnTo>
                <a:cubicBezTo>
                  <a:pt x="33" y="6109"/>
                  <a:pt x="32" y="6109"/>
                  <a:pt x="32" y="6109"/>
                </a:cubicBezTo>
                <a:cubicBezTo>
                  <a:pt x="11" y="6088"/>
                  <a:pt x="0" y="6063"/>
                  <a:pt x="0" y="6034"/>
                </a:cubicBezTo>
                <a:lnTo>
                  <a:pt x="0" y="53"/>
                </a:lnTo>
                <a:cubicBezTo>
                  <a:pt x="0" y="34"/>
                  <a:pt x="5" y="16"/>
                  <a:pt x="15" y="0"/>
                </a:cubicBezTo>
                <a:lnTo>
                  <a:pt x="28" y="53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6562440" y="2247840"/>
            <a:ext cx="4962960" cy="9720"/>
          </a:xfrm>
          <a:custGeom>
            <a:avLst/>
            <a:gdLst/>
            <a:ahLst/>
            <a:rect l="0" t="0" r="r" b="b"/>
            <a:pathLst>
              <a:path w="13786" h="27">
                <a:moveTo>
                  <a:pt x="0" y="0"/>
                </a:moveTo>
                <a:lnTo>
                  <a:pt x="13786" y="0"/>
                </a:lnTo>
                <a:lnTo>
                  <a:pt x="137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6724800" y="946080"/>
            <a:ext cx="12070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Discussion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6562440" y="2447640"/>
            <a:ext cx="153000" cy="153000"/>
          </a:xfrm>
          <a:custGeom>
            <a:avLst/>
            <a:gdLst/>
            <a:ahLst/>
            <a:rect l="0" t="0" r="r" b="b"/>
            <a:pathLst>
              <a:path w="425" h="425">
                <a:moveTo>
                  <a:pt x="213" y="425"/>
                </a:moveTo>
                <a:cubicBezTo>
                  <a:pt x="227" y="425"/>
                  <a:pt x="241" y="423"/>
                  <a:pt x="254" y="421"/>
                </a:cubicBezTo>
                <a:cubicBezTo>
                  <a:pt x="268" y="418"/>
                  <a:pt x="281" y="414"/>
                  <a:pt x="294" y="409"/>
                </a:cubicBezTo>
                <a:cubicBezTo>
                  <a:pt x="307" y="403"/>
                  <a:pt x="319" y="397"/>
                  <a:pt x="331" y="389"/>
                </a:cubicBezTo>
                <a:cubicBezTo>
                  <a:pt x="342" y="381"/>
                  <a:pt x="353" y="372"/>
                  <a:pt x="363" y="363"/>
                </a:cubicBezTo>
                <a:cubicBezTo>
                  <a:pt x="372" y="353"/>
                  <a:pt x="381" y="342"/>
                  <a:pt x="389" y="331"/>
                </a:cubicBezTo>
                <a:cubicBezTo>
                  <a:pt x="397" y="319"/>
                  <a:pt x="403" y="307"/>
                  <a:pt x="409" y="294"/>
                </a:cubicBezTo>
                <a:cubicBezTo>
                  <a:pt x="414" y="281"/>
                  <a:pt x="418" y="268"/>
                  <a:pt x="421" y="254"/>
                </a:cubicBezTo>
                <a:cubicBezTo>
                  <a:pt x="423" y="241"/>
                  <a:pt x="425" y="227"/>
                  <a:pt x="425" y="213"/>
                </a:cubicBezTo>
                <a:cubicBezTo>
                  <a:pt x="425" y="199"/>
                  <a:pt x="423" y="185"/>
                  <a:pt x="421" y="171"/>
                </a:cubicBezTo>
                <a:cubicBezTo>
                  <a:pt x="418" y="157"/>
                  <a:pt x="414" y="144"/>
                  <a:pt x="409" y="131"/>
                </a:cubicBezTo>
                <a:cubicBezTo>
                  <a:pt x="403" y="118"/>
                  <a:pt x="397" y="106"/>
                  <a:pt x="389" y="94"/>
                </a:cubicBezTo>
                <a:cubicBezTo>
                  <a:pt x="381" y="83"/>
                  <a:pt x="372" y="72"/>
                  <a:pt x="363" y="62"/>
                </a:cubicBezTo>
                <a:cubicBezTo>
                  <a:pt x="353" y="52"/>
                  <a:pt x="342" y="44"/>
                  <a:pt x="331" y="36"/>
                </a:cubicBezTo>
                <a:cubicBezTo>
                  <a:pt x="319" y="28"/>
                  <a:pt x="307" y="22"/>
                  <a:pt x="294" y="16"/>
                </a:cubicBezTo>
                <a:cubicBezTo>
                  <a:pt x="281" y="11"/>
                  <a:pt x="268" y="7"/>
                  <a:pt x="254" y="4"/>
                </a:cubicBezTo>
                <a:cubicBezTo>
                  <a:pt x="241" y="2"/>
                  <a:pt x="227" y="0"/>
                  <a:pt x="213" y="0"/>
                </a:cubicBezTo>
                <a:cubicBezTo>
                  <a:pt x="199" y="0"/>
                  <a:pt x="185" y="2"/>
                  <a:pt x="171" y="4"/>
                </a:cubicBezTo>
                <a:cubicBezTo>
                  <a:pt x="157" y="7"/>
                  <a:pt x="144" y="11"/>
                  <a:pt x="131" y="16"/>
                </a:cubicBezTo>
                <a:cubicBezTo>
                  <a:pt x="118" y="22"/>
                  <a:pt x="106" y="28"/>
                  <a:pt x="94" y="36"/>
                </a:cubicBezTo>
                <a:cubicBezTo>
                  <a:pt x="83" y="44"/>
                  <a:pt x="72" y="52"/>
                  <a:pt x="62" y="62"/>
                </a:cubicBezTo>
                <a:cubicBezTo>
                  <a:pt x="52" y="72"/>
                  <a:pt x="44" y="83"/>
                  <a:pt x="36" y="94"/>
                </a:cubicBezTo>
                <a:cubicBezTo>
                  <a:pt x="28" y="106"/>
                  <a:pt x="22" y="118"/>
                  <a:pt x="16" y="131"/>
                </a:cubicBezTo>
                <a:cubicBezTo>
                  <a:pt x="11" y="144"/>
                  <a:pt x="7" y="157"/>
                  <a:pt x="4" y="171"/>
                </a:cubicBezTo>
                <a:cubicBezTo>
                  <a:pt x="2" y="185"/>
                  <a:pt x="0" y="199"/>
                  <a:pt x="0" y="213"/>
                </a:cubicBezTo>
                <a:cubicBezTo>
                  <a:pt x="0" y="227"/>
                  <a:pt x="2" y="241"/>
                  <a:pt x="4" y="254"/>
                </a:cubicBezTo>
                <a:cubicBezTo>
                  <a:pt x="7" y="268"/>
                  <a:pt x="11" y="281"/>
                  <a:pt x="16" y="294"/>
                </a:cubicBezTo>
                <a:cubicBezTo>
                  <a:pt x="22" y="307"/>
                  <a:pt x="28" y="319"/>
                  <a:pt x="36" y="331"/>
                </a:cubicBezTo>
                <a:cubicBezTo>
                  <a:pt x="44" y="342"/>
                  <a:pt x="52" y="353"/>
                  <a:pt x="62" y="363"/>
                </a:cubicBezTo>
                <a:cubicBezTo>
                  <a:pt x="72" y="372"/>
                  <a:pt x="83" y="381"/>
                  <a:pt x="94" y="389"/>
                </a:cubicBezTo>
                <a:cubicBezTo>
                  <a:pt x="106" y="397"/>
                  <a:pt x="118" y="403"/>
                  <a:pt x="131" y="409"/>
                </a:cubicBezTo>
                <a:cubicBezTo>
                  <a:pt x="144" y="414"/>
                  <a:pt x="157" y="418"/>
                  <a:pt x="171" y="421"/>
                </a:cubicBezTo>
                <a:cubicBezTo>
                  <a:pt x="185" y="423"/>
                  <a:pt x="199" y="425"/>
                  <a:pt x="213" y="425"/>
                </a:cubicBezTo>
                <a:moveTo>
                  <a:pt x="141" y="137"/>
                </a:moveTo>
                <a:cubicBezTo>
                  <a:pt x="147" y="119"/>
                  <a:pt x="165" y="106"/>
                  <a:pt x="185" y="106"/>
                </a:cubicBezTo>
                <a:lnTo>
                  <a:pt x="234" y="106"/>
                </a:lnTo>
                <a:cubicBezTo>
                  <a:pt x="262" y="106"/>
                  <a:pt x="286" y="130"/>
                  <a:pt x="286" y="158"/>
                </a:cubicBezTo>
                <a:cubicBezTo>
                  <a:pt x="286" y="177"/>
                  <a:pt x="276" y="195"/>
                  <a:pt x="260" y="205"/>
                </a:cubicBezTo>
                <a:lnTo>
                  <a:pt x="233" y="220"/>
                </a:lnTo>
                <a:cubicBezTo>
                  <a:pt x="233" y="231"/>
                  <a:pt x="224" y="239"/>
                  <a:pt x="213" y="239"/>
                </a:cubicBezTo>
                <a:cubicBezTo>
                  <a:pt x="202" y="239"/>
                  <a:pt x="193" y="231"/>
                  <a:pt x="193" y="220"/>
                </a:cubicBezTo>
                <a:lnTo>
                  <a:pt x="193" y="208"/>
                </a:lnTo>
                <a:cubicBezTo>
                  <a:pt x="193" y="201"/>
                  <a:pt x="197" y="195"/>
                  <a:pt x="203" y="191"/>
                </a:cubicBezTo>
                <a:lnTo>
                  <a:pt x="240" y="169"/>
                </a:lnTo>
                <a:cubicBezTo>
                  <a:pt x="244" y="167"/>
                  <a:pt x="246" y="163"/>
                  <a:pt x="246" y="158"/>
                </a:cubicBezTo>
                <a:cubicBezTo>
                  <a:pt x="246" y="151"/>
                  <a:pt x="240" y="146"/>
                  <a:pt x="234" y="146"/>
                </a:cubicBezTo>
                <a:lnTo>
                  <a:pt x="185" y="146"/>
                </a:lnTo>
                <a:cubicBezTo>
                  <a:pt x="183" y="146"/>
                  <a:pt x="180" y="148"/>
                  <a:pt x="179" y="150"/>
                </a:cubicBezTo>
                <a:lnTo>
                  <a:pt x="179" y="151"/>
                </a:lnTo>
                <a:cubicBezTo>
                  <a:pt x="175" y="162"/>
                  <a:pt x="163" y="167"/>
                  <a:pt x="153" y="163"/>
                </a:cubicBezTo>
                <a:cubicBezTo>
                  <a:pt x="142" y="160"/>
                  <a:pt x="137" y="148"/>
                  <a:pt x="140" y="138"/>
                </a:cubicBezTo>
                <a:lnTo>
                  <a:pt x="141" y="137"/>
                </a:lnTo>
                <a:moveTo>
                  <a:pt x="186" y="292"/>
                </a:moveTo>
                <a:cubicBezTo>
                  <a:pt x="186" y="285"/>
                  <a:pt x="189" y="279"/>
                  <a:pt x="194" y="274"/>
                </a:cubicBezTo>
                <a:cubicBezTo>
                  <a:pt x="199" y="268"/>
                  <a:pt x="206" y="266"/>
                  <a:pt x="213" y="266"/>
                </a:cubicBezTo>
                <a:cubicBezTo>
                  <a:pt x="220" y="266"/>
                  <a:pt x="227" y="268"/>
                  <a:pt x="232" y="274"/>
                </a:cubicBezTo>
                <a:cubicBezTo>
                  <a:pt x="237" y="279"/>
                  <a:pt x="239" y="285"/>
                  <a:pt x="239" y="292"/>
                </a:cubicBezTo>
                <a:cubicBezTo>
                  <a:pt x="239" y="300"/>
                  <a:pt x="237" y="306"/>
                  <a:pt x="232" y="311"/>
                </a:cubicBezTo>
                <a:cubicBezTo>
                  <a:pt x="227" y="316"/>
                  <a:pt x="220" y="319"/>
                  <a:pt x="213" y="319"/>
                </a:cubicBezTo>
                <a:cubicBezTo>
                  <a:pt x="206" y="319"/>
                  <a:pt x="199" y="316"/>
                  <a:pt x="194" y="311"/>
                </a:cubicBezTo>
                <a:cubicBezTo>
                  <a:pt x="189" y="306"/>
                  <a:pt x="186" y="300"/>
                  <a:pt x="186" y="292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6562800" y="1921680"/>
            <a:ext cx="16563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Open for Questions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6829560" y="2418480"/>
            <a:ext cx="41688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Are Heathcliff and Catherine truly meant to be, or are they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6562440" y="3057480"/>
            <a:ext cx="153000" cy="152640"/>
          </a:xfrm>
          <a:custGeom>
            <a:avLst/>
            <a:gdLst/>
            <a:ahLst/>
            <a:rect l="0" t="0" r="r" b="b"/>
            <a:pathLst>
              <a:path w="425" h="424">
                <a:moveTo>
                  <a:pt x="213" y="424"/>
                </a:moveTo>
                <a:cubicBezTo>
                  <a:pt x="227" y="424"/>
                  <a:pt x="241" y="423"/>
                  <a:pt x="254" y="420"/>
                </a:cubicBezTo>
                <a:cubicBezTo>
                  <a:pt x="268" y="417"/>
                  <a:pt x="281" y="413"/>
                  <a:pt x="294" y="408"/>
                </a:cubicBezTo>
                <a:cubicBezTo>
                  <a:pt x="307" y="403"/>
                  <a:pt x="319" y="396"/>
                  <a:pt x="331" y="388"/>
                </a:cubicBezTo>
                <a:cubicBezTo>
                  <a:pt x="342" y="381"/>
                  <a:pt x="353" y="372"/>
                  <a:pt x="363" y="362"/>
                </a:cubicBezTo>
                <a:cubicBezTo>
                  <a:pt x="372" y="352"/>
                  <a:pt x="381" y="341"/>
                  <a:pt x="389" y="330"/>
                </a:cubicBezTo>
                <a:cubicBezTo>
                  <a:pt x="397" y="318"/>
                  <a:pt x="403" y="306"/>
                  <a:pt x="409" y="293"/>
                </a:cubicBezTo>
                <a:cubicBezTo>
                  <a:pt x="414" y="280"/>
                  <a:pt x="418" y="267"/>
                  <a:pt x="421" y="254"/>
                </a:cubicBezTo>
                <a:cubicBezTo>
                  <a:pt x="423" y="240"/>
                  <a:pt x="425" y="226"/>
                  <a:pt x="425" y="212"/>
                </a:cubicBezTo>
                <a:cubicBezTo>
                  <a:pt x="425" y="198"/>
                  <a:pt x="423" y="185"/>
                  <a:pt x="421" y="170"/>
                </a:cubicBezTo>
                <a:cubicBezTo>
                  <a:pt x="418" y="156"/>
                  <a:pt x="414" y="143"/>
                  <a:pt x="409" y="130"/>
                </a:cubicBezTo>
                <a:cubicBezTo>
                  <a:pt x="403" y="117"/>
                  <a:pt x="397" y="105"/>
                  <a:pt x="389" y="94"/>
                </a:cubicBezTo>
                <a:cubicBezTo>
                  <a:pt x="381" y="82"/>
                  <a:pt x="372" y="71"/>
                  <a:pt x="363" y="62"/>
                </a:cubicBezTo>
                <a:cubicBezTo>
                  <a:pt x="353" y="52"/>
                  <a:pt x="342" y="43"/>
                  <a:pt x="331" y="35"/>
                </a:cubicBezTo>
                <a:cubicBezTo>
                  <a:pt x="319" y="28"/>
                  <a:pt x="307" y="21"/>
                  <a:pt x="294" y="16"/>
                </a:cubicBezTo>
                <a:cubicBezTo>
                  <a:pt x="281" y="10"/>
                  <a:pt x="268" y="6"/>
                  <a:pt x="254" y="4"/>
                </a:cubicBezTo>
                <a:cubicBezTo>
                  <a:pt x="241" y="1"/>
                  <a:pt x="227" y="0"/>
                  <a:pt x="213" y="0"/>
                </a:cubicBezTo>
                <a:cubicBezTo>
                  <a:pt x="199" y="0"/>
                  <a:pt x="185" y="1"/>
                  <a:pt x="171" y="4"/>
                </a:cubicBezTo>
                <a:cubicBezTo>
                  <a:pt x="157" y="6"/>
                  <a:pt x="144" y="10"/>
                  <a:pt x="131" y="16"/>
                </a:cubicBezTo>
                <a:cubicBezTo>
                  <a:pt x="118" y="21"/>
                  <a:pt x="106" y="28"/>
                  <a:pt x="94" y="35"/>
                </a:cubicBezTo>
                <a:cubicBezTo>
                  <a:pt x="83" y="43"/>
                  <a:pt x="72" y="52"/>
                  <a:pt x="62" y="62"/>
                </a:cubicBezTo>
                <a:cubicBezTo>
                  <a:pt x="52" y="71"/>
                  <a:pt x="44" y="82"/>
                  <a:pt x="36" y="94"/>
                </a:cubicBezTo>
                <a:cubicBezTo>
                  <a:pt x="28" y="105"/>
                  <a:pt x="22" y="117"/>
                  <a:pt x="16" y="130"/>
                </a:cubicBezTo>
                <a:cubicBezTo>
                  <a:pt x="11" y="143"/>
                  <a:pt x="7" y="156"/>
                  <a:pt x="4" y="170"/>
                </a:cubicBezTo>
                <a:cubicBezTo>
                  <a:pt x="2" y="185"/>
                  <a:pt x="0" y="198"/>
                  <a:pt x="0" y="212"/>
                </a:cubicBezTo>
                <a:cubicBezTo>
                  <a:pt x="0" y="226"/>
                  <a:pt x="2" y="240"/>
                  <a:pt x="4" y="254"/>
                </a:cubicBezTo>
                <a:cubicBezTo>
                  <a:pt x="7" y="267"/>
                  <a:pt x="11" y="280"/>
                  <a:pt x="16" y="293"/>
                </a:cubicBezTo>
                <a:cubicBezTo>
                  <a:pt x="22" y="306"/>
                  <a:pt x="28" y="318"/>
                  <a:pt x="36" y="330"/>
                </a:cubicBezTo>
                <a:cubicBezTo>
                  <a:pt x="44" y="341"/>
                  <a:pt x="52" y="352"/>
                  <a:pt x="62" y="362"/>
                </a:cubicBezTo>
                <a:cubicBezTo>
                  <a:pt x="72" y="372"/>
                  <a:pt x="83" y="381"/>
                  <a:pt x="94" y="388"/>
                </a:cubicBezTo>
                <a:cubicBezTo>
                  <a:pt x="106" y="396"/>
                  <a:pt x="118" y="403"/>
                  <a:pt x="131" y="408"/>
                </a:cubicBezTo>
                <a:cubicBezTo>
                  <a:pt x="144" y="413"/>
                  <a:pt x="157" y="417"/>
                  <a:pt x="171" y="420"/>
                </a:cubicBezTo>
                <a:cubicBezTo>
                  <a:pt x="185" y="423"/>
                  <a:pt x="199" y="424"/>
                  <a:pt x="213" y="424"/>
                </a:cubicBezTo>
                <a:moveTo>
                  <a:pt x="141" y="136"/>
                </a:moveTo>
                <a:cubicBezTo>
                  <a:pt x="147" y="118"/>
                  <a:pt x="165" y="105"/>
                  <a:pt x="185" y="105"/>
                </a:cubicBezTo>
                <a:lnTo>
                  <a:pt x="234" y="105"/>
                </a:lnTo>
                <a:cubicBezTo>
                  <a:pt x="262" y="105"/>
                  <a:pt x="286" y="129"/>
                  <a:pt x="286" y="158"/>
                </a:cubicBezTo>
                <a:cubicBezTo>
                  <a:pt x="286" y="176"/>
                  <a:pt x="276" y="195"/>
                  <a:pt x="260" y="204"/>
                </a:cubicBezTo>
                <a:lnTo>
                  <a:pt x="233" y="219"/>
                </a:lnTo>
                <a:cubicBezTo>
                  <a:pt x="233" y="230"/>
                  <a:pt x="224" y="239"/>
                  <a:pt x="213" y="239"/>
                </a:cubicBezTo>
                <a:cubicBezTo>
                  <a:pt x="202" y="239"/>
                  <a:pt x="193" y="230"/>
                  <a:pt x="193" y="219"/>
                </a:cubicBezTo>
                <a:lnTo>
                  <a:pt x="193" y="208"/>
                </a:lnTo>
                <a:cubicBezTo>
                  <a:pt x="193" y="201"/>
                  <a:pt x="197" y="194"/>
                  <a:pt x="203" y="191"/>
                </a:cubicBezTo>
                <a:lnTo>
                  <a:pt x="240" y="169"/>
                </a:lnTo>
                <a:cubicBezTo>
                  <a:pt x="244" y="166"/>
                  <a:pt x="246" y="162"/>
                  <a:pt x="246" y="158"/>
                </a:cubicBezTo>
                <a:cubicBezTo>
                  <a:pt x="246" y="151"/>
                  <a:pt x="240" y="145"/>
                  <a:pt x="234" y="145"/>
                </a:cubicBezTo>
                <a:lnTo>
                  <a:pt x="185" y="145"/>
                </a:lnTo>
                <a:cubicBezTo>
                  <a:pt x="183" y="145"/>
                  <a:pt x="180" y="147"/>
                  <a:pt x="179" y="150"/>
                </a:cubicBezTo>
                <a:lnTo>
                  <a:pt x="179" y="151"/>
                </a:lnTo>
                <a:cubicBezTo>
                  <a:pt x="175" y="161"/>
                  <a:pt x="163" y="166"/>
                  <a:pt x="153" y="163"/>
                </a:cubicBezTo>
                <a:cubicBezTo>
                  <a:pt x="142" y="159"/>
                  <a:pt x="137" y="148"/>
                  <a:pt x="140" y="137"/>
                </a:cubicBezTo>
                <a:lnTo>
                  <a:pt x="141" y="136"/>
                </a:lnTo>
                <a:moveTo>
                  <a:pt x="186" y="292"/>
                </a:moveTo>
                <a:cubicBezTo>
                  <a:pt x="186" y="284"/>
                  <a:pt x="189" y="278"/>
                  <a:pt x="194" y="273"/>
                </a:cubicBezTo>
                <a:cubicBezTo>
                  <a:pt x="199" y="268"/>
                  <a:pt x="206" y="265"/>
                  <a:pt x="213" y="265"/>
                </a:cubicBezTo>
                <a:cubicBezTo>
                  <a:pt x="220" y="265"/>
                  <a:pt x="227" y="268"/>
                  <a:pt x="232" y="273"/>
                </a:cubicBezTo>
                <a:cubicBezTo>
                  <a:pt x="237" y="278"/>
                  <a:pt x="239" y="284"/>
                  <a:pt x="239" y="292"/>
                </a:cubicBezTo>
                <a:cubicBezTo>
                  <a:pt x="239" y="299"/>
                  <a:pt x="237" y="305"/>
                  <a:pt x="232" y="310"/>
                </a:cubicBezTo>
                <a:cubicBezTo>
                  <a:pt x="227" y="316"/>
                  <a:pt x="220" y="318"/>
                  <a:pt x="213" y="318"/>
                </a:cubicBezTo>
                <a:cubicBezTo>
                  <a:pt x="206" y="318"/>
                  <a:pt x="199" y="316"/>
                  <a:pt x="194" y="310"/>
                </a:cubicBezTo>
                <a:cubicBezTo>
                  <a:pt x="189" y="305"/>
                  <a:pt x="186" y="299"/>
                  <a:pt x="186" y="292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6829560" y="2647080"/>
            <a:ext cx="407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toxic?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6562440" y="3438360"/>
            <a:ext cx="153000" cy="152640"/>
          </a:xfrm>
          <a:custGeom>
            <a:avLst/>
            <a:gdLst/>
            <a:ahLst/>
            <a:rect l="0" t="0" r="r" b="b"/>
            <a:pathLst>
              <a:path w="425" h="424">
                <a:moveTo>
                  <a:pt x="213" y="424"/>
                </a:moveTo>
                <a:cubicBezTo>
                  <a:pt x="227" y="424"/>
                  <a:pt x="241" y="423"/>
                  <a:pt x="254" y="420"/>
                </a:cubicBezTo>
                <a:cubicBezTo>
                  <a:pt x="268" y="418"/>
                  <a:pt x="281" y="413"/>
                  <a:pt x="294" y="408"/>
                </a:cubicBezTo>
                <a:cubicBezTo>
                  <a:pt x="307" y="403"/>
                  <a:pt x="319" y="396"/>
                  <a:pt x="331" y="388"/>
                </a:cubicBezTo>
                <a:cubicBezTo>
                  <a:pt x="342" y="380"/>
                  <a:pt x="353" y="371"/>
                  <a:pt x="363" y="361"/>
                </a:cubicBezTo>
                <a:cubicBezTo>
                  <a:pt x="372" y="351"/>
                  <a:pt x="381" y="341"/>
                  <a:pt x="389" y="329"/>
                </a:cubicBezTo>
                <a:cubicBezTo>
                  <a:pt x="397" y="318"/>
                  <a:pt x="403" y="305"/>
                  <a:pt x="409" y="293"/>
                </a:cubicBezTo>
                <a:cubicBezTo>
                  <a:pt x="414" y="280"/>
                  <a:pt x="418" y="267"/>
                  <a:pt x="421" y="253"/>
                </a:cubicBezTo>
                <a:cubicBezTo>
                  <a:pt x="423" y="239"/>
                  <a:pt x="425" y="226"/>
                  <a:pt x="425" y="212"/>
                </a:cubicBezTo>
                <a:cubicBezTo>
                  <a:pt x="425" y="198"/>
                  <a:pt x="423" y="184"/>
                  <a:pt x="421" y="170"/>
                </a:cubicBezTo>
                <a:cubicBezTo>
                  <a:pt x="418" y="157"/>
                  <a:pt x="414" y="143"/>
                  <a:pt x="409" y="131"/>
                </a:cubicBezTo>
                <a:cubicBezTo>
                  <a:pt x="403" y="118"/>
                  <a:pt x="397" y="106"/>
                  <a:pt x="389" y="94"/>
                </a:cubicBezTo>
                <a:cubicBezTo>
                  <a:pt x="381" y="82"/>
                  <a:pt x="372" y="72"/>
                  <a:pt x="363" y="62"/>
                </a:cubicBezTo>
                <a:cubicBezTo>
                  <a:pt x="353" y="52"/>
                  <a:pt x="342" y="43"/>
                  <a:pt x="331" y="36"/>
                </a:cubicBezTo>
                <a:cubicBezTo>
                  <a:pt x="319" y="28"/>
                  <a:pt x="307" y="21"/>
                  <a:pt x="294" y="16"/>
                </a:cubicBezTo>
                <a:cubicBezTo>
                  <a:pt x="281" y="11"/>
                  <a:pt x="268" y="7"/>
                  <a:pt x="254" y="4"/>
                </a:cubicBezTo>
                <a:cubicBezTo>
                  <a:pt x="241" y="1"/>
                  <a:pt x="227" y="0"/>
                  <a:pt x="213" y="0"/>
                </a:cubicBezTo>
                <a:cubicBezTo>
                  <a:pt x="199" y="0"/>
                  <a:pt x="185" y="1"/>
                  <a:pt x="171" y="4"/>
                </a:cubicBezTo>
                <a:cubicBezTo>
                  <a:pt x="157" y="7"/>
                  <a:pt x="144" y="11"/>
                  <a:pt x="131" y="16"/>
                </a:cubicBezTo>
                <a:cubicBezTo>
                  <a:pt x="118" y="21"/>
                  <a:pt x="106" y="28"/>
                  <a:pt x="94" y="36"/>
                </a:cubicBezTo>
                <a:cubicBezTo>
                  <a:pt x="83" y="43"/>
                  <a:pt x="72" y="52"/>
                  <a:pt x="62" y="62"/>
                </a:cubicBezTo>
                <a:cubicBezTo>
                  <a:pt x="52" y="72"/>
                  <a:pt x="44" y="82"/>
                  <a:pt x="36" y="94"/>
                </a:cubicBezTo>
                <a:cubicBezTo>
                  <a:pt x="28" y="106"/>
                  <a:pt x="22" y="118"/>
                  <a:pt x="16" y="131"/>
                </a:cubicBezTo>
                <a:cubicBezTo>
                  <a:pt x="11" y="143"/>
                  <a:pt x="7" y="157"/>
                  <a:pt x="4" y="170"/>
                </a:cubicBezTo>
                <a:cubicBezTo>
                  <a:pt x="2" y="184"/>
                  <a:pt x="0" y="198"/>
                  <a:pt x="0" y="212"/>
                </a:cubicBezTo>
                <a:cubicBezTo>
                  <a:pt x="0" y="226"/>
                  <a:pt x="2" y="239"/>
                  <a:pt x="4" y="253"/>
                </a:cubicBezTo>
                <a:cubicBezTo>
                  <a:pt x="7" y="267"/>
                  <a:pt x="11" y="280"/>
                  <a:pt x="16" y="293"/>
                </a:cubicBezTo>
                <a:cubicBezTo>
                  <a:pt x="22" y="305"/>
                  <a:pt x="28" y="318"/>
                  <a:pt x="36" y="329"/>
                </a:cubicBezTo>
                <a:cubicBezTo>
                  <a:pt x="44" y="341"/>
                  <a:pt x="52" y="351"/>
                  <a:pt x="62" y="361"/>
                </a:cubicBezTo>
                <a:cubicBezTo>
                  <a:pt x="72" y="371"/>
                  <a:pt x="83" y="380"/>
                  <a:pt x="94" y="388"/>
                </a:cubicBezTo>
                <a:cubicBezTo>
                  <a:pt x="106" y="396"/>
                  <a:pt x="118" y="403"/>
                  <a:pt x="131" y="408"/>
                </a:cubicBezTo>
                <a:cubicBezTo>
                  <a:pt x="144" y="413"/>
                  <a:pt x="157" y="418"/>
                  <a:pt x="171" y="420"/>
                </a:cubicBezTo>
                <a:cubicBezTo>
                  <a:pt x="185" y="423"/>
                  <a:pt x="199" y="424"/>
                  <a:pt x="213" y="424"/>
                </a:cubicBezTo>
                <a:moveTo>
                  <a:pt x="141" y="137"/>
                </a:moveTo>
                <a:cubicBezTo>
                  <a:pt x="147" y="118"/>
                  <a:pt x="165" y="106"/>
                  <a:pt x="185" y="106"/>
                </a:cubicBezTo>
                <a:lnTo>
                  <a:pt x="234" y="106"/>
                </a:lnTo>
                <a:cubicBezTo>
                  <a:pt x="262" y="106"/>
                  <a:pt x="286" y="129"/>
                  <a:pt x="286" y="158"/>
                </a:cubicBezTo>
                <a:cubicBezTo>
                  <a:pt x="286" y="177"/>
                  <a:pt x="276" y="194"/>
                  <a:pt x="260" y="203"/>
                </a:cubicBezTo>
                <a:lnTo>
                  <a:pt x="233" y="219"/>
                </a:lnTo>
                <a:cubicBezTo>
                  <a:pt x="233" y="229"/>
                  <a:pt x="224" y="238"/>
                  <a:pt x="213" y="238"/>
                </a:cubicBezTo>
                <a:cubicBezTo>
                  <a:pt x="202" y="238"/>
                  <a:pt x="193" y="229"/>
                  <a:pt x="193" y="218"/>
                </a:cubicBezTo>
                <a:lnTo>
                  <a:pt x="193" y="207"/>
                </a:lnTo>
                <a:cubicBezTo>
                  <a:pt x="193" y="200"/>
                  <a:pt x="197" y="193"/>
                  <a:pt x="203" y="190"/>
                </a:cubicBezTo>
                <a:lnTo>
                  <a:pt x="240" y="169"/>
                </a:lnTo>
                <a:cubicBezTo>
                  <a:pt x="244" y="167"/>
                  <a:pt x="246" y="163"/>
                  <a:pt x="246" y="158"/>
                </a:cubicBezTo>
                <a:cubicBezTo>
                  <a:pt x="246" y="151"/>
                  <a:pt x="240" y="146"/>
                  <a:pt x="234" y="146"/>
                </a:cubicBezTo>
                <a:lnTo>
                  <a:pt x="185" y="146"/>
                </a:lnTo>
                <a:cubicBezTo>
                  <a:pt x="183" y="146"/>
                  <a:pt x="180" y="147"/>
                  <a:pt x="179" y="150"/>
                </a:cubicBezTo>
                <a:lnTo>
                  <a:pt x="179" y="151"/>
                </a:lnTo>
                <a:cubicBezTo>
                  <a:pt x="175" y="161"/>
                  <a:pt x="163" y="167"/>
                  <a:pt x="153" y="163"/>
                </a:cubicBezTo>
                <a:cubicBezTo>
                  <a:pt x="142" y="159"/>
                  <a:pt x="137" y="148"/>
                  <a:pt x="140" y="138"/>
                </a:cubicBezTo>
                <a:lnTo>
                  <a:pt x="141" y="137"/>
                </a:lnTo>
                <a:moveTo>
                  <a:pt x="186" y="291"/>
                </a:moveTo>
                <a:cubicBezTo>
                  <a:pt x="186" y="284"/>
                  <a:pt x="189" y="277"/>
                  <a:pt x="194" y="272"/>
                </a:cubicBezTo>
                <a:cubicBezTo>
                  <a:pt x="199" y="267"/>
                  <a:pt x="206" y="265"/>
                  <a:pt x="213" y="265"/>
                </a:cubicBezTo>
                <a:cubicBezTo>
                  <a:pt x="220" y="265"/>
                  <a:pt x="227" y="267"/>
                  <a:pt x="232" y="272"/>
                </a:cubicBezTo>
                <a:cubicBezTo>
                  <a:pt x="237" y="277"/>
                  <a:pt x="239" y="284"/>
                  <a:pt x="239" y="291"/>
                </a:cubicBezTo>
                <a:cubicBezTo>
                  <a:pt x="239" y="298"/>
                  <a:pt x="237" y="305"/>
                  <a:pt x="232" y="310"/>
                </a:cubicBezTo>
                <a:cubicBezTo>
                  <a:pt x="227" y="315"/>
                  <a:pt x="220" y="317"/>
                  <a:pt x="213" y="317"/>
                </a:cubicBezTo>
                <a:cubicBezTo>
                  <a:pt x="206" y="317"/>
                  <a:pt x="199" y="315"/>
                  <a:pt x="194" y="310"/>
                </a:cubicBezTo>
                <a:cubicBezTo>
                  <a:pt x="189" y="305"/>
                  <a:pt x="186" y="298"/>
                  <a:pt x="186" y="291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6829560" y="3027960"/>
            <a:ext cx="38386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How does the setting of the Moors act as a character?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8734320" y="4705200"/>
            <a:ext cx="609840" cy="609840"/>
          </a:xfrm>
          <a:custGeom>
            <a:avLst/>
            <a:gdLst/>
            <a:ahLst/>
            <a:rect l="0" t="0" r="r" b="b"/>
            <a:pathLst>
              <a:path w="1694" h="1694">
                <a:moveTo>
                  <a:pt x="1694" y="847"/>
                </a:moveTo>
                <a:cubicBezTo>
                  <a:pt x="1694" y="874"/>
                  <a:pt x="1693" y="902"/>
                  <a:pt x="1690" y="930"/>
                </a:cubicBezTo>
                <a:cubicBezTo>
                  <a:pt x="1687" y="957"/>
                  <a:pt x="1683" y="985"/>
                  <a:pt x="1678" y="1012"/>
                </a:cubicBezTo>
                <a:cubicBezTo>
                  <a:pt x="1672" y="1039"/>
                  <a:pt x="1666" y="1066"/>
                  <a:pt x="1658" y="1092"/>
                </a:cubicBezTo>
                <a:cubicBezTo>
                  <a:pt x="1650" y="1119"/>
                  <a:pt x="1640" y="1145"/>
                  <a:pt x="1630" y="1171"/>
                </a:cubicBezTo>
                <a:cubicBezTo>
                  <a:pt x="1619" y="1196"/>
                  <a:pt x="1607" y="1221"/>
                  <a:pt x="1594" y="1246"/>
                </a:cubicBezTo>
                <a:cubicBezTo>
                  <a:pt x="1581" y="1270"/>
                  <a:pt x="1567" y="1294"/>
                  <a:pt x="1551" y="1317"/>
                </a:cubicBezTo>
                <a:cubicBezTo>
                  <a:pt x="1536" y="1341"/>
                  <a:pt x="1520" y="1363"/>
                  <a:pt x="1502" y="1385"/>
                </a:cubicBezTo>
                <a:cubicBezTo>
                  <a:pt x="1484" y="1406"/>
                  <a:pt x="1466" y="1427"/>
                  <a:pt x="1446" y="1446"/>
                </a:cubicBezTo>
                <a:cubicBezTo>
                  <a:pt x="1427" y="1466"/>
                  <a:pt x="1406" y="1484"/>
                  <a:pt x="1385" y="1502"/>
                </a:cubicBezTo>
                <a:cubicBezTo>
                  <a:pt x="1363" y="1520"/>
                  <a:pt x="1341" y="1536"/>
                  <a:pt x="1318" y="1552"/>
                </a:cubicBezTo>
                <a:cubicBezTo>
                  <a:pt x="1295" y="1567"/>
                  <a:pt x="1271" y="1581"/>
                  <a:pt x="1247" y="1594"/>
                </a:cubicBezTo>
                <a:cubicBezTo>
                  <a:pt x="1222" y="1607"/>
                  <a:pt x="1197" y="1619"/>
                  <a:pt x="1171" y="1630"/>
                </a:cubicBezTo>
                <a:cubicBezTo>
                  <a:pt x="1146" y="1640"/>
                  <a:pt x="1120" y="1650"/>
                  <a:pt x="1093" y="1658"/>
                </a:cubicBezTo>
                <a:cubicBezTo>
                  <a:pt x="1067" y="1666"/>
                  <a:pt x="1040" y="1673"/>
                  <a:pt x="1013" y="1678"/>
                </a:cubicBezTo>
                <a:cubicBezTo>
                  <a:pt x="985" y="1683"/>
                  <a:pt x="958" y="1687"/>
                  <a:pt x="930" y="1690"/>
                </a:cubicBezTo>
                <a:cubicBezTo>
                  <a:pt x="903" y="1693"/>
                  <a:pt x="875" y="1694"/>
                  <a:pt x="847" y="1694"/>
                </a:cubicBezTo>
                <a:cubicBezTo>
                  <a:pt x="820" y="1694"/>
                  <a:pt x="792" y="1693"/>
                  <a:pt x="764" y="1690"/>
                </a:cubicBezTo>
                <a:cubicBezTo>
                  <a:pt x="737" y="1687"/>
                  <a:pt x="709" y="1683"/>
                  <a:pt x="682" y="1678"/>
                </a:cubicBezTo>
                <a:cubicBezTo>
                  <a:pt x="655" y="1673"/>
                  <a:pt x="628" y="1666"/>
                  <a:pt x="602" y="1658"/>
                </a:cubicBezTo>
                <a:cubicBezTo>
                  <a:pt x="575" y="1650"/>
                  <a:pt x="549" y="1640"/>
                  <a:pt x="523" y="1630"/>
                </a:cubicBezTo>
                <a:cubicBezTo>
                  <a:pt x="498" y="1619"/>
                  <a:pt x="473" y="1607"/>
                  <a:pt x="448" y="1594"/>
                </a:cubicBezTo>
                <a:cubicBezTo>
                  <a:pt x="424" y="1581"/>
                  <a:pt x="400" y="1567"/>
                  <a:pt x="377" y="1552"/>
                </a:cubicBezTo>
                <a:cubicBezTo>
                  <a:pt x="354" y="1536"/>
                  <a:pt x="332" y="1520"/>
                  <a:pt x="310" y="1502"/>
                </a:cubicBezTo>
                <a:cubicBezTo>
                  <a:pt x="289" y="1484"/>
                  <a:pt x="267" y="1466"/>
                  <a:pt x="248" y="1446"/>
                </a:cubicBezTo>
                <a:cubicBezTo>
                  <a:pt x="228" y="1427"/>
                  <a:pt x="210" y="1406"/>
                  <a:pt x="192" y="1385"/>
                </a:cubicBezTo>
                <a:cubicBezTo>
                  <a:pt x="174" y="1363"/>
                  <a:pt x="158" y="1341"/>
                  <a:pt x="142" y="1317"/>
                </a:cubicBezTo>
                <a:cubicBezTo>
                  <a:pt x="127" y="1294"/>
                  <a:pt x="113" y="1270"/>
                  <a:pt x="100" y="1246"/>
                </a:cubicBezTo>
                <a:cubicBezTo>
                  <a:pt x="87" y="1221"/>
                  <a:pt x="75" y="1196"/>
                  <a:pt x="64" y="1171"/>
                </a:cubicBezTo>
                <a:cubicBezTo>
                  <a:pt x="54" y="1145"/>
                  <a:pt x="44" y="1119"/>
                  <a:pt x="36" y="1092"/>
                </a:cubicBezTo>
                <a:cubicBezTo>
                  <a:pt x="28" y="1066"/>
                  <a:pt x="21" y="1039"/>
                  <a:pt x="16" y="1012"/>
                </a:cubicBezTo>
                <a:cubicBezTo>
                  <a:pt x="11" y="985"/>
                  <a:pt x="7" y="957"/>
                  <a:pt x="4" y="930"/>
                </a:cubicBezTo>
                <a:cubicBezTo>
                  <a:pt x="1" y="902"/>
                  <a:pt x="0" y="874"/>
                  <a:pt x="0" y="847"/>
                </a:cubicBezTo>
                <a:cubicBezTo>
                  <a:pt x="0" y="819"/>
                  <a:pt x="1" y="791"/>
                  <a:pt x="4" y="764"/>
                </a:cubicBezTo>
                <a:cubicBezTo>
                  <a:pt x="7" y="736"/>
                  <a:pt x="11" y="709"/>
                  <a:pt x="16" y="681"/>
                </a:cubicBezTo>
                <a:cubicBezTo>
                  <a:pt x="21" y="654"/>
                  <a:pt x="28" y="627"/>
                  <a:pt x="36" y="601"/>
                </a:cubicBezTo>
                <a:cubicBezTo>
                  <a:pt x="44" y="574"/>
                  <a:pt x="54" y="548"/>
                  <a:pt x="64" y="523"/>
                </a:cubicBezTo>
                <a:cubicBezTo>
                  <a:pt x="75" y="497"/>
                  <a:pt x="87" y="472"/>
                  <a:pt x="100" y="447"/>
                </a:cubicBezTo>
                <a:cubicBezTo>
                  <a:pt x="113" y="423"/>
                  <a:pt x="127" y="399"/>
                  <a:pt x="142" y="376"/>
                </a:cubicBezTo>
                <a:cubicBezTo>
                  <a:pt x="158" y="353"/>
                  <a:pt x="174" y="331"/>
                  <a:pt x="192" y="309"/>
                </a:cubicBezTo>
                <a:cubicBezTo>
                  <a:pt x="210" y="288"/>
                  <a:pt x="228" y="268"/>
                  <a:pt x="248" y="248"/>
                </a:cubicBezTo>
                <a:cubicBezTo>
                  <a:pt x="267" y="228"/>
                  <a:pt x="289" y="210"/>
                  <a:pt x="310" y="192"/>
                </a:cubicBezTo>
                <a:cubicBezTo>
                  <a:pt x="332" y="175"/>
                  <a:pt x="354" y="158"/>
                  <a:pt x="377" y="143"/>
                </a:cubicBezTo>
                <a:cubicBezTo>
                  <a:pt x="400" y="127"/>
                  <a:pt x="424" y="113"/>
                  <a:pt x="448" y="100"/>
                </a:cubicBezTo>
                <a:cubicBezTo>
                  <a:pt x="473" y="87"/>
                  <a:pt x="498" y="75"/>
                  <a:pt x="523" y="64"/>
                </a:cubicBezTo>
                <a:cubicBezTo>
                  <a:pt x="549" y="54"/>
                  <a:pt x="575" y="44"/>
                  <a:pt x="602" y="36"/>
                </a:cubicBezTo>
                <a:cubicBezTo>
                  <a:pt x="628" y="28"/>
                  <a:pt x="655" y="22"/>
                  <a:pt x="682" y="16"/>
                </a:cubicBezTo>
                <a:cubicBezTo>
                  <a:pt x="709" y="11"/>
                  <a:pt x="737" y="7"/>
                  <a:pt x="764" y="4"/>
                </a:cubicBezTo>
                <a:cubicBezTo>
                  <a:pt x="792" y="1"/>
                  <a:pt x="820" y="0"/>
                  <a:pt x="847" y="0"/>
                </a:cubicBezTo>
                <a:cubicBezTo>
                  <a:pt x="875" y="0"/>
                  <a:pt x="903" y="1"/>
                  <a:pt x="930" y="4"/>
                </a:cubicBezTo>
                <a:cubicBezTo>
                  <a:pt x="958" y="7"/>
                  <a:pt x="985" y="11"/>
                  <a:pt x="1013" y="16"/>
                </a:cubicBezTo>
                <a:cubicBezTo>
                  <a:pt x="1040" y="22"/>
                  <a:pt x="1067" y="28"/>
                  <a:pt x="1093" y="36"/>
                </a:cubicBezTo>
                <a:cubicBezTo>
                  <a:pt x="1120" y="44"/>
                  <a:pt x="1146" y="54"/>
                  <a:pt x="1171" y="64"/>
                </a:cubicBezTo>
                <a:cubicBezTo>
                  <a:pt x="1197" y="75"/>
                  <a:pt x="1222" y="87"/>
                  <a:pt x="1247" y="100"/>
                </a:cubicBezTo>
                <a:cubicBezTo>
                  <a:pt x="1271" y="113"/>
                  <a:pt x="1295" y="127"/>
                  <a:pt x="1318" y="143"/>
                </a:cubicBezTo>
                <a:cubicBezTo>
                  <a:pt x="1341" y="158"/>
                  <a:pt x="1363" y="175"/>
                  <a:pt x="1385" y="192"/>
                </a:cubicBezTo>
                <a:cubicBezTo>
                  <a:pt x="1406" y="210"/>
                  <a:pt x="1427" y="228"/>
                  <a:pt x="1446" y="248"/>
                </a:cubicBezTo>
                <a:cubicBezTo>
                  <a:pt x="1466" y="268"/>
                  <a:pt x="1484" y="288"/>
                  <a:pt x="1502" y="309"/>
                </a:cubicBezTo>
                <a:cubicBezTo>
                  <a:pt x="1520" y="331"/>
                  <a:pt x="1536" y="353"/>
                  <a:pt x="1551" y="376"/>
                </a:cubicBezTo>
                <a:cubicBezTo>
                  <a:pt x="1567" y="399"/>
                  <a:pt x="1581" y="423"/>
                  <a:pt x="1594" y="447"/>
                </a:cubicBezTo>
                <a:cubicBezTo>
                  <a:pt x="1607" y="472"/>
                  <a:pt x="1619" y="497"/>
                  <a:pt x="1630" y="523"/>
                </a:cubicBezTo>
                <a:cubicBezTo>
                  <a:pt x="1640" y="548"/>
                  <a:pt x="1650" y="574"/>
                  <a:pt x="1658" y="601"/>
                </a:cubicBezTo>
                <a:cubicBezTo>
                  <a:pt x="1666" y="627"/>
                  <a:pt x="1672" y="654"/>
                  <a:pt x="1678" y="681"/>
                </a:cubicBezTo>
                <a:cubicBezTo>
                  <a:pt x="1683" y="709"/>
                  <a:pt x="1687" y="736"/>
                  <a:pt x="1690" y="764"/>
                </a:cubicBezTo>
                <a:cubicBezTo>
                  <a:pt x="1693" y="791"/>
                  <a:pt x="1694" y="819"/>
                  <a:pt x="1694" y="847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8943840" y="4895640"/>
            <a:ext cx="200160" cy="228960"/>
          </a:xfrm>
          <a:custGeom>
            <a:avLst/>
            <a:gdLst/>
            <a:ahLst/>
            <a:rect l="0" t="0" r="r" b="b"/>
            <a:pathLst>
              <a:path w="556" h="636">
                <a:moveTo>
                  <a:pt x="272" y="1"/>
                </a:moveTo>
                <a:cubicBezTo>
                  <a:pt x="276" y="0"/>
                  <a:pt x="280" y="0"/>
                  <a:pt x="284" y="1"/>
                </a:cubicBezTo>
                <a:lnTo>
                  <a:pt x="533" y="51"/>
                </a:lnTo>
                <a:cubicBezTo>
                  <a:pt x="546" y="54"/>
                  <a:pt x="556" y="66"/>
                  <a:pt x="556" y="80"/>
                </a:cubicBezTo>
                <a:cubicBezTo>
                  <a:pt x="556" y="95"/>
                  <a:pt x="546" y="107"/>
                  <a:pt x="533" y="110"/>
                </a:cubicBezTo>
                <a:lnTo>
                  <a:pt x="437" y="129"/>
                </a:lnTo>
                <a:lnTo>
                  <a:pt x="437" y="200"/>
                </a:lnTo>
                <a:cubicBezTo>
                  <a:pt x="437" y="287"/>
                  <a:pt x="365" y="358"/>
                  <a:pt x="278" y="358"/>
                </a:cubicBezTo>
                <a:cubicBezTo>
                  <a:pt x="190" y="358"/>
                  <a:pt x="119" y="287"/>
                  <a:pt x="119" y="200"/>
                </a:cubicBezTo>
                <a:lnTo>
                  <a:pt x="119" y="129"/>
                </a:lnTo>
                <a:lnTo>
                  <a:pt x="59" y="117"/>
                </a:lnTo>
                <a:lnTo>
                  <a:pt x="59" y="198"/>
                </a:lnTo>
                <a:lnTo>
                  <a:pt x="79" y="295"/>
                </a:lnTo>
                <a:cubicBezTo>
                  <a:pt x="80" y="301"/>
                  <a:pt x="79" y="307"/>
                  <a:pt x="75" y="311"/>
                </a:cubicBezTo>
                <a:cubicBezTo>
                  <a:pt x="71" y="316"/>
                  <a:pt x="65" y="319"/>
                  <a:pt x="59" y="319"/>
                </a:cubicBezTo>
                <a:lnTo>
                  <a:pt x="20" y="319"/>
                </a:lnTo>
                <a:cubicBezTo>
                  <a:pt x="14" y="319"/>
                  <a:pt x="8" y="316"/>
                  <a:pt x="4" y="311"/>
                </a:cubicBezTo>
                <a:cubicBezTo>
                  <a:pt x="0" y="307"/>
                  <a:pt x="-1" y="301"/>
                  <a:pt x="0" y="295"/>
                </a:cubicBezTo>
                <a:lnTo>
                  <a:pt x="20" y="198"/>
                </a:lnTo>
                <a:lnTo>
                  <a:pt x="20" y="108"/>
                </a:lnTo>
                <a:cubicBezTo>
                  <a:pt x="8" y="104"/>
                  <a:pt x="0" y="93"/>
                  <a:pt x="0" y="80"/>
                </a:cubicBezTo>
                <a:cubicBezTo>
                  <a:pt x="0" y="66"/>
                  <a:pt x="10" y="54"/>
                  <a:pt x="24" y="51"/>
                </a:cubicBezTo>
                <a:lnTo>
                  <a:pt x="272" y="1"/>
                </a:lnTo>
                <a:moveTo>
                  <a:pt x="139" y="408"/>
                </a:moveTo>
                <a:cubicBezTo>
                  <a:pt x="152" y="403"/>
                  <a:pt x="166" y="408"/>
                  <a:pt x="175" y="418"/>
                </a:cubicBezTo>
                <a:lnTo>
                  <a:pt x="263" y="512"/>
                </a:lnTo>
                <a:cubicBezTo>
                  <a:pt x="271" y="520"/>
                  <a:pt x="284" y="520"/>
                  <a:pt x="292" y="512"/>
                </a:cubicBezTo>
                <a:lnTo>
                  <a:pt x="380" y="418"/>
                </a:lnTo>
                <a:cubicBezTo>
                  <a:pt x="390" y="408"/>
                  <a:pt x="404" y="403"/>
                  <a:pt x="418" y="408"/>
                </a:cubicBezTo>
                <a:cubicBezTo>
                  <a:pt x="498" y="433"/>
                  <a:pt x="556" y="509"/>
                  <a:pt x="556" y="598"/>
                </a:cubicBezTo>
                <a:cubicBezTo>
                  <a:pt x="556" y="619"/>
                  <a:pt x="539" y="636"/>
                  <a:pt x="518" y="636"/>
                </a:cubicBezTo>
                <a:lnTo>
                  <a:pt x="38" y="636"/>
                </a:lnTo>
                <a:cubicBezTo>
                  <a:pt x="17" y="636"/>
                  <a:pt x="0" y="619"/>
                  <a:pt x="0" y="598"/>
                </a:cubicBezTo>
                <a:cubicBezTo>
                  <a:pt x="0" y="509"/>
                  <a:pt x="58" y="433"/>
                  <a:pt x="139" y="408"/>
                </a:cubicBezTo>
                <a:close/>
              </a:path>
            </a:pathLst>
          </a:custGeom>
          <a:solidFill>
            <a:srgbClr val="1a5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6829560" y="3408840"/>
            <a:ext cx="2343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Is Nelly Dean a reliable narrator?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7898760" y="5435280"/>
            <a:ext cx="2253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Microsoft YaHei"/>
                <a:ea typeface="MicrosoftYaHei"/>
              </a:rPr>
              <a:t>Thank you for listening!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7822080" y="5780520"/>
            <a:ext cx="2412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Microsoft YaHei"/>
                <a:ea typeface="MicrosoftYaHei"/>
              </a:rPr>
              <a:t>Any further insights are welcome.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11611080" y="6517800"/>
            <a:ext cx="1436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64748b"/>
                </a:solidFill>
                <a:effectLst/>
                <a:uFillTx/>
                <a:latin typeface="Microsoft YaHei"/>
                <a:ea typeface="NotoSansSC"/>
              </a:rPr>
              <a:t>16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