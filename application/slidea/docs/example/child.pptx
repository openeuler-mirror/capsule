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204700" cy="6870700"/>
  <p:notesSz cx="12204700" cy="6870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41" y="2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06880" y="767576"/>
            <a:ext cx="578485" cy="593725"/>
          </a:xfrm>
          <a:custGeom>
            <a:avLst/>
            <a:gdLst/>
            <a:ahLst/>
            <a:cxnLst/>
            <a:rect l="l" t="t" r="r" b="b"/>
            <a:pathLst>
              <a:path w="578485" h="593725">
                <a:moveTo>
                  <a:pt x="376299" y="593486"/>
                </a:moveTo>
                <a:lnTo>
                  <a:pt x="366846" y="590758"/>
                </a:lnTo>
                <a:lnTo>
                  <a:pt x="358335" y="585460"/>
                </a:lnTo>
                <a:lnTo>
                  <a:pt x="234152" y="480895"/>
                </a:lnTo>
                <a:lnTo>
                  <a:pt x="78174" y="525910"/>
                </a:lnTo>
                <a:lnTo>
                  <a:pt x="36175" y="507285"/>
                </a:lnTo>
                <a:lnTo>
                  <a:pt x="32665" y="488113"/>
                </a:lnTo>
                <a:lnTo>
                  <a:pt x="34984" y="478387"/>
                </a:lnTo>
                <a:lnTo>
                  <a:pt x="95656" y="325018"/>
                </a:lnTo>
                <a:lnTo>
                  <a:pt x="5815" y="188269"/>
                </a:lnTo>
                <a:lnTo>
                  <a:pt x="1580" y="179292"/>
                </a:lnTo>
                <a:lnTo>
                  <a:pt x="0" y="169659"/>
                </a:lnTo>
                <a:lnTo>
                  <a:pt x="1067" y="159947"/>
                </a:lnTo>
                <a:lnTo>
                  <a:pt x="37874" y="133005"/>
                </a:lnTo>
                <a:lnTo>
                  <a:pt x="199579" y="143184"/>
                </a:lnTo>
                <a:lnTo>
                  <a:pt x="300486" y="13659"/>
                </a:lnTo>
                <a:lnTo>
                  <a:pt x="307728" y="6693"/>
                </a:lnTo>
                <a:lnTo>
                  <a:pt x="316430" y="2070"/>
                </a:lnTo>
                <a:lnTo>
                  <a:pt x="326065" y="0"/>
                </a:lnTo>
                <a:lnTo>
                  <a:pt x="336108" y="690"/>
                </a:lnTo>
                <a:lnTo>
                  <a:pt x="402876" y="186396"/>
                </a:lnTo>
                <a:lnTo>
                  <a:pt x="554850" y="242892"/>
                </a:lnTo>
                <a:lnTo>
                  <a:pt x="563591" y="247640"/>
                </a:lnTo>
                <a:lnTo>
                  <a:pt x="570564" y="254462"/>
                </a:lnTo>
                <a:lnTo>
                  <a:pt x="575436" y="262914"/>
                </a:lnTo>
                <a:lnTo>
                  <a:pt x="577874" y="272549"/>
                </a:lnTo>
                <a:lnTo>
                  <a:pt x="577563" y="282485"/>
                </a:lnTo>
                <a:lnTo>
                  <a:pt x="574583" y="291791"/>
                </a:lnTo>
                <a:lnTo>
                  <a:pt x="569195" y="299942"/>
                </a:lnTo>
                <a:lnTo>
                  <a:pt x="561660" y="306418"/>
                </a:lnTo>
                <a:lnTo>
                  <a:pt x="423966" y="394802"/>
                </a:lnTo>
                <a:lnTo>
                  <a:pt x="417120" y="559612"/>
                </a:lnTo>
                <a:lnTo>
                  <a:pt x="386130" y="593534"/>
                </a:lnTo>
                <a:lnTo>
                  <a:pt x="376299" y="593486"/>
                </a:lnTo>
                <a:close/>
              </a:path>
            </a:pathLst>
          </a:custGeom>
          <a:solidFill>
            <a:srgbClr val="FDD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925401" y="4919001"/>
            <a:ext cx="1026160" cy="1134745"/>
          </a:xfrm>
          <a:custGeom>
            <a:avLst/>
            <a:gdLst/>
            <a:ahLst/>
            <a:cxnLst/>
            <a:rect l="l" t="t" r="r" b="b"/>
            <a:pathLst>
              <a:path w="1026159" h="1134745">
                <a:moveTo>
                  <a:pt x="335033" y="442123"/>
                </a:moveTo>
                <a:lnTo>
                  <a:pt x="326951" y="450205"/>
                </a:lnTo>
                <a:lnTo>
                  <a:pt x="320763" y="451342"/>
                </a:lnTo>
                <a:lnTo>
                  <a:pt x="315585" y="448942"/>
                </a:lnTo>
                <a:lnTo>
                  <a:pt x="250170" y="419139"/>
                </a:lnTo>
                <a:lnTo>
                  <a:pt x="179577" y="451342"/>
                </a:lnTo>
                <a:lnTo>
                  <a:pt x="173389" y="450205"/>
                </a:lnTo>
                <a:lnTo>
                  <a:pt x="165306" y="442123"/>
                </a:lnTo>
                <a:lnTo>
                  <a:pt x="164170" y="435935"/>
                </a:lnTo>
                <a:lnTo>
                  <a:pt x="196372" y="365342"/>
                </a:lnTo>
                <a:lnTo>
                  <a:pt x="166569" y="299926"/>
                </a:lnTo>
                <a:lnTo>
                  <a:pt x="164170" y="294748"/>
                </a:lnTo>
                <a:lnTo>
                  <a:pt x="165306" y="288560"/>
                </a:lnTo>
                <a:lnTo>
                  <a:pt x="173389" y="280478"/>
                </a:lnTo>
                <a:lnTo>
                  <a:pt x="179577" y="279342"/>
                </a:lnTo>
                <a:lnTo>
                  <a:pt x="184754" y="281741"/>
                </a:lnTo>
                <a:lnTo>
                  <a:pt x="250170" y="311544"/>
                </a:lnTo>
                <a:lnTo>
                  <a:pt x="320763" y="279342"/>
                </a:lnTo>
                <a:lnTo>
                  <a:pt x="326951" y="280478"/>
                </a:lnTo>
                <a:lnTo>
                  <a:pt x="335033" y="288560"/>
                </a:lnTo>
                <a:lnTo>
                  <a:pt x="336170" y="294748"/>
                </a:lnTo>
                <a:lnTo>
                  <a:pt x="303967" y="365342"/>
                </a:lnTo>
                <a:lnTo>
                  <a:pt x="333770" y="430757"/>
                </a:lnTo>
                <a:lnTo>
                  <a:pt x="336170" y="435935"/>
                </a:lnTo>
                <a:lnTo>
                  <a:pt x="335033" y="442123"/>
                </a:lnTo>
                <a:close/>
              </a:path>
              <a:path w="1026159" h="1134745">
                <a:moveTo>
                  <a:pt x="637280" y="1109554"/>
                </a:moveTo>
                <a:lnTo>
                  <a:pt x="610048" y="1127930"/>
                </a:lnTo>
                <a:lnTo>
                  <a:pt x="576742" y="1134669"/>
                </a:lnTo>
                <a:lnTo>
                  <a:pt x="489353" y="1134669"/>
                </a:lnTo>
                <a:lnTo>
                  <a:pt x="455977" y="1127859"/>
                </a:lnTo>
                <a:lnTo>
                  <a:pt x="428721" y="1109459"/>
                </a:lnTo>
                <a:lnTo>
                  <a:pt x="410344" y="1082227"/>
                </a:lnTo>
                <a:lnTo>
                  <a:pt x="403606" y="1048921"/>
                </a:lnTo>
                <a:lnTo>
                  <a:pt x="403606" y="85873"/>
                </a:lnTo>
                <a:lnTo>
                  <a:pt x="428815" y="25241"/>
                </a:lnTo>
                <a:lnTo>
                  <a:pt x="489353" y="126"/>
                </a:lnTo>
                <a:lnTo>
                  <a:pt x="576616" y="0"/>
                </a:lnTo>
                <a:lnTo>
                  <a:pt x="599062" y="4579"/>
                </a:lnTo>
                <a:lnTo>
                  <a:pt x="503497" y="100143"/>
                </a:lnTo>
                <a:lnTo>
                  <a:pt x="503497" y="365342"/>
                </a:lnTo>
                <a:lnTo>
                  <a:pt x="562346" y="365342"/>
                </a:lnTo>
                <a:lnTo>
                  <a:pt x="662387" y="265300"/>
                </a:lnTo>
                <a:lnTo>
                  <a:pt x="662490" y="1048921"/>
                </a:lnTo>
                <a:lnTo>
                  <a:pt x="655680" y="1082298"/>
                </a:lnTo>
                <a:lnTo>
                  <a:pt x="637280" y="1109554"/>
                </a:lnTo>
                <a:close/>
              </a:path>
              <a:path w="1026159" h="1134745">
                <a:moveTo>
                  <a:pt x="256231" y="763391"/>
                </a:moveTo>
                <a:lnTo>
                  <a:pt x="244108" y="775515"/>
                </a:lnTo>
                <a:lnTo>
                  <a:pt x="234889" y="777156"/>
                </a:lnTo>
                <a:lnTo>
                  <a:pt x="227060" y="773620"/>
                </a:lnTo>
                <a:lnTo>
                  <a:pt x="128936" y="729042"/>
                </a:lnTo>
                <a:lnTo>
                  <a:pt x="22983" y="777156"/>
                </a:lnTo>
                <a:lnTo>
                  <a:pt x="13765" y="775515"/>
                </a:lnTo>
                <a:lnTo>
                  <a:pt x="1641" y="763391"/>
                </a:lnTo>
                <a:lnTo>
                  <a:pt x="0" y="754173"/>
                </a:lnTo>
                <a:lnTo>
                  <a:pt x="48114" y="648220"/>
                </a:lnTo>
                <a:lnTo>
                  <a:pt x="3535" y="550096"/>
                </a:lnTo>
                <a:lnTo>
                  <a:pt x="0" y="542267"/>
                </a:lnTo>
                <a:lnTo>
                  <a:pt x="1641" y="533048"/>
                </a:lnTo>
                <a:lnTo>
                  <a:pt x="13765" y="520924"/>
                </a:lnTo>
                <a:lnTo>
                  <a:pt x="22983" y="519283"/>
                </a:lnTo>
                <a:lnTo>
                  <a:pt x="30813" y="522819"/>
                </a:lnTo>
                <a:lnTo>
                  <a:pt x="128936" y="567397"/>
                </a:lnTo>
                <a:lnTo>
                  <a:pt x="234889" y="519283"/>
                </a:lnTo>
                <a:lnTo>
                  <a:pt x="244108" y="520924"/>
                </a:lnTo>
                <a:lnTo>
                  <a:pt x="256231" y="533048"/>
                </a:lnTo>
                <a:lnTo>
                  <a:pt x="257873" y="542267"/>
                </a:lnTo>
                <a:lnTo>
                  <a:pt x="209759" y="648220"/>
                </a:lnTo>
                <a:lnTo>
                  <a:pt x="254337" y="746343"/>
                </a:lnTo>
                <a:lnTo>
                  <a:pt x="257873" y="754173"/>
                </a:lnTo>
                <a:lnTo>
                  <a:pt x="256231" y="763391"/>
                </a:lnTo>
                <a:close/>
              </a:path>
              <a:path w="1026159" h="1134745">
                <a:moveTo>
                  <a:pt x="637261" y="25228"/>
                </a:moveTo>
                <a:lnTo>
                  <a:pt x="562346" y="100143"/>
                </a:lnTo>
                <a:lnTo>
                  <a:pt x="503497" y="100143"/>
                </a:lnTo>
                <a:lnTo>
                  <a:pt x="599062" y="4579"/>
                </a:lnTo>
                <a:lnTo>
                  <a:pt x="609993" y="6809"/>
                </a:lnTo>
                <a:lnTo>
                  <a:pt x="637261" y="25228"/>
                </a:lnTo>
                <a:close/>
              </a:path>
              <a:path w="1026159" h="1134745">
                <a:moveTo>
                  <a:pt x="662387" y="265300"/>
                </a:moveTo>
                <a:lnTo>
                  <a:pt x="562346" y="365342"/>
                </a:lnTo>
                <a:lnTo>
                  <a:pt x="562346" y="100143"/>
                </a:lnTo>
                <a:lnTo>
                  <a:pt x="637261" y="25228"/>
                </a:lnTo>
                <a:lnTo>
                  <a:pt x="655625" y="52441"/>
                </a:lnTo>
                <a:lnTo>
                  <a:pt x="662363" y="85747"/>
                </a:lnTo>
                <a:lnTo>
                  <a:pt x="662387" y="265300"/>
                </a:lnTo>
                <a:close/>
              </a:path>
              <a:path w="1026159" h="1134745">
                <a:moveTo>
                  <a:pt x="562346" y="100143"/>
                </a:moveTo>
                <a:close/>
              </a:path>
              <a:path w="1026159" h="1134745">
                <a:moveTo>
                  <a:pt x="1024043" y="642158"/>
                </a:moveTo>
                <a:lnTo>
                  <a:pt x="1011920" y="654281"/>
                </a:lnTo>
                <a:lnTo>
                  <a:pt x="1002701" y="655923"/>
                </a:lnTo>
                <a:lnTo>
                  <a:pt x="994871" y="652387"/>
                </a:lnTo>
                <a:lnTo>
                  <a:pt x="896748" y="607808"/>
                </a:lnTo>
                <a:lnTo>
                  <a:pt x="790795" y="655923"/>
                </a:lnTo>
                <a:lnTo>
                  <a:pt x="781576" y="654281"/>
                </a:lnTo>
                <a:lnTo>
                  <a:pt x="769453" y="642158"/>
                </a:lnTo>
                <a:lnTo>
                  <a:pt x="767811" y="632939"/>
                </a:lnTo>
                <a:lnTo>
                  <a:pt x="815926" y="526986"/>
                </a:lnTo>
                <a:lnTo>
                  <a:pt x="771347" y="428863"/>
                </a:lnTo>
                <a:lnTo>
                  <a:pt x="767811" y="421033"/>
                </a:lnTo>
                <a:lnTo>
                  <a:pt x="769453" y="411814"/>
                </a:lnTo>
                <a:lnTo>
                  <a:pt x="781576" y="399691"/>
                </a:lnTo>
                <a:lnTo>
                  <a:pt x="790795" y="398049"/>
                </a:lnTo>
                <a:lnTo>
                  <a:pt x="798625" y="401585"/>
                </a:lnTo>
                <a:lnTo>
                  <a:pt x="896748" y="446164"/>
                </a:lnTo>
                <a:lnTo>
                  <a:pt x="1002701" y="398049"/>
                </a:lnTo>
                <a:lnTo>
                  <a:pt x="1011920" y="399691"/>
                </a:lnTo>
                <a:lnTo>
                  <a:pt x="1024043" y="411814"/>
                </a:lnTo>
                <a:lnTo>
                  <a:pt x="1025685" y="421033"/>
                </a:lnTo>
                <a:lnTo>
                  <a:pt x="977570" y="526986"/>
                </a:lnTo>
                <a:lnTo>
                  <a:pt x="1022149" y="625109"/>
                </a:lnTo>
                <a:lnTo>
                  <a:pt x="1025685" y="632939"/>
                </a:lnTo>
                <a:lnTo>
                  <a:pt x="1024043" y="642158"/>
                </a:lnTo>
                <a:close/>
              </a:path>
            </a:pathLst>
          </a:custGeom>
          <a:solidFill>
            <a:srgbClr val="D8B4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800475" y="289571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31167" y="464232"/>
                </a:moveTo>
                <a:lnTo>
                  <a:pt x="71437" y="464232"/>
                </a:lnTo>
                <a:lnTo>
                  <a:pt x="188193" y="201587"/>
                </a:lnTo>
                <a:lnTo>
                  <a:pt x="221512" y="148930"/>
                </a:lnTo>
                <a:lnTo>
                  <a:pt x="268560" y="108160"/>
                </a:lnTo>
                <a:lnTo>
                  <a:pt x="435880" y="1116"/>
                </a:lnTo>
                <a:lnTo>
                  <a:pt x="439787" y="0"/>
                </a:lnTo>
                <a:lnTo>
                  <a:pt x="443693" y="0"/>
                </a:lnTo>
                <a:lnTo>
                  <a:pt x="451723" y="1562"/>
                </a:lnTo>
                <a:lnTo>
                  <a:pt x="458288" y="5971"/>
                </a:lnTo>
                <a:lnTo>
                  <a:pt x="462718" y="12557"/>
                </a:lnTo>
                <a:lnTo>
                  <a:pt x="464343" y="20649"/>
                </a:lnTo>
                <a:lnTo>
                  <a:pt x="464343" y="25337"/>
                </a:lnTo>
                <a:lnTo>
                  <a:pt x="463785" y="28128"/>
                </a:lnTo>
                <a:lnTo>
                  <a:pt x="462781" y="30807"/>
                </a:lnTo>
                <a:lnTo>
                  <a:pt x="414329" y="151693"/>
                </a:lnTo>
                <a:lnTo>
                  <a:pt x="299702" y="151693"/>
                </a:lnTo>
                <a:lnTo>
                  <a:pt x="296354" y="154148"/>
                </a:lnTo>
                <a:lnTo>
                  <a:pt x="287647" y="180379"/>
                </a:lnTo>
                <a:lnTo>
                  <a:pt x="261416" y="189086"/>
                </a:lnTo>
                <a:lnTo>
                  <a:pt x="258960" y="192434"/>
                </a:lnTo>
                <a:lnTo>
                  <a:pt x="258960" y="200248"/>
                </a:lnTo>
                <a:lnTo>
                  <a:pt x="261416" y="203596"/>
                </a:lnTo>
                <a:lnTo>
                  <a:pt x="287647" y="212303"/>
                </a:lnTo>
                <a:lnTo>
                  <a:pt x="296354" y="238534"/>
                </a:lnTo>
                <a:lnTo>
                  <a:pt x="299702" y="240989"/>
                </a:lnTo>
                <a:lnTo>
                  <a:pt x="400819" y="240989"/>
                </a:lnTo>
                <a:lnTo>
                  <a:pt x="428607" y="303497"/>
                </a:lnTo>
                <a:lnTo>
                  <a:pt x="242329" y="303497"/>
                </a:lnTo>
                <a:lnTo>
                  <a:pt x="235520" y="308409"/>
                </a:lnTo>
                <a:lnTo>
                  <a:pt x="233064" y="315664"/>
                </a:lnTo>
                <a:lnTo>
                  <a:pt x="217996" y="360759"/>
                </a:lnTo>
                <a:lnTo>
                  <a:pt x="165645" y="378283"/>
                </a:lnTo>
                <a:lnTo>
                  <a:pt x="160814" y="384981"/>
                </a:lnTo>
                <a:lnTo>
                  <a:pt x="160734" y="400496"/>
                </a:lnTo>
                <a:lnTo>
                  <a:pt x="165645" y="407305"/>
                </a:lnTo>
                <a:lnTo>
                  <a:pt x="217995" y="424829"/>
                </a:lnTo>
                <a:lnTo>
                  <a:pt x="231167" y="464232"/>
                </a:lnTo>
                <a:close/>
              </a:path>
              <a:path w="571500" h="571500">
                <a:moveTo>
                  <a:pt x="400819" y="240989"/>
                </a:moveTo>
                <a:lnTo>
                  <a:pt x="307516" y="240989"/>
                </a:lnTo>
                <a:lnTo>
                  <a:pt x="310864" y="238534"/>
                </a:lnTo>
                <a:lnTo>
                  <a:pt x="319571" y="212303"/>
                </a:lnTo>
                <a:lnTo>
                  <a:pt x="345802" y="203596"/>
                </a:lnTo>
                <a:lnTo>
                  <a:pt x="348257" y="200248"/>
                </a:lnTo>
                <a:lnTo>
                  <a:pt x="348257" y="192434"/>
                </a:lnTo>
                <a:lnTo>
                  <a:pt x="345802" y="189086"/>
                </a:lnTo>
                <a:lnTo>
                  <a:pt x="319571" y="180379"/>
                </a:lnTo>
                <a:lnTo>
                  <a:pt x="310864" y="154148"/>
                </a:lnTo>
                <a:lnTo>
                  <a:pt x="307516" y="151693"/>
                </a:lnTo>
                <a:lnTo>
                  <a:pt x="414329" y="151693"/>
                </a:lnTo>
                <a:lnTo>
                  <a:pt x="396031" y="197346"/>
                </a:lnTo>
                <a:lnTo>
                  <a:pt x="393910" y="202592"/>
                </a:lnTo>
                <a:lnTo>
                  <a:pt x="392906" y="208173"/>
                </a:lnTo>
                <a:lnTo>
                  <a:pt x="392906" y="219893"/>
                </a:lnTo>
                <a:lnTo>
                  <a:pt x="394245" y="226032"/>
                </a:lnTo>
                <a:lnTo>
                  <a:pt x="396701" y="231725"/>
                </a:lnTo>
                <a:lnTo>
                  <a:pt x="400819" y="240989"/>
                </a:lnTo>
                <a:close/>
              </a:path>
              <a:path w="571500" h="571500">
                <a:moveTo>
                  <a:pt x="500062" y="464232"/>
                </a:moveTo>
                <a:lnTo>
                  <a:pt x="268895" y="464232"/>
                </a:lnTo>
                <a:lnTo>
                  <a:pt x="282066" y="424718"/>
                </a:lnTo>
                <a:lnTo>
                  <a:pt x="334416" y="407193"/>
                </a:lnTo>
                <a:lnTo>
                  <a:pt x="339247" y="400496"/>
                </a:lnTo>
                <a:lnTo>
                  <a:pt x="339328" y="384981"/>
                </a:lnTo>
                <a:lnTo>
                  <a:pt x="334416" y="378172"/>
                </a:lnTo>
                <a:lnTo>
                  <a:pt x="282066" y="360647"/>
                </a:lnTo>
                <a:lnTo>
                  <a:pt x="266997" y="315552"/>
                </a:lnTo>
                <a:lnTo>
                  <a:pt x="264541" y="308409"/>
                </a:lnTo>
                <a:lnTo>
                  <a:pt x="257733" y="303497"/>
                </a:lnTo>
                <a:lnTo>
                  <a:pt x="428607" y="303497"/>
                </a:lnTo>
                <a:lnTo>
                  <a:pt x="500062" y="464232"/>
                </a:lnTo>
                <a:close/>
              </a:path>
              <a:path w="571500" h="571500">
                <a:moveTo>
                  <a:pt x="535781" y="571388"/>
                </a:moveTo>
                <a:lnTo>
                  <a:pt x="35718" y="571388"/>
                </a:lnTo>
                <a:lnTo>
                  <a:pt x="21802" y="568585"/>
                </a:lnTo>
                <a:lnTo>
                  <a:pt x="10450" y="560937"/>
                </a:lnTo>
                <a:lnTo>
                  <a:pt x="2802" y="549585"/>
                </a:lnTo>
                <a:lnTo>
                  <a:pt x="0" y="535669"/>
                </a:lnTo>
                <a:lnTo>
                  <a:pt x="2802" y="521753"/>
                </a:lnTo>
                <a:lnTo>
                  <a:pt x="10450" y="510401"/>
                </a:lnTo>
                <a:lnTo>
                  <a:pt x="21802" y="502753"/>
                </a:lnTo>
                <a:lnTo>
                  <a:pt x="35718" y="499950"/>
                </a:lnTo>
                <a:lnTo>
                  <a:pt x="535781" y="499950"/>
                </a:lnTo>
                <a:lnTo>
                  <a:pt x="549697" y="502753"/>
                </a:lnTo>
                <a:lnTo>
                  <a:pt x="561049" y="510401"/>
                </a:lnTo>
                <a:lnTo>
                  <a:pt x="568697" y="521753"/>
                </a:lnTo>
                <a:lnTo>
                  <a:pt x="571500" y="535669"/>
                </a:lnTo>
                <a:lnTo>
                  <a:pt x="568697" y="549585"/>
                </a:lnTo>
                <a:lnTo>
                  <a:pt x="561049" y="560937"/>
                </a:lnTo>
                <a:lnTo>
                  <a:pt x="549697" y="568585"/>
                </a:lnTo>
                <a:lnTo>
                  <a:pt x="535781" y="571388"/>
                </a:lnTo>
                <a:close/>
              </a:path>
            </a:pathLst>
          </a:custGeom>
          <a:solidFill>
            <a:srgbClr val="BF83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82504" y="2816225"/>
            <a:ext cx="3597275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34054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7592"/>
            <a:ext cx="854329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562EB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4054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562EB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4054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235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4054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49837" y="27304"/>
            <a:ext cx="2380615" cy="1002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34054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4062" y="1749425"/>
            <a:ext cx="5054600" cy="1730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562EB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89751"/>
            <a:ext cx="3905504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7384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175" dirty="0"/>
              <a:t>假如我会魔法</a:t>
            </a:r>
            <a:endParaRPr sz="4500"/>
          </a:p>
        </p:txBody>
      </p:sp>
      <p:sp>
        <p:nvSpPr>
          <p:cNvPr id="3" name="object 3"/>
          <p:cNvSpPr txBox="1"/>
          <p:nvPr/>
        </p:nvSpPr>
        <p:spPr>
          <a:xfrm>
            <a:off x="4654549" y="3683000"/>
            <a:ext cx="28829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" dirty="0">
                <a:solidFill>
                  <a:srgbClr val="64738B"/>
                </a:solidFill>
                <a:latin typeface="微软雅黑"/>
                <a:cs typeface="微软雅黑"/>
              </a:rPr>
              <a:t>激发想象力与快乐冒险</a:t>
            </a:r>
            <a:endParaRPr sz="225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6078" y="187325"/>
            <a:ext cx="1760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5469"/>
                </a:solidFill>
                <a:latin typeface="微软雅黑"/>
                <a:cs typeface="微软雅黑"/>
              </a:rPr>
              <a:t>5</a:t>
            </a:r>
            <a:r>
              <a:rPr sz="1800" spc="-10" dirty="0">
                <a:solidFill>
                  <a:srgbClr val="465469"/>
                </a:solidFill>
                <a:latin typeface="微软雅黑"/>
                <a:cs typeface="微软雅黑"/>
              </a:rPr>
              <a:t>岁小朋友脱口秀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92426" y="6418311"/>
            <a:ext cx="160718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465469"/>
                </a:solidFill>
                <a:latin typeface="微软雅黑"/>
                <a:cs typeface="微软雅黑"/>
              </a:rPr>
              <a:t>童趣表达 · 温暖治愈 </a:t>
            </a:r>
            <a:r>
              <a:rPr sz="1400" spc="30" dirty="0">
                <a:solidFill>
                  <a:srgbClr val="465469"/>
                </a:solidFill>
                <a:latin typeface="Segoe UI Symbol"/>
                <a:cs typeface="Segoe UI Symbol"/>
              </a:rPr>
              <a:t>✨</a:t>
            </a:r>
            <a:endParaRPr sz="1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0834" y="5742230"/>
            <a:ext cx="681355" cy="610870"/>
          </a:xfrm>
          <a:custGeom>
            <a:avLst/>
            <a:gdLst/>
            <a:ahLst/>
            <a:cxnLst/>
            <a:rect l="l" t="t" r="r" b="b"/>
            <a:pathLst>
              <a:path w="681355" h="610870">
                <a:moveTo>
                  <a:pt x="259284" y="609150"/>
                </a:moveTo>
                <a:lnTo>
                  <a:pt x="226028" y="587155"/>
                </a:lnTo>
                <a:lnTo>
                  <a:pt x="36258" y="315804"/>
                </a:lnTo>
                <a:lnTo>
                  <a:pt x="16175" y="279748"/>
                </a:lnTo>
                <a:lnTo>
                  <a:pt x="4009" y="240754"/>
                </a:lnTo>
                <a:lnTo>
                  <a:pt x="0" y="200104"/>
                </a:lnTo>
                <a:lnTo>
                  <a:pt x="4388" y="159083"/>
                </a:lnTo>
                <a:lnTo>
                  <a:pt x="20768" y="108177"/>
                </a:lnTo>
                <a:lnTo>
                  <a:pt x="44621" y="70591"/>
                </a:lnTo>
                <a:lnTo>
                  <a:pt x="76102" y="39853"/>
                </a:lnTo>
                <a:lnTo>
                  <a:pt x="113750" y="17090"/>
                </a:lnTo>
                <a:lnTo>
                  <a:pt x="156105" y="3430"/>
                </a:lnTo>
                <a:lnTo>
                  <a:pt x="201706" y="0"/>
                </a:lnTo>
                <a:lnTo>
                  <a:pt x="246845" y="7463"/>
                </a:lnTo>
                <a:lnTo>
                  <a:pt x="288360" y="25094"/>
                </a:lnTo>
                <a:lnTo>
                  <a:pt x="324582" y="51922"/>
                </a:lnTo>
                <a:lnTo>
                  <a:pt x="353843" y="86975"/>
                </a:lnTo>
                <a:lnTo>
                  <a:pt x="366224" y="106039"/>
                </a:lnTo>
                <a:lnTo>
                  <a:pt x="385288" y="93659"/>
                </a:lnTo>
                <a:lnTo>
                  <a:pt x="426277" y="73538"/>
                </a:lnTo>
                <a:lnTo>
                  <a:pt x="470279" y="63762"/>
                </a:lnTo>
                <a:lnTo>
                  <a:pt x="515376" y="64541"/>
                </a:lnTo>
                <a:lnTo>
                  <a:pt x="559648" y="76082"/>
                </a:lnTo>
                <a:lnTo>
                  <a:pt x="599911" y="97764"/>
                </a:lnTo>
                <a:lnTo>
                  <a:pt x="633048" y="127471"/>
                </a:lnTo>
                <a:lnTo>
                  <a:pt x="658183" y="163578"/>
                </a:lnTo>
                <a:lnTo>
                  <a:pt x="674440" y="204464"/>
                </a:lnTo>
                <a:lnTo>
                  <a:pt x="680943" y="248502"/>
                </a:lnTo>
                <a:lnTo>
                  <a:pt x="676817" y="294070"/>
                </a:lnTo>
                <a:lnTo>
                  <a:pt x="662526" y="340929"/>
                </a:lnTo>
                <a:lnTo>
                  <a:pt x="642330" y="376433"/>
                </a:lnTo>
                <a:lnTo>
                  <a:pt x="615355" y="407108"/>
                </a:lnTo>
                <a:lnTo>
                  <a:pt x="582343" y="431878"/>
                </a:lnTo>
                <a:lnTo>
                  <a:pt x="298612" y="602583"/>
                </a:lnTo>
                <a:lnTo>
                  <a:pt x="269466" y="610330"/>
                </a:lnTo>
                <a:lnTo>
                  <a:pt x="259284" y="609150"/>
                </a:lnTo>
                <a:close/>
              </a:path>
            </a:pathLst>
          </a:custGeom>
          <a:solidFill>
            <a:srgbClr val="F9A7D4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955473" y="721420"/>
            <a:ext cx="1511935" cy="1113790"/>
          </a:xfrm>
          <a:custGeom>
            <a:avLst/>
            <a:gdLst/>
            <a:ahLst/>
            <a:cxnLst/>
            <a:rect l="l" t="t" r="r" b="b"/>
            <a:pathLst>
              <a:path w="1511934" h="1113789">
                <a:moveTo>
                  <a:pt x="1270635" y="924465"/>
                </a:moveTo>
                <a:lnTo>
                  <a:pt x="413484" y="1106658"/>
                </a:lnTo>
                <a:lnTo>
                  <a:pt x="367335" y="1113266"/>
                </a:lnTo>
                <a:lnTo>
                  <a:pt x="321796" y="1113620"/>
                </a:lnTo>
                <a:lnTo>
                  <a:pt x="277353" y="1108035"/>
                </a:lnTo>
                <a:lnTo>
                  <a:pt x="234491" y="1096827"/>
                </a:lnTo>
                <a:lnTo>
                  <a:pt x="193697" y="1080310"/>
                </a:lnTo>
                <a:lnTo>
                  <a:pt x="155455" y="1058801"/>
                </a:lnTo>
                <a:lnTo>
                  <a:pt x="120250" y="1032614"/>
                </a:lnTo>
                <a:lnTo>
                  <a:pt x="88569" y="1002064"/>
                </a:lnTo>
                <a:lnTo>
                  <a:pt x="60896" y="967467"/>
                </a:lnTo>
                <a:lnTo>
                  <a:pt x="37718" y="929138"/>
                </a:lnTo>
                <a:lnTo>
                  <a:pt x="19519" y="887392"/>
                </a:lnTo>
                <a:lnTo>
                  <a:pt x="6785" y="842544"/>
                </a:lnTo>
                <a:lnTo>
                  <a:pt x="0" y="793954"/>
                </a:lnTo>
                <a:lnTo>
                  <a:pt x="126" y="746077"/>
                </a:lnTo>
                <a:lnTo>
                  <a:pt x="6796" y="699478"/>
                </a:lnTo>
                <a:lnTo>
                  <a:pt x="19641" y="654722"/>
                </a:lnTo>
                <a:lnTo>
                  <a:pt x="38291" y="612374"/>
                </a:lnTo>
                <a:lnTo>
                  <a:pt x="62378" y="573001"/>
                </a:lnTo>
                <a:lnTo>
                  <a:pt x="91533" y="537167"/>
                </a:lnTo>
                <a:lnTo>
                  <a:pt x="125387" y="505437"/>
                </a:lnTo>
                <a:lnTo>
                  <a:pt x="163572" y="478377"/>
                </a:lnTo>
                <a:lnTo>
                  <a:pt x="160433" y="465898"/>
                </a:lnTo>
                <a:lnTo>
                  <a:pt x="159096" y="459609"/>
                </a:lnTo>
                <a:lnTo>
                  <a:pt x="152059" y="412229"/>
                </a:lnTo>
                <a:lnTo>
                  <a:pt x="150963" y="365402"/>
                </a:lnTo>
                <a:lnTo>
                  <a:pt x="155534" y="319552"/>
                </a:lnTo>
                <a:lnTo>
                  <a:pt x="165498" y="275100"/>
                </a:lnTo>
                <a:lnTo>
                  <a:pt x="180581" y="232469"/>
                </a:lnTo>
                <a:lnTo>
                  <a:pt x="200507" y="192083"/>
                </a:lnTo>
                <a:lnTo>
                  <a:pt x="225002" y="154364"/>
                </a:lnTo>
                <a:lnTo>
                  <a:pt x="253792" y="119734"/>
                </a:lnTo>
                <a:lnTo>
                  <a:pt x="286602" y="88616"/>
                </a:lnTo>
                <a:lnTo>
                  <a:pt x="323158" y="61433"/>
                </a:lnTo>
                <a:lnTo>
                  <a:pt x="363186" y="38608"/>
                </a:lnTo>
                <a:lnTo>
                  <a:pt x="406410" y="20563"/>
                </a:lnTo>
                <a:lnTo>
                  <a:pt x="452556" y="7720"/>
                </a:lnTo>
                <a:lnTo>
                  <a:pt x="504179" y="344"/>
                </a:lnTo>
                <a:lnTo>
                  <a:pt x="555094" y="0"/>
                </a:lnTo>
                <a:lnTo>
                  <a:pt x="604759" y="6334"/>
                </a:lnTo>
                <a:lnTo>
                  <a:pt x="652630" y="18995"/>
                </a:lnTo>
                <a:lnTo>
                  <a:pt x="698165" y="37630"/>
                </a:lnTo>
                <a:lnTo>
                  <a:pt x="740821" y="61886"/>
                </a:lnTo>
                <a:lnTo>
                  <a:pt x="780055" y="91412"/>
                </a:lnTo>
                <a:lnTo>
                  <a:pt x="815324" y="125854"/>
                </a:lnTo>
                <a:lnTo>
                  <a:pt x="839822" y="104009"/>
                </a:lnTo>
                <a:lnTo>
                  <a:pt x="867563" y="85720"/>
                </a:lnTo>
                <a:lnTo>
                  <a:pt x="898217" y="71467"/>
                </a:lnTo>
                <a:lnTo>
                  <a:pt x="931451" y="61733"/>
                </a:lnTo>
                <a:lnTo>
                  <a:pt x="977468" y="56702"/>
                </a:lnTo>
                <a:lnTo>
                  <a:pt x="1022205" y="60815"/>
                </a:lnTo>
                <a:lnTo>
                  <a:pt x="1064570" y="73363"/>
                </a:lnTo>
                <a:lnTo>
                  <a:pt x="1103471" y="93638"/>
                </a:lnTo>
                <a:lnTo>
                  <a:pt x="1137814" y="120929"/>
                </a:lnTo>
                <a:lnTo>
                  <a:pt x="1166509" y="154527"/>
                </a:lnTo>
                <a:lnTo>
                  <a:pt x="1188463" y="193724"/>
                </a:lnTo>
                <a:lnTo>
                  <a:pt x="1202584" y="237809"/>
                </a:lnTo>
                <a:lnTo>
                  <a:pt x="1207555" y="280238"/>
                </a:lnTo>
                <a:lnTo>
                  <a:pt x="1207103" y="301106"/>
                </a:lnTo>
                <a:lnTo>
                  <a:pt x="1204807" y="321568"/>
                </a:lnTo>
                <a:lnTo>
                  <a:pt x="1251471" y="324723"/>
                </a:lnTo>
                <a:lnTo>
                  <a:pt x="1296425" y="334842"/>
                </a:lnTo>
                <a:lnTo>
                  <a:pt x="1338982" y="351475"/>
                </a:lnTo>
                <a:lnTo>
                  <a:pt x="1378451" y="374175"/>
                </a:lnTo>
                <a:lnTo>
                  <a:pt x="1414146" y="402491"/>
                </a:lnTo>
                <a:lnTo>
                  <a:pt x="1445376" y="435976"/>
                </a:lnTo>
                <a:lnTo>
                  <a:pt x="1471455" y="474181"/>
                </a:lnTo>
                <a:lnTo>
                  <a:pt x="1491694" y="516657"/>
                </a:lnTo>
                <a:lnTo>
                  <a:pt x="1505403" y="562955"/>
                </a:lnTo>
                <a:lnTo>
                  <a:pt x="1511781" y="612148"/>
                </a:lnTo>
                <a:lnTo>
                  <a:pt x="1510237" y="660427"/>
                </a:lnTo>
                <a:lnTo>
                  <a:pt x="1501253" y="707047"/>
                </a:lnTo>
                <a:lnTo>
                  <a:pt x="1485312" y="751265"/>
                </a:lnTo>
                <a:lnTo>
                  <a:pt x="1462898" y="792337"/>
                </a:lnTo>
                <a:lnTo>
                  <a:pt x="1434494" y="829519"/>
                </a:lnTo>
                <a:lnTo>
                  <a:pt x="1400582" y="862066"/>
                </a:lnTo>
                <a:lnTo>
                  <a:pt x="1361646" y="889236"/>
                </a:lnTo>
                <a:lnTo>
                  <a:pt x="1318170" y="910284"/>
                </a:lnTo>
                <a:lnTo>
                  <a:pt x="1270635" y="924465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81574" y="21145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15583" y="232171"/>
                </a:moveTo>
                <a:lnTo>
                  <a:pt x="35718" y="232171"/>
                </a:lnTo>
                <a:lnTo>
                  <a:pt x="94096" y="100849"/>
                </a:lnTo>
                <a:lnTo>
                  <a:pt x="121738" y="63491"/>
                </a:lnTo>
                <a:lnTo>
                  <a:pt x="217940" y="613"/>
                </a:lnTo>
                <a:lnTo>
                  <a:pt x="227539" y="0"/>
                </a:lnTo>
                <a:lnTo>
                  <a:pt x="232171" y="4632"/>
                </a:lnTo>
                <a:lnTo>
                  <a:pt x="232171" y="12724"/>
                </a:lnTo>
                <a:lnTo>
                  <a:pt x="231892" y="14120"/>
                </a:lnTo>
                <a:lnTo>
                  <a:pt x="231390" y="15459"/>
                </a:lnTo>
                <a:lnTo>
                  <a:pt x="207158" y="75902"/>
                </a:lnTo>
                <a:lnTo>
                  <a:pt x="149851" y="75902"/>
                </a:lnTo>
                <a:lnTo>
                  <a:pt x="148177" y="77130"/>
                </a:lnTo>
                <a:lnTo>
                  <a:pt x="143823" y="90245"/>
                </a:lnTo>
                <a:lnTo>
                  <a:pt x="130708" y="94598"/>
                </a:lnTo>
                <a:lnTo>
                  <a:pt x="129480" y="96273"/>
                </a:lnTo>
                <a:lnTo>
                  <a:pt x="129480" y="100179"/>
                </a:lnTo>
                <a:lnTo>
                  <a:pt x="130708" y="101854"/>
                </a:lnTo>
                <a:lnTo>
                  <a:pt x="143823" y="106207"/>
                </a:lnTo>
                <a:lnTo>
                  <a:pt x="148177" y="119322"/>
                </a:lnTo>
                <a:lnTo>
                  <a:pt x="149851" y="120550"/>
                </a:lnTo>
                <a:lnTo>
                  <a:pt x="200409" y="120550"/>
                </a:lnTo>
                <a:lnTo>
                  <a:pt x="214303" y="151804"/>
                </a:lnTo>
                <a:lnTo>
                  <a:pt x="121164" y="151804"/>
                </a:lnTo>
                <a:lnTo>
                  <a:pt x="117760" y="154260"/>
                </a:lnTo>
                <a:lnTo>
                  <a:pt x="116532" y="157888"/>
                </a:lnTo>
                <a:lnTo>
                  <a:pt x="108998" y="180435"/>
                </a:lnTo>
                <a:lnTo>
                  <a:pt x="82822" y="189197"/>
                </a:lnTo>
                <a:lnTo>
                  <a:pt x="80407" y="192546"/>
                </a:lnTo>
                <a:lnTo>
                  <a:pt x="80367" y="200304"/>
                </a:lnTo>
                <a:lnTo>
                  <a:pt x="82822" y="203708"/>
                </a:lnTo>
                <a:lnTo>
                  <a:pt x="108997" y="212470"/>
                </a:lnTo>
                <a:lnTo>
                  <a:pt x="115583" y="232171"/>
                </a:lnTo>
                <a:close/>
              </a:path>
              <a:path w="285750" h="285750">
                <a:moveTo>
                  <a:pt x="200409" y="120550"/>
                </a:moveTo>
                <a:lnTo>
                  <a:pt x="153758" y="120550"/>
                </a:lnTo>
                <a:lnTo>
                  <a:pt x="155432" y="119322"/>
                </a:lnTo>
                <a:lnTo>
                  <a:pt x="159785" y="106207"/>
                </a:lnTo>
                <a:lnTo>
                  <a:pt x="172901" y="101854"/>
                </a:lnTo>
                <a:lnTo>
                  <a:pt x="174128" y="100179"/>
                </a:lnTo>
                <a:lnTo>
                  <a:pt x="174128" y="96273"/>
                </a:lnTo>
                <a:lnTo>
                  <a:pt x="172901" y="94598"/>
                </a:lnTo>
                <a:lnTo>
                  <a:pt x="159785" y="90245"/>
                </a:lnTo>
                <a:lnTo>
                  <a:pt x="155432" y="77130"/>
                </a:lnTo>
                <a:lnTo>
                  <a:pt x="153758" y="75902"/>
                </a:lnTo>
                <a:lnTo>
                  <a:pt x="207158" y="75902"/>
                </a:lnTo>
                <a:lnTo>
                  <a:pt x="196955" y="101351"/>
                </a:lnTo>
                <a:lnTo>
                  <a:pt x="196453" y="104142"/>
                </a:lnTo>
                <a:lnTo>
                  <a:pt x="196453" y="110002"/>
                </a:lnTo>
                <a:lnTo>
                  <a:pt x="197122" y="113072"/>
                </a:lnTo>
                <a:lnTo>
                  <a:pt x="198350" y="115918"/>
                </a:lnTo>
                <a:lnTo>
                  <a:pt x="200409" y="120550"/>
                </a:lnTo>
                <a:close/>
              </a:path>
              <a:path w="285750" h="285750">
                <a:moveTo>
                  <a:pt x="250031" y="232171"/>
                </a:moveTo>
                <a:lnTo>
                  <a:pt x="134447" y="232171"/>
                </a:lnTo>
                <a:lnTo>
                  <a:pt x="141033" y="212414"/>
                </a:lnTo>
                <a:lnTo>
                  <a:pt x="167208" y="203652"/>
                </a:lnTo>
                <a:lnTo>
                  <a:pt x="169623" y="200304"/>
                </a:lnTo>
                <a:lnTo>
                  <a:pt x="169664" y="192546"/>
                </a:lnTo>
                <a:lnTo>
                  <a:pt x="167208" y="189141"/>
                </a:lnTo>
                <a:lnTo>
                  <a:pt x="141033" y="180379"/>
                </a:lnTo>
                <a:lnTo>
                  <a:pt x="133498" y="157832"/>
                </a:lnTo>
                <a:lnTo>
                  <a:pt x="132270" y="154260"/>
                </a:lnTo>
                <a:lnTo>
                  <a:pt x="128866" y="151804"/>
                </a:lnTo>
                <a:lnTo>
                  <a:pt x="214303" y="151804"/>
                </a:lnTo>
                <a:lnTo>
                  <a:pt x="250031" y="232171"/>
                </a:lnTo>
                <a:close/>
              </a:path>
              <a:path w="285750" h="285750">
                <a:moveTo>
                  <a:pt x="277769" y="285750"/>
                </a:moveTo>
                <a:lnTo>
                  <a:pt x="7980" y="285750"/>
                </a:lnTo>
                <a:lnTo>
                  <a:pt x="0" y="277769"/>
                </a:lnTo>
                <a:lnTo>
                  <a:pt x="0" y="258012"/>
                </a:lnTo>
                <a:lnTo>
                  <a:pt x="7980" y="250031"/>
                </a:lnTo>
                <a:lnTo>
                  <a:pt x="277769" y="250031"/>
                </a:lnTo>
                <a:lnTo>
                  <a:pt x="285750" y="258012"/>
                </a:lnTo>
                <a:lnTo>
                  <a:pt x="285750" y="277769"/>
                </a:lnTo>
                <a:lnTo>
                  <a:pt x="277769" y="285750"/>
                </a:lnTo>
                <a:close/>
              </a:path>
            </a:pathLst>
          </a:custGeom>
          <a:solidFill>
            <a:srgbClr val="BF83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80235" y="2778546"/>
            <a:ext cx="287655" cy="243204"/>
          </a:xfrm>
          <a:custGeom>
            <a:avLst/>
            <a:gdLst/>
            <a:ahLst/>
            <a:cxnLst/>
            <a:rect l="l" t="t" r="r" b="b"/>
            <a:pathLst>
              <a:path w="287654" h="243205">
                <a:moveTo>
                  <a:pt x="72664" y="40127"/>
                </a:moveTo>
                <a:lnTo>
                  <a:pt x="36500" y="40127"/>
                </a:lnTo>
                <a:lnTo>
                  <a:pt x="72218" y="446"/>
                </a:lnTo>
                <a:lnTo>
                  <a:pt x="80646" y="0"/>
                </a:lnTo>
                <a:lnTo>
                  <a:pt x="91752" y="9990"/>
                </a:lnTo>
                <a:lnTo>
                  <a:pt x="92199" y="18417"/>
                </a:lnTo>
                <a:lnTo>
                  <a:pt x="72664" y="40127"/>
                </a:lnTo>
                <a:close/>
              </a:path>
              <a:path w="287654" h="243205">
                <a:moveTo>
                  <a:pt x="33765" y="73056"/>
                </a:moveTo>
                <a:lnTo>
                  <a:pt x="30249" y="71660"/>
                </a:lnTo>
                <a:lnTo>
                  <a:pt x="27626" y="69093"/>
                </a:lnTo>
                <a:lnTo>
                  <a:pt x="5246" y="46769"/>
                </a:lnTo>
                <a:lnTo>
                  <a:pt x="55" y="41523"/>
                </a:lnTo>
                <a:lnTo>
                  <a:pt x="55" y="33039"/>
                </a:lnTo>
                <a:lnTo>
                  <a:pt x="10436" y="22547"/>
                </a:lnTo>
                <a:lnTo>
                  <a:pt x="18975" y="22547"/>
                </a:lnTo>
                <a:lnTo>
                  <a:pt x="24165" y="27793"/>
                </a:lnTo>
                <a:lnTo>
                  <a:pt x="36500" y="40127"/>
                </a:lnTo>
                <a:lnTo>
                  <a:pt x="72664" y="40127"/>
                </a:lnTo>
                <a:lnTo>
                  <a:pt x="44592" y="71325"/>
                </a:lnTo>
                <a:lnTo>
                  <a:pt x="41132" y="72944"/>
                </a:lnTo>
                <a:lnTo>
                  <a:pt x="33765" y="73056"/>
                </a:lnTo>
                <a:close/>
              </a:path>
              <a:path w="287654" h="243205">
                <a:moveTo>
                  <a:pt x="72614" y="129480"/>
                </a:moveTo>
                <a:lnTo>
                  <a:pt x="36500" y="129480"/>
                </a:lnTo>
                <a:lnTo>
                  <a:pt x="72218" y="89799"/>
                </a:lnTo>
                <a:lnTo>
                  <a:pt x="80646" y="89352"/>
                </a:lnTo>
                <a:lnTo>
                  <a:pt x="86171" y="94319"/>
                </a:lnTo>
                <a:lnTo>
                  <a:pt x="91752" y="99286"/>
                </a:lnTo>
                <a:lnTo>
                  <a:pt x="92199" y="107714"/>
                </a:lnTo>
                <a:lnTo>
                  <a:pt x="72614" y="129480"/>
                </a:lnTo>
                <a:close/>
              </a:path>
              <a:path w="287654" h="243205">
                <a:moveTo>
                  <a:pt x="33765" y="162352"/>
                </a:moveTo>
                <a:lnTo>
                  <a:pt x="30249" y="160957"/>
                </a:lnTo>
                <a:lnTo>
                  <a:pt x="27626" y="158390"/>
                </a:lnTo>
                <a:lnTo>
                  <a:pt x="0" y="130819"/>
                </a:lnTo>
                <a:lnTo>
                  <a:pt x="0" y="122336"/>
                </a:lnTo>
                <a:lnTo>
                  <a:pt x="10492" y="111955"/>
                </a:lnTo>
                <a:lnTo>
                  <a:pt x="18975" y="111900"/>
                </a:lnTo>
                <a:lnTo>
                  <a:pt x="24165" y="117146"/>
                </a:lnTo>
                <a:lnTo>
                  <a:pt x="36500" y="129480"/>
                </a:lnTo>
                <a:lnTo>
                  <a:pt x="72614" y="129480"/>
                </a:lnTo>
                <a:lnTo>
                  <a:pt x="44592" y="160622"/>
                </a:lnTo>
                <a:lnTo>
                  <a:pt x="41132" y="162241"/>
                </a:lnTo>
                <a:lnTo>
                  <a:pt x="33765" y="162352"/>
                </a:lnTo>
                <a:close/>
              </a:path>
              <a:path w="287654" h="243205">
                <a:moveTo>
                  <a:pt x="279108" y="55140"/>
                </a:moveTo>
                <a:lnTo>
                  <a:pt x="134335" y="55140"/>
                </a:lnTo>
                <a:lnTo>
                  <a:pt x="126355" y="47159"/>
                </a:lnTo>
                <a:lnTo>
                  <a:pt x="126355" y="27402"/>
                </a:lnTo>
                <a:lnTo>
                  <a:pt x="134335" y="19422"/>
                </a:lnTo>
                <a:lnTo>
                  <a:pt x="279108" y="19422"/>
                </a:lnTo>
                <a:lnTo>
                  <a:pt x="287089" y="27402"/>
                </a:lnTo>
                <a:lnTo>
                  <a:pt x="287089" y="47159"/>
                </a:lnTo>
                <a:lnTo>
                  <a:pt x="279108" y="55140"/>
                </a:lnTo>
                <a:close/>
              </a:path>
              <a:path w="287654" h="243205">
                <a:moveTo>
                  <a:pt x="279108" y="144437"/>
                </a:moveTo>
                <a:lnTo>
                  <a:pt x="134335" y="144437"/>
                </a:lnTo>
                <a:lnTo>
                  <a:pt x="126355" y="136456"/>
                </a:lnTo>
                <a:lnTo>
                  <a:pt x="126355" y="116699"/>
                </a:lnTo>
                <a:lnTo>
                  <a:pt x="134335" y="108718"/>
                </a:lnTo>
                <a:lnTo>
                  <a:pt x="279108" y="108718"/>
                </a:lnTo>
                <a:lnTo>
                  <a:pt x="287089" y="116699"/>
                </a:lnTo>
                <a:lnTo>
                  <a:pt x="287089" y="136456"/>
                </a:lnTo>
                <a:lnTo>
                  <a:pt x="279108" y="144437"/>
                </a:lnTo>
                <a:close/>
              </a:path>
              <a:path w="287654" h="243205">
                <a:moveTo>
                  <a:pt x="279108" y="233734"/>
                </a:moveTo>
                <a:lnTo>
                  <a:pt x="98617" y="233734"/>
                </a:lnTo>
                <a:lnTo>
                  <a:pt x="90636" y="225753"/>
                </a:lnTo>
                <a:lnTo>
                  <a:pt x="90636" y="205996"/>
                </a:lnTo>
                <a:lnTo>
                  <a:pt x="98617" y="198015"/>
                </a:lnTo>
                <a:lnTo>
                  <a:pt x="279108" y="198015"/>
                </a:lnTo>
                <a:lnTo>
                  <a:pt x="287089" y="205996"/>
                </a:lnTo>
                <a:lnTo>
                  <a:pt x="287089" y="225753"/>
                </a:lnTo>
                <a:lnTo>
                  <a:pt x="279108" y="233734"/>
                </a:lnTo>
                <a:close/>
              </a:path>
              <a:path w="287654" h="243205">
                <a:moveTo>
                  <a:pt x="31680" y="242664"/>
                </a:moveTo>
                <a:lnTo>
                  <a:pt x="24576" y="242664"/>
                </a:lnTo>
                <a:lnTo>
                  <a:pt x="21158" y="241984"/>
                </a:lnTo>
                <a:lnTo>
                  <a:pt x="1339" y="219427"/>
                </a:lnTo>
                <a:lnTo>
                  <a:pt x="1339" y="212322"/>
                </a:lnTo>
                <a:lnTo>
                  <a:pt x="24576" y="189086"/>
                </a:lnTo>
                <a:lnTo>
                  <a:pt x="31680" y="189086"/>
                </a:lnTo>
                <a:lnTo>
                  <a:pt x="54917" y="212322"/>
                </a:lnTo>
                <a:lnTo>
                  <a:pt x="54917" y="219427"/>
                </a:lnTo>
                <a:lnTo>
                  <a:pt x="31680" y="242664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85903" y="3409961"/>
            <a:ext cx="358140" cy="284480"/>
          </a:xfrm>
          <a:custGeom>
            <a:avLst/>
            <a:gdLst/>
            <a:ahLst/>
            <a:cxnLst/>
            <a:rect l="l" t="t" r="r" b="b"/>
            <a:pathLst>
              <a:path w="358139" h="284479">
                <a:moveTo>
                  <a:pt x="134782" y="249406"/>
                </a:moveTo>
                <a:lnTo>
                  <a:pt x="109890" y="247884"/>
                </a:lnTo>
                <a:lnTo>
                  <a:pt x="84999" y="238236"/>
                </a:lnTo>
                <a:lnTo>
                  <a:pt x="61824" y="223890"/>
                </a:lnTo>
                <a:lnTo>
                  <a:pt x="42081" y="208273"/>
                </a:lnTo>
                <a:lnTo>
                  <a:pt x="17704" y="169409"/>
                </a:lnTo>
                <a:lnTo>
                  <a:pt x="781" y="62384"/>
                </a:lnTo>
                <a:lnTo>
                  <a:pt x="0" y="56915"/>
                </a:lnTo>
                <a:lnTo>
                  <a:pt x="446" y="51278"/>
                </a:lnTo>
                <a:lnTo>
                  <a:pt x="30577" y="24168"/>
                </a:lnTo>
                <a:lnTo>
                  <a:pt x="98505" y="3114"/>
                </a:lnTo>
                <a:lnTo>
                  <a:pt x="139597" y="0"/>
                </a:lnTo>
                <a:lnTo>
                  <a:pt x="169539" y="3114"/>
                </a:lnTo>
                <a:lnTo>
                  <a:pt x="189758" y="9636"/>
                </a:lnTo>
                <a:lnTo>
                  <a:pt x="201810" y="16787"/>
                </a:lnTo>
                <a:lnTo>
                  <a:pt x="203150" y="17959"/>
                </a:lnTo>
                <a:lnTo>
                  <a:pt x="183167" y="21045"/>
                </a:lnTo>
                <a:lnTo>
                  <a:pt x="167103" y="25821"/>
                </a:lnTo>
                <a:lnTo>
                  <a:pt x="135215" y="50343"/>
                </a:lnTo>
                <a:lnTo>
                  <a:pt x="128318" y="83983"/>
                </a:lnTo>
                <a:lnTo>
                  <a:pt x="93482" y="83983"/>
                </a:lnTo>
                <a:lnTo>
                  <a:pt x="91026" y="85713"/>
                </a:lnTo>
                <a:lnTo>
                  <a:pt x="86673" y="88783"/>
                </a:lnTo>
                <a:lnTo>
                  <a:pt x="85052" y="89452"/>
                </a:lnTo>
                <a:lnTo>
                  <a:pt x="57149" y="89452"/>
                </a:lnTo>
                <a:lnTo>
                  <a:pt x="53912" y="91127"/>
                </a:lnTo>
                <a:lnTo>
                  <a:pt x="79306" y="113730"/>
                </a:lnTo>
                <a:lnTo>
                  <a:pt x="123923" y="113730"/>
                </a:lnTo>
                <a:lnTo>
                  <a:pt x="120550" y="136557"/>
                </a:lnTo>
                <a:lnTo>
                  <a:pt x="82770" y="160760"/>
                </a:lnTo>
                <a:lnTo>
                  <a:pt x="77241" y="178638"/>
                </a:lnTo>
                <a:lnTo>
                  <a:pt x="82711" y="180814"/>
                </a:lnTo>
                <a:lnTo>
                  <a:pt x="116842" y="180814"/>
                </a:lnTo>
                <a:lnTo>
                  <a:pt x="118904" y="196148"/>
                </a:lnTo>
                <a:lnTo>
                  <a:pt x="135173" y="233276"/>
                </a:lnTo>
                <a:lnTo>
                  <a:pt x="144828" y="246894"/>
                </a:lnTo>
                <a:lnTo>
                  <a:pt x="141535" y="248010"/>
                </a:lnTo>
                <a:lnTo>
                  <a:pt x="138186" y="248903"/>
                </a:lnTo>
                <a:lnTo>
                  <a:pt x="134782" y="249406"/>
                </a:lnTo>
                <a:close/>
              </a:path>
              <a:path w="358139" h="284479">
                <a:moveTo>
                  <a:pt x="223242" y="284455"/>
                </a:moveTo>
                <a:lnTo>
                  <a:pt x="199870" y="275625"/>
                </a:lnTo>
                <a:lnTo>
                  <a:pt x="178837" y="259026"/>
                </a:lnTo>
                <a:lnTo>
                  <a:pt x="160808" y="238440"/>
                </a:lnTo>
                <a:lnTo>
                  <a:pt x="146446" y="217649"/>
                </a:lnTo>
                <a:lnTo>
                  <a:pt x="139652" y="203674"/>
                </a:lnTo>
                <a:lnTo>
                  <a:pt x="135696" y="188725"/>
                </a:lnTo>
                <a:lnTo>
                  <a:pt x="134474" y="174005"/>
                </a:lnTo>
                <a:lnTo>
                  <a:pt x="134419" y="173057"/>
                </a:lnTo>
                <a:lnTo>
                  <a:pt x="135563" y="157541"/>
                </a:lnTo>
                <a:lnTo>
                  <a:pt x="149069" y="65845"/>
                </a:lnTo>
                <a:lnTo>
                  <a:pt x="149851" y="60375"/>
                </a:lnTo>
                <a:lnTo>
                  <a:pt x="188535" y="38100"/>
                </a:lnTo>
                <a:lnTo>
                  <a:pt x="218436" y="34993"/>
                </a:lnTo>
                <a:lnTo>
                  <a:pt x="259519" y="38107"/>
                </a:lnTo>
                <a:lnTo>
                  <a:pt x="299717" y="47321"/>
                </a:lnTo>
                <a:lnTo>
                  <a:pt x="344932" y="71399"/>
                </a:lnTo>
                <a:lnTo>
                  <a:pt x="357945" y="90904"/>
                </a:lnTo>
                <a:lnTo>
                  <a:pt x="357929" y="92578"/>
                </a:lnTo>
                <a:lnTo>
                  <a:pt x="356371" y="103293"/>
                </a:lnTo>
                <a:lnTo>
                  <a:pt x="214535" y="103293"/>
                </a:lnTo>
                <a:lnTo>
                  <a:pt x="205826" y="103727"/>
                </a:lnTo>
                <a:lnTo>
                  <a:pt x="198232" y="107389"/>
                </a:lnTo>
                <a:lnTo>
                  <a:pt x="192552" y="113677"/>
                </a:lnTo>
                <a:lnTo>
                  <a:pt x="189588" y="121990"/>
                </a:lnTo>
                <a:lnTo>
                  <a:pt x="189141" y="125897"/>
                </a:lnTo>
                <a:lnTo>
                  <a:pt x="192378" y="127571"/>
                </a:lnTo>
                <a:lnTo>
                  <a:pt x="220298" y="127571"/>
                </a:lnTo>
                <a:lnTo>
                  <a:pt x="221902" y="128241"/>
                </a:lnTo>
                <a:lnTo>
                  <a:pt x="226200" y="131310"/>
                </a:lnTo>
                <a:lnTo>
                  <a:pt x="228711" y="133041"/>
                </a:lnTo>
                <a:lnTo>
                  <a:pt x="258960" y="133041"/>
                </a:lnTo>
                <a:lnTo>
                  <a:pt x="258905" y="133375"/>
                </a:lnTo>
                <a:lnTo>
                  <a:pt x="258570" y="136389"/>
                </a:lnTo>
                <a:lnTo>
                  <a:pt x="261807" y="138063"/>
                </a:lnTo>
                <a:lnTo>
                  <a:pt x="289727" y="138063"/>
                </a:lnTo>
                <a:lnTo>
                  <a:pt x="291331" y="138733"/>
                </a:lnTo>
                <a:lnTo>
                  <a:pt x="298084" y="143533"/>
                </a:lnTo>
                <a:lnTo>
                  <a:pt x="350445" y="143533"/>
                </a:lnTo>
                <a:lnTo>
                  <a:pt x="346408" y="170936"/>
                </a:lnTo>
                <a:lnTo>
                  <a:pt x="184119" y="170936"/>
                </a:lnTo>
                <a:lnTo>
                  <a:pt x="178593" y="173057"/>
                </a:lnTo>
                <a:lnTo>
                  <a:pt x="195874" y="213233"/>
                </a:lnTo>
                <a:lnTo>
                  <a:pt x="231055" y="231658"/>
                </a:lnTo>
                <a:lnTo>
                  <a:pt x="326736" y="231658"/>
                </a:lnTo>
                <a:lnTo>
                  <a:pt x="326517" y="232013"/>
                </a:lnTo>
                <a:lnTo>
                  <a:pt x="315943" y="243322"/>
                </a:lnTo>
                <a:lnTo>
                  <a:pt x="296224" y="258963"/>
                </a:lnTo>
                <a:lnTo>
                  <a:pt x="273046" y="273306"/>
                </a:lnTo>
                <a:lnTo>
                  <a:pt x="248141" y="282941"/>
                </a:lnTo>
                <a:lnTo>
                  <a:pt x="223242" y="284455"/>
                </a:lnTo>
                <a:close/>
              </a:path>
              <a:path w="358139" h="284479">
                <a:moveTo>
                  <a:pt x="123923" y="113730"/>
                </a:moveTo>
                <a:lnTo>
                  <a:pt x="79306" y="113730"/>
                </a:lnTo>
                <a:lnTo>
                  <a:pt x="87506" y="110714"/>
                </a:lnTo>
                <a:lnTo>
                  <a:pt x="93712" y="104961"/>
                </a:lnTo>
                <a:lnTo>
                  <a:pt x="97334" y="97272"/>
                </a:lnTo>
                <a:lnTo>
                  <a:pt x="97780" y="88448"/>
                </a:lnTo>
                <a:lnTo>
                  <a:pt x="97054" y="84597"/>
                </a:lnTo>
                <a:lnTo>
                  <a:pt x="93482" y="83983"/>
                </a:lnTo>
                <a:lnTo>
                  <a:pt x="128318" y="83983"/>
                </a:lnTo>
                <a:lnTo>
                  <a:pt x="123923" y="113730"/>
                </a:lnTo>
                <a:close/>
              </a:path>
              <a:path w="358139" h="284479">
                <a:moveTo>
                  <a:pt x="70488" y="92578"/>
                </a:moveTo>
                <a:lnTo>
                  <a:pt x="65019" y="92076"/>
                </a:lnTo>
                <a:lnTo>
                  <a:pt x="57149" y="89452"/>
                </a:lnTo>
                <a:lnTo>
                  <a:pt x="85052" y="89452"/>
                </a:lnTo>
                <a:lnTo>
                  <a:pt x="81539" y="90904"/>
                </a:lnTo>
                <a:lnTo>
                  <a:pt x="70488" y="92578"/>
                </a:lnTo>
                <a:close/>
              </a:path>
              <a:path w="358139" h="284479">
                <a:moveTo>
                  <a:pt x="258960" y="133041"/>
                </a:moveTo>
                <a:lnTo>
                  <a:pt x="228711" y="133041"/>
                </a:lnTo>
                <a:lnTo>
                  <a:pt x="232283" y="132427"/>
                </a:lnTo>
                <a:lnTo>
                  <a:pt x="233009" y="128576"/>
                </a:lnTo>
                <a:lnTo>
                  <a:pt x="232563" y="119751"/>
                </a:lnTo>
                <a:lnTo>
                  <a:pt x="228941" y="112063"/>
                </a:lnTo>
                <a:lnTo>
                  <a:pt x="222735" y="106310"/>
                </a:lnTo>
                <a:lnTo>
                  <a:pt x="214535" y="103293"/>
                </a:lnTo>
                <a:lnTo>
                  <a:pt x="356371" y="103293"/>
                </a:lnTo>
                <a:lnTo>
                  <a:pt x="354826" y="113786"/>
                </a:lnTo>
                <a:lnTo>
                  <a:pt x="283964" y="113786"/>
                </a:lnTo>
                <a:lnTo>
                  <a:pt x="275255" y="114219"/>
                </a:lnTo>
                <a:lnTo>
                  <a:pt x="267660" y="117881"/>
                </a:lnTo>
                <a:lnTo>
                  <a:pt x="261980" y="124169"/>
                </a:lnTo>
                <a:lnTo>
                  <a:pt x="259036" y="132427"/>
                </a:lnTo>
                <a:lnTo>
                  <a:pt x="258960" y="133041"/>
                </a:lnTo>
                <a:close/>
              </a:path>
              <a:path w="358139" h="284479">
                <a:moveTo>
                  <a:pt x="350445" y="143533"/>
                </a:moveTo>
                <a:lnTo>
                  <a:pt x="298084" y="143533"/>
                </a:lnTo>
                <a:lnTo>
                  <a:pt x="301656" y="142919"/>
                </a:lnTo>
                <a:lnTo>
                  <a:pt x="302214" y="139961"/>
                </a:lnTo>
                <a:lnTo>
                  <a:pt x="283964" y="113786"/>
                </a:lnTo>
                <a:lnTo>
                  <a:pt x="354826" y="113786"/>
                </a:lnTo>
                <a:lnTo>
                  <a:pt x="350445" y="143533"/>
                </a:lnTo>
                <a:close/>
              </a:path>
              <a:path w="358139" h="284479">
                <a:moveTo>
                  <a:pt x="220298" y="127571"/>
                </a:moveTo>
                <a:lnTo>
                  <a:pt x="192378" y="127571"/>
                </a:lnTo>
                <a:lnTo>
                  <a:pt x="200192" y="124948"/>
                </a:lnTo>
                <a:lnTo>
                  <a:pt x="205661" y="124446"/>
                </a:lnTo>
                <a:lnTo>
                  <a:pt x="216823" y="126120"/>
                </a:lnTo>
                <a:lnTo>
                  <a:pt x="220298" y="127571"/>
                </a:lnTo>
                <a:close/>
              </a:path>
              <a:path w="358139" h="284479">
                <a:moveTo>
                  <a:pt x="289727" y="138063"/>
                </a:moveTo>
                <a:lnTo>
                  <a:pt x="261807" y="138063"/>
                </a:lnTo>
                <a:lnTo>
                  <a:pt x="269620" y="135440"/>
                </a:lnTo>
                <a:lnTo>
                  <a:pt x="275090" y="134938"/>
                </a:lnTo>
                <a:lnTo>
                  <a:pt x="286252" y="136612"/>
                </a:lnTo>
                <a:lnTo>
                  <a:pt x="289727" y="138063"/>
                </a:lnTo>
                <a:close/>
              </a:path>
              <a:path w="358139" h="284479">
                <a:moveTo>
                  <a:pt x="116842" y="180814"/>
                </a:moveTo>
                <a:lnTo>
                  <a:pt x="82711" y="180814"/>
                </a:lnTo>
                <a:lnTo>
                  <a:pt x="86338" y="177912"/>
                </a:lnTo>
                <a:lnTo>
                  <a:pt x="93220" y="173057"/>
                </a:lnTo>
                <a:lnTo>
                  <a:pt x="100535" y="169087"/>
                </a:lnTo>
                <a:lnTo>
                  <a:pt x="108463" y="165943"/>
                </a:lnTo>
                <a:lnTo>
                  <a:pt x="116867" y="163736"/>
                </a:lnTo>
                <a:lnTo>
                  <a:pt x="116742" y="177912"/>
                </a:lnTo>
                <a:lnTo>
                  <a:pt x="116842" y="180814"/>
                </a:lnTo>
                <a:close/>
              </a:path>
              <a:path w="358139" h="284479">
                <a:moveTo>
                  <a:pt x="250069" y="197515"/>
                </a:moveTo>
                <a:lnTo>
                  <a:pt x="209924" y="188502"/>
                </a:lnTo>
                <a:lnTo>
                  <a:pt x="184119" y="170936"/>
                </a:lnTo>
                <a:lnTo>
                  <a:pt x="346408" y="170936"/>
                </a:lnTo>
                <a:lnTo>
                  <a:pt x="343983" y="187400"/>
                </a:lnTo>
                <a:lnTo>
                  <a:pt x="293396" y="187400"/>
                </a:lnTo>
                <a:lnTo>
                  <a:pt x="289154" y="189298"/>
                </a:lnTo>
                <a:lnTo>
                  <a:pt x="276719" y="193843"/>
                </a:lnTo>
                <a:lnTo>
                  <a:pt x="263635" y="196616"/>
                </a:lnTo>
                <a:lnTo>
                  <a:pt x="250069" y="197515"/>
                </a:lnTo>
                <a:close/>
              </a:path>
              <a:path w="358139" h="284479">
                <a:moveTo>
                  <a:pt x="326736" y="231658"/>
                </a:moveTo>
                <a:lnTo>
                  <a:pt x="231055" y="231658"/>
                </a:lnTo>
                <a:lnTo>
                  <a:pt x="251475" y="231296"/>
                </a:lnTo>
                <a:lnTo>
                  <a:pt x="270011" y="224493"/>
                </a:lnTo>
                <a:lnTo>
                  <a:pt x="285366" y="212217"/>
                </a:lnTo>
                <a:lnTo>
                  <a:pt x="296242" y="195437"/>
                </a:lnTo>
                <a:lnTo>
                  <a:pt x="298084" y="191083"/>
                </a:lnTo>
                <a:lnTo>
                  <a:pt x="293396" y="187400"/>
                </a:lnTo>
                <a:lnTo>
                  <a:pt x="343983" y="187400"/>
                </a:lnTo>
                <a:lnTo>
                  <a:pt x="343737" y="189074"/>
                </a:lnTo>
                <a:lnTo>
                  <a:pt x="340320" y="204434"/>
                </a:lnTo>
                <a:lnTo>
                  <a:pt x="334612" y="218898"/>
                </a:lnTo>
                <a:lnTo>
                  <a:pt x="326736" y="231658"/>
                </a:lnTo>
                <a:close/>
              </a:path>
              <a:path w="358139" h="284479">
                <a:moveTo>
                  <a:pt x="42081" y="208329"/>
                </a:moveTo>
                <a:close/>
              </a:path>
            </a:pathLst>
          </a:custGeom>
          <a:solidFill>
            <a:srgbClr val="4ADE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24449" y="4081393"/>
            <a:ext cx="285750" cy="244475"/>
          </a:xfrm>
          <a:custGeom>
            <a:avLst/>
            <a:gdLst/>
            <a:ahLst/>
            <a:cxnLst/>
            <a:rect l="l" t="t" r="r" b="b"/>
            <a:pathLst>
              <a:path w="285750" h="244475">
                <a:moveTo>
                  <a:pt x="148623" y="244146"/>
                </a:moveTo>
                <a:lnTo>
                  <a:pt x="137126" y="244146"/>
                </a:lnTo>
                <a:lnTo>
                  <a:pt x="131601" y="241970"/>
                </a:lnTo>
                <a:lnTo>
                  <a:pt x="26565" y="143910"/>
                </a:lnTo>
                <a:lnTo>
                  <a:pt x="1765" y="99897"/>
                </a:lnTo>
                <a:lnTo>
                  <a:pt x="0" y="82798"/>
                </a:lnTo>
                <a:lnTo>
                  <a:pt x="0" y="79561"/>
                </a:lnTo>
                <a:lnTo>
                  <a:pt x="18898" y="27992"/>
                </a:lnTo>
                <a:lnTo>
                  <a:pt x="66637" y="868"/>
                </a:lnTo>
                <a:lnTo>
                  <a:pt x="85681" y="0"/>
                </a:lnTo>
                <a:lnTo>
                  <a:pt x="104128" y="3589"/>
                </a:lnTo>
                <a:lnTo>
                  <a:pt x="121215" y="11385"/>
                </a:lnTo>
                <a:lnTo>
                  <a:pt x="136177" y="23136"/>
                </a:lnTo>
                <a:lnTo>
                  <a:pt x="142875" y="29834"/>
                </a:lnTo>
                <a:lnTo>
                  <a:pt x="149572" y="23136"/>
                </a:lnTo>
                <a:lnTo>
                  <a:pt x="164534" y="11385"/>
                </a:lnTo>
                <a:lnTo>
                  <a:pt x="181621" y="3589"/>
                </a:lnTo>
                <a:lnTo>
                  <a:pt x="200068" y="0"/>
                </a:lnTo>
                <a:lnTo>
                  <a:pt x="219112" y="868"/>
                </a:lnTo>
                <a:lnTo>
                  <a:pt x="245746" y="10385"/>
                </a:lnTo>
                <a:lnTo>
                  <a:pt x="266851" y="27992"/>
                </a:lnTo>
                <a:lnTo>
                  <a:pt x="280745" y="51710"/>
                </a:lnTo>
                <a:lnTo>
                  <a:pt x="285750" y="79561"/>
                </a:lnTo>
                <a:lnTo>
                  <a:pt x="285750" y="82798"/>
                </a:lnTo>
                <a:lnTo>
                  <a:pt x="270492" y="130955"/>
                </a:lnTo>
                <a:lnTo>
                  <a:pt x="154148" y="241970"/>
                </a:lnTo>
                <a:lnTo>
                  <a:pt x="148623" y="244146"/>
                </a:lnTo>
                <a:close/>
              </a:path>
            </a:pathLst>
          </a:custGeom>
          <a:solidFill>
            <a:srgbClr val="F7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81616" y="470539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46050" y="285666"/>
                </a:moveTo>
                <a:lnTo>
                  <a:pt x="7827" y="258528"/>
                </a:lnTo>
                <a:lnTo>
                  <a:pt x="0" y="239601"/>
                </a:lnTo>
                <a:lnTo>
                  <a:pt x="1956" y="229513"/>
                </a:lnTo>
                <a:lnTo>
                  <a:pt x="7827" y="220633"/>
                </a:lnTo>
                <a:lnTo>
                  <a:pt x="220633" y="7827"/>
                </a:lnTo>
                <a:lnTo>
                  <a:pt x="229481" y="1956"/>
                </a:lnTo>
                <a:lnTo>
                  <a:pt x="239559" y="0"/>
                </a:lnTo>
                <a:lnTo>
                  <a:pt x="249648" y="1956"/>
                </a:lnTo>
                <a:lnTo>
                  <a:pt x="258528" y="7827"/>
                </a:lnTo>
                <a:lnTo>
                  <a:pt x="277838" y="27137"/>
                </a:lnTo>
                <a:lnTo>
                  <a:pt x="281763" y="33053"/>
                </a:lnTo>
                <a:lnTo>
                  <a:pt x="239608" y="33053"/>
                </a:lnTo>
                <a:lnTo>
                  <a:pt x="181007" y="91654"/>
                </a:lnTo>
                <a:lnTo>
                  <a:pt x="193983" y="104630"/>
                </a:lnTo>
                <a:lnTo>
                  <a:pt x="238202" y="104658"/>
                </a:lnTo>
                <a:lnTo>
                  <a:pt x="64977" y="277838"/>
                </a:lnTo>
                <a:lnTo>
                  <a:pt x="56128" y="283709"/>
                </a:lnTo>
                <a:lnTo>
                  <a:pt x="46050" y="285666"/>
                </a:lnTo>
                <a:close/>
              </a:path>
              <a:path w="285750" h="285750">
                <a:moveTo>
                  <a:pt x="238202" y="104658"/>
                </a:moveTo>
                <a:lnTo>
                  <a:pt x="194011" y="104658"/>
                </a:lnTo>
                <a:lnTo>
                  <a:pt x="252556" y="46057"/>
                </a:lnTo>
                <a:lnTo>
                  <a:pt x="239608" y="33053"/>
                </a:lnTo>
                <a:lnTo>
                  <a:pt x="281763" y="33053"/>
                </a:lnTo>
                <a:lnTo>
                  <a:pt x="283709" y="35986"/>
                </a:lnTo>
                <a:lnTo>
                  <a:pt x="285666" y="46064"/>
                </a:lnTo>
                <a:lnTo>
                  <a:pt x="283709" y="56153"/>
                </a:lnTo>
                <a:lnTo>
                  <a:pt x="277838" y="65033"/>
                </a:lnTo>
                <a:lnTo>
                  <a:pt x="238202" y="104658"/>
                </a:lnTo>
                <a:close/>
              </a:path>
              <a:path w="285750" h="285750">
                <a:moveTo>
                  <a:pt x="194011" y="104658"/>
                </a:moveTo>
                <a:close/>
              </a:path>
            </a:pathLst>
          </a:custGeom>
          <a:solidFill>
            <a:srgbClr val="FACC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87670" y="2073275"/>
            <a:ext cx="1739900" cy="29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50" b="1" spc="-10" dirty="0">
                <a:solidFill>
                  <a:srgbClr val="334054"/>
                </a:solidFill>
                <a:latin typeface="微软雅黑"/>
                <a:cs typeface="微软雅黑"/>
              </a:rPr>
              <a:t>开场魔法召唤</a:t>
            </a:r>
            <a:endParaRPr sz="2250">
              <a:latin typeface="微软雅黑"/>
              <a:cs typeface="微软雅黑"/>
            </a:endParaRPr>
          </a:p>
          <a:p>
            <a:pPr marL="12700" marR="5080" algn="ctr">
              <a:lnSpc>
                <a:spcPct val="188900"/>
              </a:lnSpc>
            </a:pPr>
            <a:r>
              <a:rPr sz="2250" b="1" spc="-10" dirty="0">
                <a:solidFill>
                  <a:srgbClr val="334054"/>
                </a:solidFill>
                <a:latin typeface="微软雅黑"/>
                <a:cs typeface="微软雅黑"/>
              </a:rPr>
              <a:t>魔法愿望清单魔法小剧场</a:t>
            </a:r>
            <a:r>
              <a:rPr sz="2250" b="1" spc="-50" dirty="0">
                <a:solidFill>
                  <a:srgbClr val="334054"/>
                </a:solidFill>
                <a:latin typeface="微软雅黑"/>
                <a:cs typeface="微软雅黑"/>
              </a:rPr>
              <a:t> </a:t>
            </a:r>
            <a:r>
              <a:rPr sz="2250" b="1" spc="-10" dirty="0">
                <a:solidFill>
                  <a:srgbClr val="334054"/>
                </a:solidFill>
                <a:latin typeface="微软雅黑"/>
                <a:cs typeface="微软雅黑"/>
              </a:rPr>
              <a:t>魔法传递爱谢幕魔法咒语</a:t>
            </a:r>
            <a:endParaRPr sz="225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43512" y="242887"/>
            <a:ext cx="443230" cy="371475"/>
          </a:xfrm>
          <a:custGeom>
            <a:avLst/>
            <a:gdLst/>
            <a:ahLst/>
            <a:cxnLst/>
            <a:rect l="l" t="t" r="r" b="b"/>
            <a:pathLst>
              <a:path w="443229" h="371475">
                <a:moveTo>
                  <a:pt x="64293" y="85725"/>
                </a:moveTo>
                <a:lnTo>
                  <a:pt x="21431" y="85725"/>
                </a:lnTo>
                <a:lnTo>
                  <a:pt x="13072" y="84046"/>
                </a:lnTo>
                <a:lnTo>
                  <a:pt x="6261" y="79463"/>
                </a:lnTo>
                <a:lnTo>
                  <a:pt x="1678" y="72652"/>
                </a:lnTo>
                <a:lnTo>
                  <a:pt x="0" y="64293"/>
                </a:lnTo>
                <a:lnTo>
                  <a:pt x="0" y="21431"/>
                </a:lnTo>
                <a:lnTo>
                  <a:pt x="1678" y="13072"/>
                </a:lnTo>
                <a:lnTo>
                  <a:pt x="6261" y="6261"/>
                </a:lnTo>
                <a:lnTo>
                  <a:pt x="13072" y="1678"/>
                </a:lnTo>
                <a:lnTo>
                  <a:pt x="21431" y="0"/>
                </a:lnTo>
                <a:lnTo>
                  <a:pt x="64293" y="0"/>
                </a:lnTo>
                <a:lnTo>
                  <a:pt x="72652" y="1678"/>
                </a:lnTo>
                <a:lnTo>
                  <a:pt x="79463" y="6261"/>
                </a:lnTo>
                <a:lnTo>
                  <a:pt x="84046" y="13072"/>
                </a:lnTo>
                <a:lnTo>
                  <a:pt x="85725" y="21431"/>
                </a:lnTo>
                <a:lnTo>
                  <a:pt x="85725" y="64293"/>
                </a:lnTo>
                <a:lnTo>
                  <a:pt x="84046" y="72652"/>
                </a:lnTo>
                <a:lnTo>
                  <a:pt x="79463" y="79463"/>
                </a:lnTo>
                <a:lnTo>
                  <a:pt x="72652" y="84046"/>
                </a:lnTo>
                <a:lnTo>
                  <a:pt x="64293" y="85725"/>
                </a:lnTo>
                <a:close/>
              </a:path>
              <a:path w="443229" h="371475">
                <a:moveTo>
                  <a:pt x="414337" y="71437"/>
                </a:moveTo>
                <a:lnTo>
                  <a:pt x="157162" y="71437"/>
                </a:lnTo>
                <a:lnTo>
                  <a:pt x="146029" y="69195"/>
                </a:lnTo>
                <a:lnTo>
                  <a:pt x="136947" y="63077"/>
                </a:lnTo>
                <a:lnTo>
                  <a:pt x="130829" y="53995"/>
                </a:lnTo>
                <a:lnTo>
                  <a:pt x="128587" y="42862"/>
                </a:lnTo>
                <a:lnTo>
                  <a:pt x="130829" y="31729"/>
                </a:lnTo>
                <a:lnTo>
                  <a:pt x="136947" y="22647"/>
                </a:lnTo>
                <a:lnTo>
                  <a:pt x="146029" y="16529"/>
                </a:lnTo>
                <a:lnTo>
                  <a:pt x="157162" y="14287"/>
                </a:lnTo>
                <a:lnTo>
                  <a:pt x="414337" y="14287"/>
                </a:lnTo>
                <a:lnTo>
                  <a:pt x="425470" y="16529"/>
                </a:lnTo>
                <a:lnTo>
                  <a:pt x="434552" y="22647"/>
                </a:lnTo>
                <a:lnTo>
                  <a:pt x="440670" y="31729"/>
                </a:lnTo>
                <a:lnTo>
                  <a:pt x="442912" y="42862"/>
                </a:lnTo>
                <a:lnTo>
                  <a:pt x="440670" y="53995"/>
                </a:lnTo>
                <a:lnTo>
                  <a:pt x="434552" y="63077"/>
                </a:lnTo>
                <a:lnTo>
                  <a:pt x="425470" y="69195"/>
                </a:lnTo>
                <a:lnTo>
                  <a:pt x="414337" y="71437"/>
                </a:lnTo>
                <a:close/>
              </a:path>
              <a:path w="443229" h="371475">
                <a:moveTo>
                  <a:pt x="414337" y="214312"/>
                </a:moveTo>
                <a:lnTo>
                  <a:pt x="157162" y="214312"/>
                </a:lnTo>
                <a:lnTo>
                  <a:pt x="146029" y="212070"/>
                </a:lnTo>
                <a:lnTo>
                  <a:pt x="136947" y="205952"/>
                </a:lnTo>
                <a:lnTo>
                  <a:pt x="130829" y="196870"/>
                </a:lnTo>
                <a:lnTo>
                  <a:pt x="128587" y="185737"/>
                </a:lnTo>
                <a:lnTo>
                  <a:pt x="130829" y="174604"/>
                </a:lnTo>
                <a:lnTo>
                  <a:pt x="136947" y="165522"/>
                </a:lnTo>
                <a:lnTo>
                  <a:pt x="146029" y="159404"/>
                </a:lnTo>
                <a:lnTo>
                  <a:pt x="157162" y="157162"/>
                </a:lnTo>
                <a:lnTo>
                  <a:pt x="414337" y="157162"/>
                </a:lnTo>
                <a:lnTo>
                  <a:pt x="425470" y="159404"/>
                </a:lnTo>
                <a:lnTo>
                  <a:pt x="434552" y="165522"/>
                </a:lnTo>
                <a:lnTo>
                  <a:pt x="440670" y="174604"/>
                </a:lnTo>
                <a:lnTo>
                  <a:pt x="442912" y="185737"/>
                </a:lnTo>
                <a:lnTo>
                  <a:pt x="440670" y="196870"/>
                </a:lnTo>
                <a:lnTo>
                  <a:pt x="434552" y="205952"/>
                </a:lnTo>
                <a:lnTo>
                  <a:pt x="425470" y="212070"/>
                </a:lnTo>
                <a:lnTo>
                  <a:pt x="414337" y="214312"/>
                </a:lnTo>
                <a:close/>
              </a:path>
              <a:path w="443229" h="371475">
                <a:moveTo>
                  <a:pt x="414337" y="357187"/>
                </a:moveTo>
                <a:lnTo>
                  <a:pt x="157162" y="357187"/>
                </a:lnTo>
                <a:lnTo>
                  <a:pt x="146029" y="354945"/>
                </a:lnTo>
                <a:lnTo>
                  <a:pt x="136947" y="348827"/>
                </a:lnTo>
                <a:lnTo>
                  <a:pt x="130829" y="339745"/>
                </a:lnTo>
                <a:lnTo>
                  <a:pt x="128587" y="328612"/>
                </a:lnTo>
                <a:lnTo>
                  <a:pt x="130829" y="317479"/>
                </a:lnTo>
                <a:lnTo>
                  <a:pt x="136947" y="308397"/>
                </a:lnTo>
                <a:lnTo>
                  <a:pt x="146029" y="302279"/>
                </a:lnTo>
                <a:lnTo>
                  <a:pt x="157162" y="300037"/>
                </a:lnTo>
                <a:lnTo>
                  <a:pt x="414337" y="300037"/>
                </a:lnTo>
                <a:lnTo>
                  <a:pt x="425470" y="302279"/>
                </a:lnTo>
                <a:lnTo>
                  <a:pt x="434552" y="308397"/>
                </a:lnTo>
                <a:lnTo>
                  <a:pt x="440670" y="317479"/>
                </a:lnTo>
                <a:lnTo>
                  <a:pt x="442912" y="328612"/>
                </a:lnTo>
                <a:lnTo>
                  <a:pt x="440670" y="339745"/>
                </a:lnTo>
                <a:lnTo>
                  <a:pt x="434552" y="348827"/>
                </a:lnTo>
                <a:lnTo>
                  <a:pt x="425470" y="354945"/>
                </a:lnTo>
                <a:lnTo>
                  <a:pt x="414337" y="357187"/>
                </a:lnTo>
                <a:close/>
              </a:path>
              <a:path w="443229" h="371475">
                <a:moveTo>
                  <a:pt x="64293" y="228600"/>
                </a:moveTo>
                <a:lnTo>
                  <a:pt x="21431" y="228600"/>
                </a:lnTo>
                <a:lnTo>
                  <a:pt x="13072" y="226921"/>
                </a:lnTo>
                <a:lnTo>
                  <a:pt x="6261" y="222338"/>
                </a:lnTo>
                <a:lnTo>
                  <a:pt x="1678" y="215527"/>
                </a:lnTo>
                <a:lnTo>
                  <a:pt x="0" y="207168"/>
                </a:lnTo>
                <a:lnTo>
                  <a:pt x="0" y="164306"/>
                </a:lnTo>
                <a:lnTo>
                  <a:pt x="1678" y="155947"/>
                </a:lnTo>
                <a:lnTo>
                  <a:pt x="6261" y="149136"/>
                </a:lnTo>
                <a:lnTo>
                  <a:pt x="13072" y="144553"/>
                </a:lnTo>
                <a:lnTo>
                  <a:pt x="21431" y="142875"/>
                </a:lnTo>
                <a:lnTo>
                  <a:pt x="64293" y="142875"/>
                </a:lnTo>
                <a:lnTo>
                  <a:pt x="72652" y="144553"/>
                </a:lnTo>
                <a:lnTo>
                  <a:pt x="79463" y="149136"/>
                </a:lnTo>
                <a:lnTo>
                  <a:pt x="84046" y="155947"/>
                </a:lnTo>
                <a:lnTo>
                  <a:pt x="85725" y="164306"/>
                </a:lnTo>
                <a:lnTo>
                  <a:pt x="85725" y="207168"/>
                </a:lnTo>
                <a:lnTo>
                  <a:pt x="84046" y="215527"/>
                </a:lnTo>
                <a:lnTo>
                  <a:pt x="79463" y="222338"/>
                </a:lnTo>
                <a:lnTo>
                  <a:pt x="72652" y="226921"/>
                </a:lnTo>
                <a:lnTo>
                  <a:pt x="64293" y="228600"/>
                </a:lnTo>
                <a:close/>
              </a:path>
              <a:path w="443229" h="371475">
                <a:moveTo>
                  <a:pt x="64293" y="371475"/>
                </a:moveTo>
                <a:lnTo>
                  <a:pt x="21431" y="371475"/>
                </a:lnTo>
                <a:lnTo>
                  <a:pt x="13072" y="369796"/>
                </a:lnTo>
                <a:lnTo>
                  <a:pt x="6261" y="365213"/>
                </a:lnTo>
                <a:lnTo>
                  <a:pt x="1678" y="358402"/>
                </a:lnTo>
                <a:lnTo>
                  <a:pt x="0" y="350043"/>
                </a:lnTo>
                <a:lnTo>
                  <a:pt x="0" y="307181"/>
                </a:lnTo>
                <a:lnTo>
                  <a:pt x="1678" y="298822"/>
                </a:lnTo>
                <a:lnTo>
                  <a:pt x="6261" y="292011"/>
                </a:lnTo>
                <a:lnTo>
                  <a:pt x="13072" y="287428"/>
                </a:lnTo>
                <a:lnTo>
                  <a:pt x="21431" y="285750"/>
                </a:lnTo>
                <a:lnTo>
                  <a:pt x="64293" y="285750"/>
                </a:lnTo>
                <a:lnTo>
                  <a:pt x="72652" y="287428"/>
                </a:lnTo>
                <a:lnTo>
                  <a:pt x="79463" y="292011"/>
                </a:lnTo>
                <a:lnTo>
                  <a:pt x="84046" y="298822"/>
                </a:lnTo>
                <a:lnTo>
                  <a:pt x="85725" y="307181"/>
                </a:lnTo>
                <a:lnTo>
                  <a:pt x="85725" y="350043"/>
                </a:lnTo>
                <a:lnTo>
                  <a:pt x="84046" y="358402"/>
                </a:lnTo>
                <a:lnTo>
                  <a:pt x="79463" y="365213"/>
                </a:lnTo>
                <a:lnTo>
                  <a:pt x="72652" y="369796"/>
                </a:lnTo>
                <a:lnTo>
                  <a:pt x="64293" y="371475"/>
                </a:lnTo>
                <a:close/>
              </a:path>
            </a:pathLst>
          </a:custGeom>
          <a:solidFill>
            <a:srgbClr val="FACC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987543" y="130175"/>
            <a:ext cx="962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目录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55827" y="6418311"/>
            <a:ext cx="148018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465469"/>
                </a:solidFill>
                <a:latin typeface="微软雅黑"/>
                <a:cs typeface="微软雅黑"/>
              </a:rPr>
              <a:t>魔法之旅即将开始 </a:t>
            </a:r>
            <a:r>
              <a:rPr sz="1400" spc="30" dirty="0">
                <a:solidFill>
                  <a:srgbClr val="465469"/>
                </a:solidFill>
                <a:latin typeface="Segoe UI Symbol"/>
                <a:cs typeface="Segoe UI Symbol"/>
              </a:rPr>
              <a:t>✨</a:t>
            </a:r>
            <a:endParaRPr sz="1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1348" y="5709612"/>
            <a:ext cx="768350" cy="687705"/>
          </a:xfrm>
          <a:custGeom>
            <a:avLst/>
            <a:gdLst/>
            <a:ahLst/>
            <a:cxnLst/>
            <a:rect l="l" t="t" r="r" b="b"/>
            <a:pathLst>
              <a:path w="768350" h="687704">
                <a:moveTo>
                  <a:pt x="381927" y="172563"/>
                </a:moveTo>
                <a:lnTo>
                  <a:pt x="373542" y="170781"/>
                </a:lnTo>
                <a:lnTo>
                  <a:pt x="370299" y="167353"/>
                </a:lnTo>
                <a:lnTo>
                  <a:pt x="369693" y="163116"/>
                </a:lnTo>
                <a:lnTo>
                  <a:pt x="361719" y="109795"/>
                </a:lnTo>
                <a:lnTo>
                  <a:pt x="312627" y="78546"/>
                </a:lnTo>
                <a:lnTo>
                  <a:pt x="310815" y="74190"/>
                </a:lnTo>
                <a:lnTo>
                  <a:pt x="312597" y="65804"/>
                </a:lnTo>
                <a:lnTo>
                  <a:pt x="316025" y="62562"/>
                </a:lnTo>
                <a:lnTo>
                  <a:pt x="373582" y="53981"/>
                </a:lnTo>
                <a:lnTo>
                  <a:pt x="402555" y="8514"/>
                </a:lnTo>
                <a:lnTo>
                  <a:pt x="404832" y="4890"/>
                </a:lnTo>
                <a:lnTo>
                  <a:pt x="409188" y="3077"/>
                </a:lnTo>
                <a:lnTo>
                  <a:pt x="417573" y="4860"/>
                </a:lnTo>
                <a:lnTo>
                  <a:pt x="420816" y="8288"/>
                </a:lnTo>
                <a:lnTo>
                  <a:pt x="421422" y="12524"/>
                </a:lnTo>
                <a:lnTo>
                  <a:pt x="429396" y="65845"/>
                </a:lnTo>
                <a:lnTo>
                  <a:pt x="478488" y="97094"/>
                </a:lnTo>
                <a:lnTo>
                  <a:pt x="480300" y="101451"/>
                </a:lnTo>
                <a:lnTo>
                  <a:pt x="478518" y="109836"/>
                </a:lnTo>
                <a:lnTo>
                  <a:pt x="475090" y="113079"/>
                </a:lnTo>
                <a:lnTo>
                  <a:pt x="417533" y="121659"/>
                </a:lnTo>
                <a:lnTo>
                  <a:pt x="388408" y="167368"/>
                </a:lnTo>
                <a:lnTo>
                  <a:pt x="386283" y="170750"/>
                </a:lnTo>
                <a:lnTo>
                  <a:pt x="381927" y="172563"/>
                </a:lnTo>
                <a:close/>
              </a:path>
              <a:path w="768350" h="687704">
                <a:moveTo>
                  <a:pt x="85572" y="635309"/>
                </a:moveTo>
                <a:lnTo>
                  <a:pt x="62890" y="625686"/>
                </a:lnTo>
                <a:lnTo>
                  <a:pt x="45047" y="607490"/>
                </a:lnTo>
                <a:lnTo>
                  <a:pt x="9350" y="552522"/>
                </a:lnTo>
                <a:lnTo>
                  <a:pt x="0" y="528746"/>
                </a:lnTo>
                <a:lnTo>
                  <a:pt x="440" y="504086"/>
                </a:lnTo>
                <a:lnTo>
                  <a:pt x="10062" y="481403"/>
                </a:lnTo>
                <a:lnTo>
                  <a:pt x="28259" y="463560"/>
                </a:lnTo>
                <a:lnTo>
                  <a:pt x="634019" y="70175"/>
                </a:lnTo>
                <a:lnTo>
                  <a:pt x="657795" y="60824"/>
                </a:lnTo>
                <a:lnTo>
                  <a:pt x="682455" y="61265"/>
                </a:lnTo>
                <a:lnTo>
                  <a:pt x="705138" y="70887"/>
                </a:lnTo>
                <a:lnTo>
                  <a:pt x="722981" y="89084"/>
                </a:lnTo>
                <a:lnTo>
                  <a:pt x="758705" y="143921"/>
                </a:lnTo>
                <a:lnTo>
                  <a:pt x="764994" y="159910"/>
                </a:lnTo>
                <a:lnTo>
                  <a:pt x="665847" y="138836"/>
                </a:lnTo>
                <a:lnTo>
                  <a:pt x="499037" y="247164"/>
                </a:lnTo>
                <a:lnTo>
                  <a:pt x="523075" y="284180"/>
                </a:lnTo>
                <a:lnTo>
                  <a:pt x="626866" y="306241"/>
                </a:lnTo>
                <a:lnTo>
                  <a:pt x="134008" y="626399"/>
                </a:lnTo>
                <a:lnTo>
                  <a:pt x="110232" y="635749"/>
                </a:lnTo>
                <a:lnTo>
                  <a:pt x="85572" y="635309"/>
                </a:lnTo>
                <a:close/>
              </a:path>
              <a:path w="768350" h="687704">
                <a:moveTo>
                  <a:pt x="147659" y="254228"/>
                </a:moveTo>
                <a:lnTo>
                  <a:pt x="135081" y="251555"/>
                </a:lnTo>
                <a:lnTo>
                  <a:pt x="130283" y="246427"/>
                </a:lnTo>
                <a:lnTo>
                  <a:pt x="129309" y="240057"/>
                </a:lnTo>
                <a:lnTo>
                  <a:pt x="117268" y="160128"/>
                </a:lnTo>
                <a:lnTo>
                  <a:pt x="43724" y="113137"/>
                </a:lnTo>
                <a:lnTo>
                  <a:pt x="40991" y="106668"/>
                </a:lnTo>
                <a:lnTo>
                  <a:pt x="43664" y="94090"/>
                </a:lnTo>
                <a:lnTo>
                  <a:pt x="48792" y="89292"/>
                </a:lnTo>
                <a:lnTo>
                  <a:pt x="135091" y="76276"/>
                </a:lnTo>
                <a:lnTo>
                  <a:pt x="178601" y="8155"/>
                </a:lnTo>
                <a:lnTo>
                  <a:pt x="182082" y="2733"/>
                </a:lnTo>
                <a:lnTo>
                  <a:pt x="188551" y="0"/>
                </a:lnTo>
                <a:lnTo>
                  <a:pt x="201129" y="2673"/>
                </a:lnTo>
                <a:lnTo>
                  <a:pt x="205927" y="7801"/>
                </a:lnTo>
                <a:lnTo>
                  <a:pt x="206901" y="14170"/>
                </a:lnTo>
                <a:lnTo>
                  <a:pt x="218943" y="94100"/>
                </a:lnTo>
                <a:lnTo>
                  <a:pt x="292486" y="141091"/>
                </a:lnTo>
                <a:lnTo>
                  <a:pt x="295219" y="147560"/>
                </a:lnTo>
                <a:lnTo>
                  <a:pt x="292546" y="160138"/>
                </a:lnTo>
                <a:lnTo>
                  <a:pt x="287418" y="164936"/>
                </a:lnTo>
                <a:lnTo>
                  <a:pt x="201119" y="177951"/>
                </a:lnTo>
                <a:lnTo>
                  <a:pt x="157609" y="246073"/>
                </a:lnTo>
                <a:lnTo>
                  <a:pt x="154128" y="251495"/>
                </a:lnTo>
                <a:lnTo>
                  <a:pt x="147659" y="254228"/>
                </a:lnTo>
                <a:close/>
              </a:path>
              <a:path w="768350" h="687704">
                <a:moveTo>
                  <a:pt x="626866" y="306241"/>
                </a:moveTo>
                <a:lnTo>
                  <a:pt x="523075" y="284180"/>
                </a:lnTo>
                <a:lnTo>
                  <a:pt x="689885" y="175852"/>
                </a:lnTo>
                <a:lnTo>
                  <a:pt x="665847" y="138836"/>
                </a:lnTo>
                <a:lnTo>
                  <a:pt x="764994" y="159910"/>
                </a:lnTo>
                <a:lnTo>
                  <a:pt x="768056" y="167697"/>
                </a:lnTo>
                <a:lnTo>
                  <a:pt x="767609" y="192373"/>
                </a:lnTo>
                <a:lnTo>
                  <a:pt x="757993" y="215039"/>
                </a:lnTo>
                <a:lnTo>
                  <a:pt x="739796" y="232883"/>
                </a:lnTo>
                <a:lnTo>
                  <a:pt x="626866" y="306241"/>
                </a:lnTo>
                <a:close/>
              </a:path>
              <a:path w="768350" h="687704">
                <a:moveTo>
                  <a:pt x="537551" y="687663"/>
                </a:moveTo>
                <a:lnTo>
                  <a:pt x="524973" y="684989"/>
                </a:lnTo>
                <a:lnTo>
                  <a:pt x="520175" y="679861"/>
                </a:lnTo>
                <a:lnTo>
                  <a:pt x="519200" y="673492"/>
                </a:lnTo>
                <a:lnTo>
                  <a:pt x="507159" y="593563"/>
                </a:lnTo>
                <a:lnTo>
                  <a:pt x="433615" y="546572"/>
                </a:lnTo>
                <a:lnTo>
                  <a:pt x="430882" y="540102"/>
                </a:lnTo>
                <a:lnTo>
                  <a:pt x="433556" y="527525"/>
                </a:lnTo>
                <a:lnTo>
                  <a:pt x="438684" y="522726"/>
                </a:lnTo>
                <a:lnTo>
                  <a:pt x="524982" y="509711"/>
                </a:lnTo>
                <a:lnTo>
                  <a:pt x="568493" y="441589"/>
                </a:lnTo>
                <a:lnTo>
                  <a:pt x="571973" y="436167"/>
                </a:lnTo>
                <a:lnTo>
                  <a:pt x="578443" y="433434"/>
                </a:lnTo>
                <a:lnTo>
                  <a:pt x="591020" y="436108"/>
                </a:lnTo>
                <a:lnTo>
                  <a:pt x="595819" y="441236"/>
                </a:lnTo>
                <a:lnTo>
                  <a:pt x="596793" y="447605"/>
                </a:lnTo>
                <a:lnTo>
                  <a:pt x="608834" y="527534"/>
                </a:lnTo>
                <a:lnTo>
                  <a:pt x="682378" y="574525"/>
                </a:lnTo>
                <a:lnTo>
                  <a:pt x="685111" y="580994"/>
                </a:lnTo>
                <a:lnTo>
                  <a:pt x="682437" y="593572"/>
                </a:lnTo>
                <a:lnTo>
                  <a:pt x="677309" y="598370"/>
                </a:lnTo>
                <a:lnTo>
                  <a:pt x="591011" y="611386"/>
                </a:lnTo>
                <a:lnTo>
                  <a:pt x="547500" y="679507"/>
                </a:lnTo>
                <a:lnTo>
                  <a:pt x="544020" y="684930"/>
                </a:lnTo>
                <a:lnTo>
                  <a:pt x="537551" y="687663"/>
                </a:lnTo>
                <a:close/>
              </a:path>
            </a:pathLst>
          </a:custGeom>
          <a:solidFill>
            <a:srgbClr val="D8B4FE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02154" y="621391"/>
            <a:ext cx="1233170" cy="1266190"/>
          </a:xfrm>
          <a:custGeom>
            <a:avLst/>
            <a:gdLst/>
            <a:ahLst/>
            <a:cxnLst/>
            <a:rect l="l" t="t" r="r" b="b"/>
            <a:pathLst>
              <a:path w="1233170" h="1266189">
                <a:moveTo>
                  <a:pt x="1108235" y="1121904"/>
                </a:moveTo>
                <a:lnTo>
                  <a:pt x="1087444" y="1124791"/>
                </a:lnTo>
                <a:lnTo>
                  <a:pt x="1066259" y="1121849"/>
                </a:lnTo>
                <a:lnTo>
                  <a:pt x="733507" y="1025818"/>
                </a:lnTo>
                <a:lnTo>
                  <a:pt x="468583" y="1248889"/>
                </a:lnTo>
                <a:lnTo>
                  <a:pt x="450419" y="1260160"/>
                </a:lnTo>
                <a:lnTo>
                  <a:pt x="430240" y="1265925"/>
                </a:lnTo>
                <a:lnTo>
                  <a:pt x="409266" y="1266017"/>
                </a:lnTo>
                <a:lnTo>
                  <a:pt x="388717" y="1260266"/>
                </a:lnTo>
                <a:lnTo>
                  <a:pt x="356461" y="1233497"/>
                </a:lnTo>
                <a:lnTo>
                  <a:pt x="343173" y="1193749"/>
                </a:lnTo>
                <a:lnTo>
                  <a:pt x="328338" y="842203"/>
                </a:lnTo>
                <a:lnTo>
                  <a:pt x="34590" y="653649"/>
                </a:lnTo>
                <a:lnTo>
                  <a:pt x="18548" y="639828"/>
                </a:lnTo>
                <a:lnTo>
                  <a:pt x="7108" y="622426"/>
                </a:lnTo>
                <a:lnTo>
                  <a:pt x="762" y="602573"/>
                </a:lnTo>
                <a:lnTo>
                  <a:pt x="0" y="581395"/>
                </a:lnTo>
                <a:lnTo>
                  <a:pt x="5103" y="560862"/>
                </a:lnTo>
                <a:lnTo>
                  <a:pt x="15508" y="542830"/>
                </a:lnTo>
                <a:lnTo>
                  <a:pt x="30438" y="528264"/>
                </a:lnTo>
                <a:lnTo>
                  <a:pt x="49117" y="518127"/>
                </a:lnTo>
                <a:lnTo>
                  <a:pt x="373096" y="397653"/>
                </a:lnTo>
                <a:lnTo>
                  <a:pt x="457364" y="57664"/>
                </a:lnTo>
                <a:lnTo>
                  <a:pt x="478380" y="21245"/>
                </a:lnTo>
                <a:lnTo>
                  <a:pt x="515534" y="1480"/>
                </a:lnTo>
                <a:lnTo>
                  <a:pt x="536992" y="0"/>
                </a:lnTo>
                <a:lnTo>
                  <a:pt x="557602" y="4406"/>
                </a:lnTo>
                <a:lnTo>
                  <a:pt x="576176" y="14265"/>
                </a:lnTo>
                <a:lnTo>
                  <a:pt x="591527" y="29147"/>
                </a:lnTo>
                <a:lnTo>
                  <a:pt x="806796" y="305468"/>
                </a:lnTo>
                <a:lnTo>
                  <a:pt x="1152000" y="283702"/>
                </a:lnTo>
                <a:lnTo>
                  <a:pt x="1192663" y="292618"/>
                </a:lnTo>
                <a:lnTo>
                  <a:pt x="1222604" y="321523"/>
                </a:lnTo>
                <a:lnTo>
                  <a:pt x="1232886" y="361879"/>
                </a:lnTo>
                <a:lnTo>
                  <a:pt x="1229459" y="382441"/>
                </a:lnTo>
                <a:lnTo>
                  <a:pt x="1220393" y="401599"/>
                </a:lnTo>
                <a:lnTo>
                  <a:pt x="1028732" y="693329"/>
                </a:lnTo>
                <a:lnTo>
                  <a:pt x="1158398" y="1020467"/>
                </a:lnTo>
                <a:lnTo>
                  <a:pt x="1163338" y="1041183"/>
                </a:lnTo>
                <a:lnTo>
                  <a:pt x="1162408" y="1062096"/>
                </a:lnTo>
                <a:lnTo>
                  <a:pt x="1155836" y="1082018"/>
                </a:lnTo>
                <a:lnTo>
                  <a:pt x="1143848" y="1099758"/>
                </a:lnTo>
                <a:lnTo>
                  <a:pt x="1127435" y="1113468"/>
                </a:lnTo>
                <a:lnTo>
                  <a:pt x="1108235" y="1121904"/>
                </a:lnTo>
                <a:close/>
              </a:path>
            </a:pathLst>
          </a:custGeom>
          <a:solidFill>
            <a:srgbClr val="FDDF46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68800" y="3054349"/>
            <a:ext cx="3454400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1" spc="-10" dirty="0">
                <a:solidFill>
                  <a:srgbClr val="9333E9"/>
                </a:solidFill>
                <a:latin typeface="微软雅黑"/>
                <a:cs typeface="微软雅黑"/>
              </a:rPr>
              <a:t>开场魔法召唤</a:t>
            </a:r>
            <a:endParaRPr sz="4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25"/>
              </a:spcBef>
            </a:pPr>
            <a:r>
              <a:rPr sz="2250" spc="-5" dirty="0">
                <a:solidFill>
                  <a:srgbClr val="465469"/>
                </a:solidFill>
                <a:latin typeface="微软雅黑"/>
                <a:cs typeface="微软雅黑"/>
              </a:rPr>
              <a:t>准备好施展你的魔法了吗？</a:t>
            </a:r>
            <a:endParaRPr sz="225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52974" y="200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84933" y="371475"/>
                </a:moveTo>
                <a:lnTo>
                  <a:pt x="57150" y="371475"/>
                </a:lnTo>
                <a:lnTo>
                  <a:pt x="150554" y="161359"/>
                </a:lnTo>
                <a:lnTo>
                  <a:pt x="177209" y="119233"/>
                </a:lnTo>
                <a:lnTo>
                  <a:pt x="214848" y="86617"/>
                </a:lnTo>
                <a:lnTo>
                  <a:pt x="348704" y="982"/>
                </a:lnTo>
                <a:lnTo>
                  <a:pt x="364063" y="0"/>
                </a:lnTo>
                <a:lnTo>
                  <a:pt x="371475" y="7411"/>
                </a:lnTo>
                <a:lnTo>
                  <a:pt x="371475" y="20359"/>
                </a:lnTo>
                <a:lnTo>
                  <a:pt x="371028" y="22592"/>
                </a:lnTo>
                <a:lnTo>
                  <a:pt x="370224" y="24735"/>
                </a:lnTo>
                <a:lnTo>
                  <a:pt x="331463" y="121443"/>
                </a:lnTo>
                <a:lnTo>
                  <a:pt x="239762" y="121443"/>
                </a:lnTo>
                <a:lnTo>
                  <a:pt x="237083" y="123408"/>
                </a:lnTo>
                <a:lnTo>
                  <a:pt x="230118" y="144393"/>
                </a:lnTo>
                <a:lnTo>
                  <a:pt x="209133" y="151358"/>
                </a:lnTo>
                <a:lnTo>
                  <a:pt x="207168" y="154037"/>
                </a:lnTo>
                <a:lnTo>
                  <a:pt x="207168" y="160287"/>
                </a:lnTo>
                <a:lnTo>
                  <a:pt x="209133" y="162966"/>
                </a:lnTo>
                <a:lnTo>
                  <a:pt x="230118" y="169931"/>
                </a:lnTo>
                <a:lnTo>
                  <a:pt x="237083" y="190916"/>
                </a:lnTo>
                <a:lnTo>
                  <a:pt x="239762" y="192881"/>
                </a:lnTo>
                <a:lnTo>
                  <a:pt x="320655" y="192881"/>
                </a:lnTo>
                <a:lnTo>
                  <a:pt x="342886" y="242887"/>
                </a:lnTo>
                <a:lnTo>
                  <a:pt x="193863" y="242887"/>
                </a:lnTo>
                <a:lnTo>
                  <a:pt x="188416" y="246816"/>
                </a:lnTo>
                <a:lnTo>
                  <a:pt x="186451" y="252620"/>
                </a:lnTo>
                <a:lnTo>
                  <a:pt x="174396" y="288696"/>
                </a:lnTo>
                <a:lnTo>
                  <a:pt x="132516" y="302716"/>
                </a:lnTo>
                <a:lnTo>
                  <a:pt x="128651" y="308074"/>
                </a:lnTo>
                <a:lnTo>
                  <a:pt x="128587" y="320486"/>
                </a:lnTo>
                <a:lnTo>
                  <a:pt x="132516" y="325933"/>
                </a:lnTo>
                <a:lnTo>
                  <a:pt x="174396" y="339953"/>
                </a:lnTo>
                <a:lnTo>
                  <a:pt x="184933" y="371475"/>
                </a:lnTo>
                <a:close/>
              </a:path>
              <a:path w="457200" h="457200">
                <a:moveTo>
                  <a:pt x="320655" y="192881"/>
                </a:moveTo>
                <a:lnTo>
                  <a:pt x="246012" y="192881"/>
                </a:lnTo>
                <a:lnTo>
                  <a:pt x="248691" y="190916"/>
                </a:lnTo>
                <a:lnTo>
                  <a:pt x="255656" y="169931"/>
                </a:lnTo>
                <a:lnTo>
                  <a:pt x="276641" y="162966"/>
                </a:lnTo>
                <a:lnTo>
                  <a:pt x="278606" y="160287"/>
                </a:lnTo>
                <a:lnTo>
                  <a:pt x="278606" y="154037"/>
                </a:lnTo>
                <a:lnTo>
                  <a:pt x="276641" y="151358"/>
                </a:lnTo>
                <a:lnTo>
                  <a:pt x="255656" y="144393"/>
                </a:lnTo>
                <a:lnTo>
                  <a:pt x="248691" y="123408"/>
                </a:lnTo>
                <a:lnTo>
                  <a:pt x="246012" y="121443"/>
                </a:lnTo>
                <a:lnTo>
                  <a:pt x="331463" y="121443"/>
                </a:lnTo>
                <a:lnTo>
                  <a:pt x="315128" y="162163"/>
                </a:lnTo>
                <a:lnTo>
                  <a:pt x="314325" y="166627"/>
                </a:lnTo>
                <a:lnTo>
                  <a:pt x="314325" y="176004"/>
                </a:lnTo>
                <a:lnTo>
                  <a:pt x="315396" y="180915"/>
                </a:lnTo>
                <a:lnTo>
                  <a:pt x="317361" y="185469"/>
                </a:lnTo>
                <a:lnTo>
                  <a:pt x="320655" y="192881"/>
                </a:lnTo>
                <a:close/>
              </a:path>
              <a:path w="457200" h="457200">
                <a:moveTo>
                  <a:pt x="400050" y="371475"/>
                </a:moveTo>
                <a:lnTo>
                  <a:pt x="215116" y="371475"/>
                </a:lnTo>
                <a:lnTo>
                  <a:pt x="225653" y="339863"/>
                </a:lnTo>
                <a:lnTo>
                  <a:pt x="267533" y="325844"/>
                </a:lnTo>
                <a:lnTo>
                  <a:pt x="271398" y="320486"/>
                </a:lnTo>
                <a:lnTo>
                  <a:pt x="271462" y="308074"/>
                </a:lnTo>
                <a:lnTo>
                  <a:pt x="267533" y="302627"/>
                </a:lnTo>
                <a:lnTo>
                  <a:pt x="225653" y="288607"/>
                </a:lnTo>
                <a:lnTo>
                  <a:pt x="213598" y="252531"/>
                </a:lnTo>
                <a:lnTo>
                  <a:pt x="211633" y="246816"/>
                </a:lnTo>
                <a:lnTo>
                  <a:pt x="206186" y="242887"/>
                </a:lnTo>
                <a:lnTo>
                  <a:pt x="342886" y="242887"/>
                </a:lnTo>
                <a:lnTo>
                  <a:pt x="400050" y="371475"/>
                </a:lnTo>
                <a:close/>
              </a:path>
              <a:path w="457200" h="457200">
                <a:moveTo>
                  <a:pt x="428625" y="457200"/>
                </a:moveTo>
                <a:lnTo>
                  <a:pt x="28575" y="457200"/>
                </a:lnTo>
                <a:lnTo>
                  <a:pt x="17442" y="454957"/>
                </a:lnTo>
                <a:lnTo>
                  <a:pt x="8360" y="448839"/>
                </a:lnTo>
                <a:lnTo>
                  <a:pt x="2242" y="439757"/>
                </a:lnTo>
                <a:lnTo>
                  <a:pt x="0" y="428625"/>
                </a:lnTo>
                <a:lnTo>
                  <a:pt x="2242" y="417492"/>
                </a:lnTo>
                <a:lnTo>
                  <a:pt x="8360" y="408410"/>
                </a:lnTo>
                <a:lnTo>
                  <a:pt x="17442" y="402292"/>
                </a:lnTo>
                <a:lnTo>
                  <a:pt x="28575" y="400050"/>
                </a:lnTo>
                <a:lnTo>
                  <a:pt x="428625" y="400050"/>
                </a:lnTo>
                <a:lnTo>
                  <a:pt x="439757" y="402292"/>
                </a:lnTo>
                <a:lnTo>
                  <a:pt x="448839" y="408410"/>
                </a:lnTo>
                <a:lnTo>
                  <a:pt x="454957" y="417492"/>
                </a:lnTo>
                <a:lnTo>
                  <a:pt x="457200" y="428625"/>
                </a:lnTo>
                <a:lnTo>
                  <a:pt x="454957" y="439757"/>
                </a:lnTo>
                <a:lnTo>
                  <a:pt x="448839" y="448839"/>
                </a:lnTo>
                <a:lnTo>
                  <a:pt x="439757" y="454957"/>
                </a:lnTo>
                <a:lnTo>
                  <a:pt x="428625" y="457200"/>
                </a:lnTo>
                <a:close/>
              </a:path>
            </a:pathLst>
          </a:custGeom>
          <a:solidFill>
            <a:srgbClr val="A75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10"/>
              </a:spcBef>
            </a:pPr>
            <a:r>
              <a:rPr spc="120" dirty="0"/>
              <a:t>魔法课堂</a:t>
            </a: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b="0" dirty="0">
                <a:solidFill>
                  <a:srgbClr val="64738B"/>
                </a:solidFill>
                <a:latin typeface="微软雅黑"/>
                <a:cs typeface="微软雅黑"/>
              </a:rPr>
              <a:t>Magical</a:t>
            </a:r>
            <a:r>
              <a:rPr sz="1800" b="0" spc="-70" dirty="0">
                <a:solidFill>
                  <a:srgbClr val="64738B"/>
                </a:solidFill>
                <a:latin typeface="微软雅黑"/>
                <a:cs typeface="微软雅黑"/>
              </a:rPr>
              <a:t> </a:t>
            </a:r>
            <a:r>
              <a:rPr sz="1800" b="0" spc="-10" dirty="0">
                <a:solidFill>
                  <a:srgbClr val="64738B"/>
                </a:solidFill>
                <a:latin typeface="微软雅黑"/>
                <a:cs typeface="微软雅黑"/>
              </a:rPr>
              <a:t>Classroom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6717" y="6445249"/>
            <a:ext cx="1058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5469"/>
                </a:solidFill>
                <a:latin typeface="微软雅黑"/>
                <a:cs typeface="微软雅黑"/>
              </a:rPr>
              <a:t>第3页 / 共13</a:t>
            </a:r>
            <a:r>
              <a:rPr sz="1200" spc="-50" dirty="0">
                <a:solidFill>
                  <a:srgbClr val="465469"/>
                </a:solidFill>
                <a:latin typeface="微软雅黑"/>
                <a:cs typeface="微软雅黑"/>
              </a:rPr>
              <a:t>页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11056" y="452710"/>
            <a:ext cx="640080" cy="573405"/>
          </a:xfrm>
          <a:custGeom>
            <a:avLst/>
            <a:gdLst/>
            <a:ahLst/>
            <a:cxnLst/>
            <a:rect l="l" t="t" r="r" b="b"/>
            <a:pathLst>
              <a:path w="640080" h="573405">
                <a:moveTo>
                  <a:pt x="318272" y="143802"/>
                </a:moveTo>
                <a:lnTo>
                  <a:pt x="311285" y="142317"/>
                </a:lnTo>
                <a:lnTo>
                  <a:pt x="308583" y="139461"/>
                </a:lnTo>
                <a:lnTo>
                  <a:pt x="308078" y="135930"/>
                </a:lnTo>
                <a:lnTo>
                  <a:pt x="301432" y="91496"/>
                </a:lnTo>
                <a:lnTo>
                  <a:pt x="260523" y="65455"/>
                </a:lnTo>
                <a:lnTo>
                  <a:pt x="259012" y="61825"/>
                </a:lnTo>
                <a:lnTo>
                  <a:pt x="260497" y="54837"/>
                </a:lnTo>
                <a:lnTo>
                  <a:pt x="263354" y="52135"/>
                </a:lnTo>
                <a:lnTo>
                  <a:pt x="311319" y="44984"/>
                </a:lnTo>
                <a:lnTo>
                  <a:pt x="335462" y="7095"/>
                </a:lnTo>
                <a:lnTo>
                  <a:pt x="337360" y="4075"/>
                </a:lnTo>
                <a:lnTo>
                  <a:pt x="340990" y="2564"/>
                </a:lnTo>
                <a:lnTo>
                  <a:pt x="347978" y="4050"/>
                </a:lnTo>
                <a:lnTo>
                  <a:pt x="350680" y="6906"/>
                </a:lnTo>
                <a:lnTo>
                  <a:pt x="351185" y="10437"/>
                </a:lnTo>
                <a:lnTo>
                  <a:pt x="357830" y="54871"/>
                </a:lnTo>
                <a:lnTo>
                  <a:pt x="398740" y="80912"/>
                </a:lnTo>
                <a:lnTo>
                  <a:pt x="400250" y="84542"/>
                </a:lnTo>
                <a:lnTo>
                  <a:pt x="398765" y="91530"/>
                </a:lnTo>
                <a:lnTo>
                  <a:pt x="395908" y="94232"/>
                </a:lnTo>
                <a:lnTo>
                  <a:pt x="347944" y="101382"/>
                </a:lnTo>
                <a:lnTo>
                  <a:pt x="323674" y="139473"/>
                </a:lnTo>
                <a:lnTo>
                  <a:pt x="321903" y="142292"/>
                </a:lnTo>
                <a:lnTo>
                  <a:pt x="318272" y="143802"/>
                </a:lnTo>
                <a:close/>
              </a:path>
              <a:path w="640080" h="573405">
                <a:moveTo>
                  <a:pt x="71310" y="529424"/>
                </a:moveTo>
                <a:lnTo>
                  <a:pt x="52408" y="521405"/>
                </a:lnTo>
                <a:lnTo>
                  <a:pt x="37539" y="506241"/>
                </a:lnTo>
                <a:lnTo>
                  <a:pt x="7792" y="460434"/>
                </a:lnTo>
                <a:lnTo>
                  <a:pt x="0" y="440622"/>
                </a:lnTo>
                <a:lnTo>
                  <a:pt x="366" y="420071"/>
                </a:lnTo>
                <a:lnTo>
                  <a:pt x="8385" y="401169"/>
                </a:lnTo>
                <a:lnTo>
                  <a:pt x="23549" y="386300"/>
                </a:lnTo>
                <a:lnTo>
                  <a:pt x="528349" y="58479"/>
                </a:lnTo>
                <a:lnTo>
                  <a:pt x="548162" y="50687"/>
                </a:lnTo>
                <a:lnTo>
                  <a:pt x="568712" y="51054"/>
                </a:lnTo>
                <a:lnTo>
                  <a:pt x="587615" y="59073"/>
                </a:lnTo>
                <a:lnTo>
                  <a:pt x="602484" y="74237"/>
                </a:lnTo>
                <a:lnTo>
                  <a:pt x="632254" y="119934"/>
                </a:lnTo>
                <a:lnTo>
                  <a:pt x="637495" y="133258"/>
                </a:lnTo>
                <a:lnTo>
                  <a:pt x="554872" y="115696"/>
                </a:lnTo>
                <a:lnTo>
                  <a:pt x="415864" y="205970"/>
                </a:lnTo>
                <a:lnTo>
                  <a:pt x="435896" y="236816"/>
                </a:lnTo>
                <a:lnTo>
                  <a:pt x="522388" y="255201"/>
                </a:lnTo>
                <a:lnTo>
                  <a:pt x="111673" y="521999"/>
                </a:lnTo>
                <a:lnTo>
                  <a:pt x="91860" y="529791"/>
                </a:lnTo>
                <a:lnTo>
                  <a:pt x="71310" y="529424"/>
                </a:lnTo>
                <a:close/>
              </a:path>
              <a:path w="640080" h="573405">
                <a:moveTo>
                  <a:pt x="123049" y="211857"/>
                </a:moveTo>
                <a:lnTo>
                  <a:pt x="112568" y="209629"/>
                </a:lnTo>
                <a:lnTo>
                  <a:pt x="108569" y="205355"/>
                </a:lnTo>
                <a:lnTo>
                  <a:pt x="97723" y="133440"/>
                </a:lnTo>
                <a:lnTo>
                  <a:pt x="36436" y="94281"/>
                </a:lnTo>
                <a:lnTo>
                  <a:pt x="34159" y="88890"/>
                </a:lnTo>
                <a:lnTo>
                  <a:pt x="36387" y="78408"/>
                </a:lnTo>
                <a:lnTo>
                  <a:pt x="40660" y="74410"/>
                </a:lnTo>
                <a:lnTo>
                  <a:pt x="112576" y="63564"/>
                </a:lnTo>
                <a:lnTo>
                  <a:pt x="151735" y="2277"/>
                </a:lnTo>
                <a:lnTo>
                  <a:pt x="157126" y="0"/>
                </a:lnTo>
                <a:lnTo>
                  <a:pt x="167607" y="2227"/>
                </a:lnTo>
                <a:lnTo>
                  <a:pt x="171606" y="6501"/>
                </a:lnTo>
                <a:lnTo>
                  <a:pt x="182452" y="78416"/>
                </a:lnTo>
                <a:lnTo>
                  <a:pt x="243739" y="117575"/>
                </a:lnTo>
                <a:lnTo>
                  <a:pt x="246016" y="122966"/>
                </a:lnTo>
                <a:lnTo>
                  <a:pt x="243788" y="133448"/>
                </a:lnTo>
                <a:lnTo>
                  <a:pt x="239515" y="137446"/>
                </a:lnTo>
                <a:lnTo>
                  <a:pt x="167599" y="148293"/>
                </a:lnTo>
                <a:lnTo>
                  <a:pt x="128440" y="209579"/>
                </a:lnTo>
                <a:lnTo>
                  <a:pt x="123049" y="211857"/>
                </a:lnTo>
                <a:close/>
              </a:path>
              <a:path w="640080" h="573405">
                <a:moveTo>
                  <a:pt x="522388" y="255201"/>
                </a:moveTo>
                <a:lnTo>
                  <a:pt x="435896" y="236816"/>
                </a:lnTo>
                <a:lnTo>
                  <a:pt x="574904" y="146543"/>
                </a:lnTo>
                <a:lnTo>
                  <a:pt x="554872" y="115696"/>
                </a:lnTo>
                <a:lnTo>
                  <a:pt x="637495" y="133258"/>
                </a:lnTo>
                <a:lnTo>
                  <a:pt x="640046" y="139747"/>
                </a:lnTo>
                <a:lnTo>
                  <a:pt x="639674" y="160310"/>
                </a:lnTo>
                <a:lnTo>
                  <a:pt x="631661" y="179199"/>
                </a:lnTo>
                <a:lnTo>
                  <a:pt x="616497" y="194069"/>
                </a:lnTo>
                <a:lnTo>
                  <a:pt x="522388" y="255201"/>
                </a:lnTo>
                <a:close/>
              </a:path>
              <a:path w="640080" h="573405">
                <a:moveTo>
                  <a:pt x="447959" y="573052"/>
                </a:moveTo>
                <a:lnTo>
                  <a:pt x="437477" y="570824"/>
                </a:lnTo>
                <a:lnTo>
                  <a:pt x="433479" y="566551"/>
                </a:lnTo>
                <a:lnTo>
                  <a:pt x="422632" y="494635"/>
                </a:lnTo>
                <a:lnTo>
                  <a:pt x="361346" y="455476"/>
                </a:lnTo>
                <a:lnTo>
                  <a:pt x="359068" y="450085"/>
                </a:lnTo>
                <a:lnTo>
                  <a:pt x="361296" y="439604"/>
                </a:lnTo>
                <a:lnTo>
                  <a:pt x="365570" y="435605"/>
                </a:lnTo>
                <a:lnTo>
                  <a:pt x="437485" y="424759"/>
                </a:lnTo>
                <a:lnTo>
                  <a:pt x="476644" y="363472"/>
                </a:lnTo>
                <a:lnTo>
                  <a:pt x="482035" y="361195"/>
                </a:lnTo>
                <a:lnTo>
                  <a:pt x="492517" y="363423"/>
                </a:lnTo>
                <a:lnTo>
                  <a:pt x="496515" y="367696"/>
                </a:lnTo>
                <a:lnTo>
                  <a:pt x="507362" y="439612"/>
                </a:lnTo>
                <a:lnTo>
                  <a:pt x="568648" y="478771"/>
                </a:lnTo>
                <a:lnTo>
                  <a:pt x="570926" y="484162"/>
                </a:lnTo>
                <a:lnTo>
                  <a:pt x="568698" y="494643"/>
                </a:lnTo>
                <a:lnTo>
                  <a:pt x="564424" y="498642"/>
                </a:lnTo>
                <a:lnTo>
                  <a:pt x="492509" y="509488"/>
                </a:lnTo>
                <a:lnTo>
                  <a:pt x="453350" y="570775"/>
                </a:lnTo>
                <a:lnTo>
                  <a:pt x="447959" y="573052"/>
                </a:lnTo>
                <a:close/>
              </a:path>
            </a:pathLst>
          </a:custGeom>
          <a:solidFill>
            <a:srgbClr val="BF83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638894" y="5697866"/>
            <a:ext cx="848360" cy="417830"/>
          </a:xfrm>
          <a:custGeom>
            <a:avLst/>
            <a:gdLst/>
            <a:ahLst/>
            <a:cxnLst/>
            <a:rect l="l" t="t" r="r" b="b"/>
            <a:pathLst>
              <a:path w="848359" h="417829">
                <a:moveTo>
                  <a:pt x="581630" y="153942"/>
                </a:moveTo>
                <a:lnTo>
                  <a:pt x="559210" y="129896"/>
                </a:lnTo>
                <a:lnTo>
                  <a:pt x="547444" y="99209"/>
                </a:lnTo>
                <a:lnTo>
                  <a:pt x="548412" y="65183"/>
                </a:lnTo>
                <a:lnTo>
                  <a:pt x="562390" y="34456"/>
                </a:lnTo>
                <a:lnTo>
                  <a:pt x="564073" y="32730"/>
                </a:lnTo>
                <a:lnTo>
                  <a:pt x="586558" y="11765"/>
                </a:lnTo>
                <a:lnTo>
                  <a:pt x="617245" y="0"/>
                </a:lnTo>
                <a:lnTo>
                  <a:pt x="651271" y="967"/>
                </a:lnTo>
                <a:lnTo>
                  <a:pt x="692472" y="10533"/>
                </a:lnTo>
                <a:lnTo>
                  <a:pt x="745132" y="30755"/>
                </a:lnTo>
                <a:lnTo>
                  <a:pt x="790121" y="64615"/>
                </a:lnTo>
                <a:lnTo>
                  <a:pt x="819138" y="101186"/>
                </a:lnTo>
                <a:lnTo>
                  <a:pt x="838481" y="142050"/>
                </a:lnTo>
                <a:lnTo>
                  <a:pt x="848148" y="185492"/>
                </a:lnTo>
                <a:lnTo>
                  <a:pt x="848147" y="192160"/>
                </a:lnTo>
                <a:lnTo>
                  <a:pt x="723917" y="67930"/>
                </a:lnTo>
                <a:lnTo>
                  <a:pt x="714297" y="63067"/>
                </a:lnTo>
                <a:lnTo>
                  <a:pt x="704358" y="58861"/>
                </a:lnTo>
                <a:lnTo>
                  <a:pt x="694135" y="55330"/>
                </a:lnTo>
                <a:lnTo>
                  <a:pt x="683663" y="52492"/>
                </a:lnTo>
                <a:lnTo>
                  <a:pt x="644168" y="131199"/>
                </a:lnTo>
                <a:lnTo>
                  <a:pt x="720756" y="207787"/>
                </a:lnTo>
                <a:lnTo>
                  <a:pt x="719968" y="218433"/>
                </a:lnTo>
                <a:lnTo>
                  <a:pt x="717571" y="229038"/>
                </a:lnTo>
                <a:lnTo>
                  <a:pt x="811819" y="323286"/>
                </a:lnTo>
                <a:lnTo>
                  <a:pt x="809388" y="326349"/>
                </a:lnTo>
                <a:lnTo>
                  <a:pt x="664815" y="181776"/>
                </a:lnTo>
                <a:lnTo>
                  <a:pt x="659701" y="178934"/>
                </a:lnTo>
                <a:lnTo>
                  <a:pt x="654018" y="177608"/>
                </a:lnTo>
                <a:lnTo>
                  <a:pt x="612628" y="168042"/>
                </a:lnTo>
                <a:lnTo>
                  <a:pt x="581630" y="153942"/>
                </a:lnTo>
                <a:close/>
              </a:path>
              <a:path w="848359" h="417829">
                <a:moveTo>
                  <a:pt x="720756" y="207787"/>
                </a:moveTo>
                <a:lnTo>
                  <a:pt x="644168" y="131199"/>
                </a:lnTo>
                <a:lnTo>
                  <a:pt x="663584" y="135650"/>
                </a:lnTo>
                <a:lnTo>
                  <a:pt x="671350" y="137544"/>
                </a:lnTo>
                <a:lnTo>
                  <a:pt x="678738" y="140575"/>
                </a:lnTo>
                <a:lnTo>
                  <a:pt x="685463" y="144648"/>
                </a:lnTo>
                <a:lnTo>
                  <a:pt x="723917" y="67930"/>
                </a:lnTo>
                <a:lnTo>
                  <a:pt x="848147" y="192160"/>
                </a:lnTo>
                <a:lnTo>
                  <a:pt x="848138" y="229279"/>
                </a:lnTo>
                <a:lnTo>
                  <a:pt x="805086" y="186227"/>
                </a:lnTo>
                <a:lnTo>
                  <a:pt x="717571" y="186227"/>
                </a:lnTo>
                <a:lnTo>
                  <a:pt x="719968" y="196832"/>
                </a:lnTo>
                <a:lnTo>
                  <a:pt x="720767" y="207633"/>
                </a:lnTo>
                <a:lnTo>
                  <a:pt x="720756" y="207787"/>
                </a:lnTo>
                <a:close/>
              </a:path>
              <a:path w="848359" h="417829">
                <a:moveTo>
                  <a:pt x="811819" y="323286"/>
                </a:moveTo>
                <a:lnTo>
                  <a:pt x="717571" y="229038"/>
                </a:lnTo>
                <a:lnTo>
                  <a:pt x="805086" y="229038"/>
                </a:lnTo>
                <a:lnTo>
                  <a:pt x="806152" y="218353"/>
                </a:lnTo>
                <a:lnTo>
                  <a:pt x="806507" y="207633"/>
                </a:lnTo>
                <a:lnTo>
                  <a:pt x="806152" y="196912"/>
                </a:lnTo>
                <a:lnTo>
                  <a:pt x="805086" y="186227"/>
                </a:lnTo>
                <a:lnTo>
                  <a:pt x="848138" y="229279"/>
                </a:lnTo>
                <a:lnTo>
                  <a:pt x="848138" y="229798"/>
                </a:lnTo>
                <a:lnTo>
                  <a:pt x="838449" y="273251"/>
                </a:lnTo>
                <a:lnTo>
                  <a:pt x="819079" y="314139"/>
                </a:lnTo>
                <a:lnTo>
                  <a:pt x="811819" y="323286"/>
                </a:lnTo>
                <a:close/>
              </a:path>
              <a:path w="848359" h="417829">
                <a:moveTo>
                  <a:pt x="34185" y="277069"/>
                </a:moveTo>
                <a:lnTo>
                  <a:pt x="11765" y="253024"/>
                </a:lnTo>
                <a:lnTo>
                  <a:pt x="0" y="222337"/>
                </a:lnTo>
                <a:lnTo>
                  <a:pt x="967" y="188311"/>
                </a:lnTo>
                <a:lnTo>
                  <a:pt x="15055" y="157326"/>
                </a:lnTo>
                <a:lnTo>
                  <a:pt x="39078" y="134928"/>
                </a:lnTo>
                <a:lnTo>
                  <a:pt x="69761" y="123167"/>
                </a:lnTo>
                <a:lnTo>
                  <a:pt x="103826" y="124095"/>
                </a:lnTo>
                <a:lnTo>
                  <a:pt x="627782" y="244950"/>
                </a:lnTo>
                <a:lnTo>
                  <a:pt x="637492" y="245949"/>
                </a:lnTo>
                <a:lnTo>
                  <a:pt x="675654" y="219226"/>
                </a:lnTo>
                <a:lnTo>
                  <a:pt x="677909" y="207633"/>
                </a:lnTo>
                <a:lnTo>
                  <a:pt x="675654" y="196039"/>
                </a:lnTo>
                <a:lnTo>
                  <a:pt x="668888" y="185848"/>
                </a:lnTo>
                <a:lnTo>
                  <a:pt x="809388" y="326349"/>
                </a:lnTo>
                <a:lnTo>
                  <a:pt x="790110" y="350639"/>
                </a:lnTo>
                <a:lnTo>
                  <a:pt x="784167" y="356478"/>
                </a:lnTo>
                <a:lnTo>
                  <a:pt x="779381" y="360178"/>
                </a:lnTo>
                <a:lnTo>
                  <a:pt x="688967" y="269765"/>
                </a:lnTo>
                <a:lnTo>
                  <a:pt x="680128" y="276281"/>
                </a:lnTo>
                <a:lnTo>
                  <a:pt x="670605" y="281474"/>
                </a:lnTo>
                <a:lnTo>
                  <a:pt x="660531" y="285335"/>
                </a:lnTo>
                <a:lnTo>
                  <a:pt x="650040" y="287855"/>
                </a:lnTo>
                <a:lnTo>
                  <a:pt x="689157" y="366183"/>
                </a:lnTo>
                <a:lnTo>
                  <a:pt x="720909" y="397936"/>
                </a:lnTo>
                <a:lnTo>
                  <a:pt x="694224" y="409373"/>
                </a:lnTo>
                <a:lnTo>
                  <a:pt x="675078" y="412342"/>
                </a:lnTo>
                <a:lnTo>
                  <a:pt x="529091" y="266355"/>
                </a:lnTo>
                <a:lnTo>
                  <a:pt x="482586" y="255652"/>
                </a:lnTo>
                <a:lnTo>
                  <a:pt x="504086" y="348566"/>
                </a:lnTo>
                <a:lnTo>
                  <a:pt x="561160" y="405640"/>
                </a:lnTo>
                <a:lnTo>
                  <a:pt x="535548" y="399729"/>
                </a:lnTo>
                <a:lnTo>
                  <a:pt x="364099" y="228280"/>
                </a:lnTo>
                <a:lnTo>
                  <a:pt x="317595" y="217577"/>
                </a:lnTo>
                <a:lnTo>
                  <a:pt x="339095" y="310492"/>
                </a:lnTo>
                <a:lnTo>
                  <a:pt x="396163" y="367559"/>
                </a:lnTo>
                <a:lnTo>
                  <a:pt x="376954" y="363126"/>
                </a:lnTo>
                <a:lnTo>
                  <a:pt x="205359" y="191531"/>
                </a:lnTo>
                <a:lnTo>
                  <a:pt x="158855" y="180829"/>
                </a:lnTo>
                <a:lnTo>
                  <a:pt x="180355" y="273743"/>
                </a:lnTo>
                <a:lnTo>
                  <a:pt x="237568" y="330956"/>
                </a:lnTo>
                <a:lnTo>
                  <a:pt x="65183" y="291170"/>
                </a:lnTo>
                <a:lnTo>
                  <a:pt x="34185" y="277069"/>
                </a:lnTo>
                <a:close/>
              </a:path>
              <a:path w="848359" h="417829">
                <a:moveTo>
                  <a:pt x="654018" y="177608"/>
                </a:moveTo>
                <a:close/>
              </a:path>
              <a:path w="848359" h="417829">
                <a:moveTo>
                  <a:pt x="688829" y="269867"/>
                </a:moveTo>
                <a:lnTo>
                  <a:pt x="688967" y="269765"/>
                </a:lnTo>
                <a:lnTo>
                  <a:pt x="688829" y="269867"/>
                </a:lnTo>
                <a:close/>
              </a:path>
              <a:path w="848359" h="417829">
                <a:moveTo>
                  <a:pt x="720909" y="397936"/>
                </a:moveTo>
                <a:lnTo>
                  <a:pt x="689157" y="366183"/>
                </a:lnTo>
                <a:lnTo>
                  <a:pt x="699162" y="362455"/>
                </a:lnTo>
                <a:lnTo>
                  <a:pt x="708964" y="358097"/>
                </a:lnTo>
                <a:lnTo>
                  <a:pt x="718499" y="353117"/>
                </a:lnTo>
                <a:lnTo>
                  <a:pt x="727705" y="347525"/>
                </a:lnTo>
                <a:lnTo>
                  <a:pt x="688829" y="269867"/>
                </a:lnTo>
                <a:lnTo>
                  <a:pt x="688967" y="269765"/>
                </a:lnTo>
                <a:lnTo>
                  <a:pt x="779381" y="360178"/>
                </a:lnTo>
                <a:lnTo>
                  <a:pt x="742510" y="388678"/>
                </a:lnTo>
                <a:lnTo>
                  <a:pt x="720909" y="397936"/>
                </a:lnTo>
                <a:close/>
              </a:path>
              <a:path w="848359" h="417829">
                <a:moveTo>
                  <a:pt x="561160" y="405640"/>
                </a:moveTo>
                <a:lnTo>
                  <a:pt x="504086" y="348566"/>
                </a:lnTo>
                <a:lnTo>
                  <a:pt x="550591" y="359269"/>
                </a:lnTo>
                <a:lnTo>
                  <a:pt x="529091" y="266355"/>
                </a:lnTo>
                <a:lnTo>
                  <a:pt x="675078" y="412342"/>
                </a:lnTo>
                <a:lnTo>
                  <a:pt x="642315" y="417423"/>
                </a:lnTo>
                <a:lnTo>
                  <a:pt x="589234" y="412119"/>
                </a:lnTo>
                <a:lnTo>
                  <a:pt x="561160" y="405640"/>
                </a:lnTo>
                <a:close/>
              </a:path>
              <a:path w="848359" h="417829">
                <a:moveTo>
                  <a:pt x="396163" y="367559"/>
                </a:moveTo>
                <a:lnTo>
                  <a:pt x="339095" y="310492"/>
                </a:lnTo>
                <a:lnTo>
                  <a:pt x="385599" y="321194"/>
                </a:lnTo>
                <a:lnTo>
                  <a:pt x="364099" y="228280"/>
                </a:lnTo>
                <a:lnTo>
                  <a:pt x="535548" y="399729"/>
                </a:lnTo>
                <a:lnTo>
                  <a:pt x="396163" y="367559"/>
                </a:lnTo>
                <a:close/>
              </a:path>
              <a:path w="848359" h="417829">
                <a:moveTo>
                  <a:pt x="237568" y="330956"/>
                </a:moveTo>
                <a:lnTo>
                  <a:pt x="180355" y="273743"/>
                </a:lnTo>
                <a:lnTo>
                  <a:pt x="226859" y="284445"/>
                </a:lnTo>
                <a:lnTo>
                  <a:pt x="205359" y="191531"/>
                </a:lnTo>
                <a:lnTo>
                  <a:pt x="376954" y="363126"/>
                </a:lnTo>
                <a:lnTo>
                  <a:pt x="237568" y="330956"/>
                </a:lnTo>
                <a:close/>
              </a:path>
            </a:pathLst>
          </a:custGeom>
          <a:solidFill>
            <a:srgbClr val="FB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999" y="1847849"/>
            <a:ext cx="4381500" cy="1905000"/>
          </a:xfrm>
          <a:custGeom>
            <a:avLst/>
            <a:gdLst/>
            <a:ahLst/>
            <a:cxnLst/>
            <a:rect l="l" t="t" r="r" b="b"/>
            <a:pathLst>
              <a:path w="4381500" h="1905000">
                <a:moveTo>
                  <a:pt x="4229099" y="1904999"/>
                </a:moveTo>
                <a:lnTo>
                  <a:pt x="152399" y="1904999"/>
                </a:lnTo>
                <a:lnTo>
                  <a:pt x="144912" y="1904816"/>
                </a:lnTo>
                <a:lnTo>
                  <a:pt x="101066" y="1896094"/>
                </a:lnTo>
                <a:lnTo>
                  <a:pt x="61607" y="1875003"/>
                </a:lnTo>
                <a:lnTo>
                  <a:pt x="29995" y="1843391"/>
                </a:lnTo>
                <a:lnTo>
                  <a:pt x="8904" y="1803932"/>
                </a:lnTo>
                <a:lnTo>
                  <a:pt x="182" y="1760086"/>
                </a:lnTo>
                <a:lnTo>
                  <a:pt x="0" y="1752599"/>
                </a:lnTo>
                <a:lnTo>
                  <a:pt x="0" y="152399"/>
                </a:lnTo>
                <a:lnTo>
                  <a:pt x="6560" y="108159"/>
                </a:lnTo>
                <a:lnTo>
                  <a:pt x="25683" y="67730"/>
                </a:lnTo>
                <a:lnTo>
                  <a:pt x="55717" y="34591"/>
                </a:lnTo>
                <a:lnTo>
                  <a:pt x="94078" y="11600"/>
                </a:lnTo>
                <a:lnTo>
                  <a:pt x="137461" y="732"/>
                </a:lnTo>
                <a:lnTo>
                  <a:pt x="152399" y="0"/>
                </a:lnTo>
                <a:lnTo>
                  <a:pt x="4229099" y="0"/>
                </a:lnTo>
                <a:lnTo>
                  <a:pt x="4273339" y="6560"/>
                </a:lnTo>
                <a:lnTo>
                  <a:pt x="4313767" y="25683"/>
                </a:lnTo>
                <a:lnTo>
                  <a:pt x="4346907" y="55717"/>
                </a:lnTo>
                <a:lnTo>
                  <a:pt x="4369898" y="94078"/>
                </a:lnTo>
                <a:lnTo>
                  <a:pt x="4380767" y="137462"/>
                </a:lnTo>
                <a:lnTo>
                  <a:pt x="4381499" y="152399"/>
                </a:lnTo>
                <a:lnTo>
                  <a:pt x="4381499" y="1752599"/>
                </a:lnTo>
                <a:lnTo>
                  <a:pt x="4374938" y="1796839"/>
                </a:lnTo>
                <a:lnTo>
                  <a:pt x="4355814" y="1837268"/>
                </a:lnTo>
                <a:lnTo>
                  <a:pt x="4325781" y="1870407"/>
                </a:lnTo>
                <a:lnTo>
                  <a:pt x="4287419" y="1893398"/>
                </a:lnTo>
                <a:lnTo>
                  <a:pt x="4244037" y="1904267"/>
                </a:lnTo>
                <a:lnTo>
                  <a:pt x="4229099" y="1904999"/>
                </a:lnTo>
                <a:close/>
              </a:path>
            </a:pathLst>
          </a:custGeom>
          <a:solidFill>
            <a:srgbClr val="FFFFFF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6100" y="2120900"/>
            <a:ext cx="3797300" cy="13188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algn="ctr">
              <a:lnSpc>
                <a:spcPts val="3000"/>
              </a:lnSpc>
              <a:spcBef>
                <a:spcPts val="400"/>
              </a:spcBef>
            </a:pPr>
            <a:r>
              <a:rPr sz="2700" b="1" spc="-5" dirty="0">
                <a:solidFill>
                  <a:srgbClr val="7D21CD"/>
                </a:solidFill>
                <a:latin typeface="微软雅黑"/>
                <a:cs typeface="微软雅黑"/>
              </a:rPr>
              <a:t>我会魔法，我要把沙漠变</a:t>
            </a:r>
            <a:r>
              <a:rPr sz="2700" b="1" spc="-10" dirty="0">
                <a:solidFill>
                  <a:srgbClr val="7D21CD"/>
                </a:solidFill>
                <a:latin typeface="微软雅黑"/>
                <a:cs typeface="微软雅黑"/>
              </a:rPr>
              <a:t>糖果森林！</a:t>
            </a:r>
            <a:endParaRPr sz="27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725"/>
              </a:spcBef>
            </a:pPr>
            <a:r>
              <a:rPr sz="1800" spc="-5" dirty="0">
                <a:solidFill>
                  <a:srgbClr val="A754F6"/>
                </a:solidFill>
                <a:latin typeface="微软雅黑"/>
                <a:cs typeface="微软雅黑"/>
              </a:rPr>
              <a:t>配彩虹树与跳跳糖动画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3999" y="4057649"/>
            <a:ext cx="4381500" cy="1181100"/>
          </a:xfrm>
          <a:custGeom>
            <a:avLst/>
            <a:gdLst/>
            <a:ahLst/>
            <a:cxnLst/>
            <a:rect l="l" t="t" r="r" b="b"/>
            <a:pathLst>
              <a:path w="4381500" h="1181100">
                <a:moveTo>
                  <a:pt x="4229099" y="1181099"/>
                </a:moveTo>
                <a:lnTo>
                  <a:pt x="152399" y="1181099"/>
                </a:lnTo>
                <a:lnTo>
                  <a:pt x="144912" y="1180916"/>
                </a:lnTo>
                <a:lnTo>
                  <a:pt x="101066" y="1172194"/>
                </a:lnTo>
                <a:lnTo>
                  <a:pt x="61607" y="1151103"/>
                </a:lnTo>
                <a:lnTo>
                  <a:pt x="29995" y="1119491"/>
                </a:lnTo>
                <a:lnTo>
                  <a:pt x="8904" y="1080032"/>
                </a:lnTo>
                <a:lnTo>
                  <a:pt x="182" y="1036186"/>
                </a:lnTo>
                <a:lnTo>
                  <a:pt x="0" y="1028699"/>
                </a:lnTo>
                <a:lnTo>
                  <a:pt x="0" y="152399"/>
                </a:lnTo>
                <a:lnTo>
                  <a:pt x="6560" y="108159"/>
                </a:lnTo>
                <a:lnTo>
                  <a:pt x="25683" y="67730"/>
                </a:lnTo>
                <a:lnTo>
                  <a:pt x="55717" y="34591"/>
                </a:lnTo>
                <a:lnTo>
                  <a:pt x="94078" y="11600"/>
                </a:lnTo>
                <a:lnTo>
                  <a:pt x="137461" y="732"/>
                </a:lnTo>
                <a:lnTo>
                  <a:pt x="152399" y="0"/>
                </a:lnTo>
                <a:lnTo>
                  <a:pt x="4229099" y="0"/>
                </a:lnTo>
                <a:lnTo>
                  <a:pt x="4273339" y="6560"/>
                </a:lnTo>
                <a:lnTo>
                  <a:pt x="4313767" y="25683"/>
                </a:lnTo>
                <a:lnTo>
                  <a:pt x="4346907" y="55717"/>
                </a:lnTo>
                <a:lnTo>
                  <a:pt x="4369898" y="94078"/>
                </a:lnTo>
                <a:lnTo>
                  <a:pt x="4380767" y="137461"/>
                </a:lnTo>
                <a:lnTo>
                  <a:pt x="4381499" y="152399"/>
                </a:lnTo>
                <a:lnTo>
                  <a:pt x="4381499" y="1028699"/>
                </a:lnTo>
                <a:lnTo>
                  <a:pt x="4374938" y="1072939"/>
                </a:lnTo>
                <a:lnTo>
                  <a:pt x="4355814" y="1113368"/>
                </a:lnTo>
                <a:lnTo>
                  <a:pt x="4325781" y="1146507"/>
                </a:lnTo>
                <a:lnTo>
                  <a:pt x="4287419" y="1169498"/>
                </a:lnTo>
                <a:lnTo>
                  <a:pt x="4244037" y="1180367"/>
                </a:lnTo>
                <a:lnTo>
                  <a:pt x="4229099" y="1181099"/>
                </a:lnTo>
                <a:close/>
              </a:path>
            </a:pathLst>
          </a:custGeom>
          <a:solidFill>
            <a:srgbClr val="FEF9C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54299" y="4283075"/>
            <a:ext cx="212090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E9580C"/>
                </a:solidFill>
                <a:latin typeface="微软雅黑"/>
                <a:cs typeface="微软雅黑"/>
              </a:rPr>
              <a:t>互动提问</a:t>
            </a:r>
            <a:endParaRPr sz="18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515"/>
              </a:spcBef>
            </a:pPr>
            <a:r>
              <a:rPr sz="1500" spc="-5" dirty="0">
                <a:solidFill>
                  <a:srgbClr val="F97316"/>
                </a:solidFill>
                <a:latin typeface="微软雅黑"/>
                <a:cs typeface="微软雅黑"/>
              </a:rPr>
              <a:t>你最想用魔法变什么呀？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67500" y="23264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60" y="298239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7"/>
                </a:lnTo>
                <a:lnTo>
                  <a:pt x="0" y="152399"/>
                </a:lnTo>
                <a:lnTo>
                  <a:pt x="183" y="144912"/>
                </a:lnTo>
                <a:lnTo>
                  <a:pt x="8904" y="101066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7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7"/>
                </a:lnTo>
                <a:lnTo>
                  <a:pt x="295895" y="203733"/>
                </a:lnTo>
                <a:lnTo>
                  <a:pt x="274804" y="243192"/>
                </a:lnTo>
                <a:lnTo>
                  <a:pt x="243192" y="274804"/>
                </a:lnTo>
                <a:lnTo>
                  <a:pt x="203733" y="295895"/>
                </a:lnTo>
                <a:lnTo>
                  <a:pt x="159887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F472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982199" y="213501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5" y="296336"/>
                </a:lnTo>
                <a:lnTo>
                  <a:pt x="11130" y="254667"/>
                </a:lnTo>
                <a:lnTo>
                  <a:pt x="915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200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2"/>
                </a:lnTo>
                <a:lnTo>
                  <a:pt x="372799" y="135200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7"/>
                </a:lnTo>
                <a:lnTo>
                  <a:pt x="325203" y="325203"/>
                </a:lnTo>
                <a:lnTo>
                  <a:pt x="288427" y="353904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6286499" y="2620813"/>
            <a:ext cx="4381500" cy="2446655"/>
            <a:chOff x="6286499" y="2620813"/>
            <a:chExt cx="4381500" cy="244665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29799" y="2725038"/>
              <a:ext cx="228599" cy="2285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6499" y="2781299"/>
              <a:ext cx="4381499" cy="2285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048499" y="2620813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7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4ADE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162970" y="130175"/>
            <a:ext cx="3843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0" dirty="0">
                <a:solidFill>
                  <a:srgbClr val="7D21CD"/>
                </a:solidFill>
              </a:rPr>
              <a:t>把沙漠变糖果森林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08227" y="6418311"/>
            <a:ext cx="117538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9333E9"/>
                </a:solidFill>
                <a:latin typeface="微软雅黑"/>
                <a:cs typeface="微软雅黑"/>
              </a:rPr>
              <a:t>假如我会魔法 </a:t>
            </a:r>
            <a:r>
              <a:rPr sz="1400" spc="30" dirty="0">
                <a:solidFill>
                  <a:srgbClr val="9333E9"/>
                </a:solidFill>
                <a:latin typeface="Segoe UI Symbol"/>
                <a:cs typeface="Segoe UI Symbol"/>
              </a:rPr>
              <a:t>✨</a:t>
            </a:r>
            <a:endParaRPr sz="1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363299" y="760899"/>
            <a:ext cx="1219200" cy="949325"/>
            <a:chOff x="10363299" y="760899"/>
            <a:chExt cx="1219200" cy="949325"/>
          </a:xfrm>
        </p:grpSpPr>
        <p:sp>
          <p:nvSpPr>
            <p:cNvPr id="4" name="object 4"/>
            <p:cNvSpPr/>
            <p:nvPr/>
          </p:nvSpPr>
          <p:spPr>
            <a:xfrm>
              <a:off x="10363299" y="760899"/>
              <a:ext cx="915035" cy="915669"/>
            </a:xfrm>
            <a:custGeom>
              <a:avLst/>
              <a:gdLst/>
              <a:ahLst/>
              <a:cxnLst/>
              <a:rect l="l" t="t" r="r" b="b"/>
              <a:pathLst>
                <a:path w="915034" h="915669">
                  <a:moveTo>
                    <a:pt x="395201" y="911259"/>
                  </a:moveTo>
                  <a:lnTo>
                    <a:pt x="329410" y="897275"/>
                  </a:lnTo>
                  <a:lnTo>
                    <a:pt x="297479" y="886592"/>
                  </a:lnTo>
                  <a:lnTo>
                    <a:pt x="287173" y="881805"/>
                  </a:lnTo>
                  <a:lnTo>
                    <a:pt x="276644" y="878268"/>
                  </a:lnTo>
                  <a:lnTo>
                    <a:pt x="256283" y="868747"/>
                  </a:lnTo>
                  <a:lnTo>
                    <a:pt x="246465" y="862765"/>
                  </a:lnTo>
                  <a:lnTo>
                    <a:pt x="236448" y="858039"/>
                  </a:lnTo>
                  <a:lnTo>
                    <a:pt x="188996" y="828477"/>
                  </a:lnTo>
                  <a:lnTo>
                    <a:pt x="180077" y="821388"/>
                  </a:lnTo>
                  <a:lnTo>
                    <a:pt x="154020" y="800269"/>
                  </a:lnTo>
                  <a:lnTo>
                    <a:pt x="145861" y="792043"/>
                  </a:lnTo>
                  <a:lnTo>
                    <a:pt x="137575" y="785088"/>
                  </a:lnTo>
                  <a:lnTo>
                    <a:pt x="129693" y="776921"/>
                  </a:lnTo>
                  <a:lnTo>
                    <a:pt x="121959" y="768785"/>
                  </a:lnTo>
                  <a:lnTo>
                    <a:pt x="114387" y="760684"/>
                  </a:lnTo>
                  <a:lnTo>
                    <a:pt x="107239" y="751374"/>
                  </a:lnTo>
                  <a:lnTo>
                    <a:pt x="99987" y="743341"/>
                  </a:lnTo>
                  <a:lnTo>
                    <a:pt x="73806" y="706615"/>
                  </a:lnTo>
                  <a:lnTo>
                    <a:pt x="62103" y="687249"/>
                  </a:lnTo>
                  <a:lnTo>
                    <a:pt x="56419" y="678250"/>
                  </a:lnTo>
                  <a:lnTo>
                    <a:pt x="36811" y="637728"/>
                  </a:lnTo>
                  <a:lnTo>
                    <a:pt x="28574" y="616502"/>
                  </a:lnTo>
                  <a:lnTo>
                    <a:pt x="24666" y="606582"/>
                  </a:lnTo>
                  <a:lnTo>
                    <a:pt x="12427" y="562433"/>
                  </a:lnTo>
                  <a:lnTo>
                    <a:pt x="4082" y="519111"/>
                  </a:lnTo>
                  <a:lnTo>
                    <a:pt x="2889" y="507172"/>
                  </a:lnTo>
                  <a:lnTo>
                    <a:pt x="1686" y="496529"/>
                  </a:lnTo>
                  <a:lnTo>
                    <a:pt x="740" y="485941"/>
                  </a:lnTo>
                  <a:lnTo>
                    <a:pt x="320" y="474167"/>
                  </a:lnTo>
                  <a:lnTo>
                    <a:pt x="0" y="452026"/>
                  </a:lnTo>
                  <a:lnTo>
                    <a:pt x="366" y="440419"/>
                  </a:lnTo>
                  <a:lnTo>
                    <a:pt x="4236" y="395799"/>
                  </a:lnTo>
                  <a:lnTo>
                    <a:pt x="12401" y="352091"/>
                  </a:lnTo>
                  <a:lnTo>
                    <a:pt x="25135" y="308056"/>
                  </a:lnTo>
                  <a:lnTo>
                    <a:pt x="46528" y="256774"/>
                  </a:lnTo>
                  <a:lnTo>
                    <a:pt x="62300" y="227667"/>
                  </a:lnTo>
                  <a:lnTo>
                    <a:pt x="68245" y="217245"/>
                  </a:lnTo>
                  <a:lnTo>
                    <a:pt x="93490" y="181063"/>
                  </a:lnTo>
                  <a:lnTo>
                    <a:pt x="122628" y="145708"/>
                  </a:lnTo>
                  <a:lnTo>
                    <a:pt x="130232" y="138236"/>
                  </a:lnTo>
                  <a:lnTo>
                    <a:pt x="138332" y="129571"/>
                  </a:lnTo>
                  <a:lnTo>
                    <a:pt x="171869" y="100345"/>
                  </a:lnTo>
                  <a:lnTo>
                    <a:pt x="189638" y="87243"/>
                  </a:lnTo>
                  <a:lnTo>
                    <a:pt x="198955" y="80135"/>
                  </a:lnTo>
                  <a:lnTo>
                    <a:pt x="237077" y="57077"/>
                  </a:lnTo>
                  <a:lnTo>
                    <a:pt x="256954" y="47020"/>
                  </a:lnTo>
                  <a:lnTo>
                    <a:pt x="267270" y="41423"/>
                  </a:lnTo>
                  <a:lnTo>
                    <a:pt x="277484" y="37102"/>
                  </a:lnTo>
                  <a:lnTo>
                    <a:pt x="287857" y="32815"/>
                  </a:lnTo>
                  <a:lnTo>
                    <a:pt x="298380" y="28560"/>
                  </a:lnTo>
                  <a:lnTo>
                    <a:pt x="308778" y="25576"/>
                  </a:lnTo>
                  <a:lnTo>
                    <a:pt x="319578" y="21380"/>
                  </a:lnTo>
                  <a:lnTo>
                    <a:pt x="330253" y="18455"/>
                  </a:lnTo>
                  <a:lnTo>
                    <a:pt x="363004" y="9836"/>
                  </a:lnTo>
                  <a:lnTo>
                    <a:pt x="418377" y="2131"/>
                  </a:lnTo>
                  <a:lnTo>
                    <a:pt x="429450" y="1888"/>
                  </a:lnTo>
                  <a:lnTo>
                    <a:pt x="440853" y="416"/>
                  </a:lnTo>
                  <a:lnTo>
                    <a:pt x="463326" y="0"/>
                  </a:lnTo>
                  <a:lnTo>
                    <a:pt x="474383" y="1052"/>
                  </a:lnTo>
                  <a:lnTo>
                    <a:pt x="485745" y="870"/>
                  </a:lnTo>
                  <a:lnTo>
                    <a:pt x="519261" y="4099"/>
                  </a:lnTo>
                  <a:lnTo>
                    <a:pt x="585052" y="18083"/>
                  </a:lnTo>
                  <a:lnTo>
                    <a:pt x="616983" y="28765"/>
                  </a:lnTo>
                  <a:lnTo>
                    <a:pt x="627288" y="33552"/>
                  </a:lnTo>
                  <a:lnTo>
                    <a:pt x="637818" y="37089"/>
                  </a:lnTo>
                  <a:lnTo>
                    <a:pt x="658179" y="46610"/>
                  </a:lnTo>
                  <a:lnTo>
                    <a:pt x="667997" y="52592"/>
                  </a:lnTo>
                  <a:lnTo>
                    <a:pt x="678013" y="57318"/>
                  </a:lnTo>
                  <a:lnTo>
                    <a:pt x="725465" y="86880"/>
                  </a:lnTo>
                  <a:lnTo>
                    <a:pt x="751879" y="108075"/>
                  </a:lnTo>
                  <a:lnTo>
                    <a:pt x="760441" y="115088"/>
                  </a:lnTo>
                  <a:lnTo>
                    <a:pt x="768601" y="123315"/>
                  </a:lnTo>
                  <a:lnTo>
                    <a:pt x="776887" y="130269"/>
                  </a:lnTo>
                  <a:lnTo>
                    <a:pt x="784769" y="138437"/>
                  </a:lnTo>
                  <a:lnTo>
                    <a:pt x="792502" y="146572"/>
                  </a:lnTo>
                  <a:lnTo>
                    <a:pt x="800075" y="154674"/>
                  </a:lnTo>
                  <a:lnTo>
                    <a:pt x="807223" y="163983"/>
                  </a:lnTo>
                  <a:lnTo>
                    <a:pt x="814475" y="172016"/>
                  </a:lnTo>
                  <a:lnTo>
                    <a:pt x="840656" y="208742"/>
                  </a:lnTo>
                  <a:lnTo>
                    <a:pt x="852359" y="228109"/>
                  </a:lnTo>
                  <a:lnTo>
                    <a:pt x="858043" y="237107"/>
                  </a:lnTo>
                  <a:lnTo>
                    <a:pt x="877650" y="277629"/>
                  </a:lnTo>
                  <a:lnTo>
                    <a:pt x="885888" y="298856"/>
                  </a:lnTo>
                  <a:lnTo>
                    <a:pt x="889796" y="308775"/>
                  </a:lnTo>
                  <a:lnTo>
                    <a:pt x="902035" y="352924"/>
                  </a:lnTo>
                  <a:lnTo>
                    <a:pt x="910380" y="396246"/>
                  </a:lnTo>
                  <a:lnTo>
                    <a:pt x="911573" y="408185"/>
                  </a:lnTo>
                  <a:lnTo>
                    <a:pt x="340576" y="286816"/>
                  </a:lnTo>
                  <a:lnTo>
                    <a:pt x="333112" y="286528"/>
                  </a:lnTo>
                  <a:lnTo>
                    <a:pt x="329353" y="287027"/>
                  </a:lnTo>
                  <a:lnTo>
                    <a:pt x="321778" y="289312"/>
                  </a:lnTo>
                  <a:lnTo>
                    <a:pt x="318293" y="289870"/>
                  </a:lnTo>
                  <a:lnTo>
                    <a:pt x="311397" y="292299"/>
                  </a:lnTo>
                  <a:lnTo>
                    <a:pt x="308045" y="294183"/>
                  </a:lnTo>
                  <a:lnTo>
                    <a:pt x="301798" y="298049"/>
                  </a:lnTo>
                  <a:lnTo>
                    <a:pt x="298689" y="301283"/>
                  </a:lnTo>
                  <a:lnTo>
                    <a:pt x="293554" y="305385"/>
                  </a:lnTo>
                  <a:lnTo>
                    <a:pt x="291040" y="308746"/>
                  </a:lnTo>
                  <a:lnTo>
                    <a:pt x="286646" y="315602"/>
                  </a:lnTo>
                  <a:lnTo>
                    <a:pt x="285058" y="317862"/>
                  </a:lnTo>
                  <a:lnTo>
                    <a:pt x="278721" y="347675"/>
                  </a:lnTo>
                  <a:lnTo>
                    <a:pt x="279253" y="350385"/>
                  </a:lnTo>
                  <a:lnTo>
                    <a:pt x="280478" y="358436"/>
                  </a:lnTo>
                  <a:lnTo>
                    <a:pt x="281408" y="362529"/>
                  </a:lnTo>
                  <a:lnTo>
                    <a:pt x="284430" y="368365"/>
                  </a:lnTo>
                  <a:lnTo>
                    <a:pt x="285955" y="372584"/>
                  </a:lnTo>
                  <a:lnTo>
                    <a:pt x="290090" y="378656"/>
                  </a:lnTo>
                  <a:lnTo>
                    <a:pt x="292385" y="381741"/>
                  </a:lnTo>
                  <a:lnTo>
                    <a:pt x="297697" y="386765"/>
                  </a:lnTo>
                  <a:lnTo>
                    <a:pt x="300655" y="388692"/>
                  </a:lnTo>
                  <a:lnTo>
                    <a:pt x="306645" y="393860"/>
                  </a:lnTo>
                  <a:lnTo>
                    <a:pt x="309876" y="395846"/>
                  </a:lnTo>
                  <a:lnTo>
                    <a:pt x="316812" y="398618"/>
                  </a:lnTo>
                  <a:lnTo>
                    <a:pt x="909469" y="524591"/>
                  </a:lnTo>
                  <a:lnTo>
                    <a:pt x="908522" y="530882"/>
                  </a:lnTo>
                  <a:lnTo>
                    <a:pt x="899281" y="574361"/>
                  </a:lnTo>
                  <a:lnTo>
                    <a:pt x="885737" y="616925"/>
                  </a:lnTo>
                  <a:lnTo>
                    <a:pt x="867934" y="658584"/>
                  </a:lnTo>
                  <a:lnTo>
                    <a:pt x="866209" y="662113"/>
                  </a:lnTo>
                  <a:lnTo>
                    <a:pt x="253643" y="531907"/>
                  </a:lnTo>
                  <a:lnTo>
                    <a:pt x="242731" y="530886"/>
                  </a:lnTo>
                  <a:lnTo>
                    <a:pt x="231993" y="533798"/>
                  </a:lnTo>
                  <a:lnTo>
                    <a:pt x="223345" y="541048"/>
                  </a:lnTo>
                  <a:lnTo>
                    <a:pt x="218446" y="550394"/>
                  </a:lnTo>
                  <a:lnTo>
                    <a:pt x="217377" y="561852"/>
                  </a:lnTo>
                  <a:lnTo>
                    <a:pt x="220749" y="572955"/>
                  </a:lnTo>
                  <a:lnTo>
                    <a:pt x="242015" y="604742"/>
                  </a:lnTo>
                  <a:lnTo>
                    <a:pt x="270157" y="637989"/>
                  </a:lnTo>
                  <a:lnTo>
                    <a:pt x="306232" y="667729"/>
                  </a:lnTo>
                  <a:lnTo>
                    <a:pt x="350502" y="692720"/>
                  </a:lnTo>
                  <a:lnTo>
                    <a:pt x="403761" y="709234"/>
                  </a:lnTo>
                  <a:lnTo>
                    <a:pt x="773827" y="787894"/>
                  </a:lnTo>
                  <a:lnTo>
                    <a:pt x="768070" y="793162"/>
                  </a:lnTo>
                  <a:lnTo>
                    <a:pt x="733676" y="822206"/>
                  </a:lnTo>
                  <a:lnTo>
                    <a:pt x="724824" y="828114"/>
                  </a:lnTo>
                  <a:lnTo>
                    <a:pt x="715507" y="835223"/>
                  </a:lnTo>
                  <a:lnTo>
                    <a:pt x="677385" y="858280"/>
                  </a:lnTo>
                  <a:lnTo>
                    <a:pt x="657508" y="868338"/>
                  </a:lnTo>
                  <a:lnTo>
                    <a:pt x="647191" y="873935"/>
                  </a:lnTo>
                  <a:lnTo>
                    <a:pt x="636978" y="878256"/>
                  </a:lnTo>
                  <a:lnTo>
                    <a:pt x="626605" y="882543"/>
                  </a:lnTo>
                  <a:lnTo>
                    <a:pt x="616081" y="886798"/>
                  </a:lnTo>
                  <a:lnTo>
                    <a:pt x="605684" y="889781"/>
                  </a:lnTo>
                  <a:lnTo>
                    <a:pt x="594883" y="893977"/>
                  </a:lnTo>
                  <a:lnTo>
                    <a:pt x="562490" y="902672"/>
                  </a:lnTo>
                  <a:lnTo>
                    <a:pt x="551458" y="905521"/>
                  </a:lnTo>
                  <a:lnTo>
                    <a:pt x="496084" y="913227"/>
                  </a:lnTo>
                  <a:lnTo>
                    <a:pt x="485012" y="913470"/>
                  </a:lnTo>
                  <a:lnTo>
                    <a:pt x="473609" y="914941"/>
                  </a:lnTo>
                  <a:lnTo>
                    <a:pt x="451136" y="915358"/>
                  </a:lnTo>
                  <a:lnTo>
                    <a:pt x="440078" y="914306"/>
                  </a:lnTo>
                  <a:lnTo>
                    <a:pt x="428717" y="914488"/>
                  </a:lnTo>
                  <a:lnTo>
                    <a:pt x="395201" y="911259"/>
                  </a:lnTo>
                  <a:close/>
                </a:path>
                <a:path w="915034" h="915669">
                  <a:moveTo>
                    <a:pt x="596318" y="458029"/>
                  </a:moveTo>
                  <a:lnTo>
                    <a:pt x="331424" y="401724"/>
                  </a:lnTo>
                  <a:lnTo>
                    <a:pt x="338888" y="402012"/>
                  </a:lnTo>
                  <a:lnTo>
                    <a:pt x="342647" y="401513"/>
                  </a:lnTo>
                  <a:lnTo>
                    <a:pt x="350222" y="399228"/>
                  </a:lnTo>
                  <a:lnTo>
                    <a:pt x="353707" y="398670"/>
                  </a:lnTo>
                  <a:lnTo>
                    <a:pt x="360603" y="396241"/>
                  </a:lnTo>
                  <a:lnTo>
                    <a:pt x="363955" y="394357"/>
                  </a:lnTo>
                  <a:lnTo>
                    <a:pt x="370202" y="390491"/>
                  </a:lnTo>
                  <a:lnTo>
                    <a:pt x="373312" y="387257"/>
                  </a:lnTo>
                  <a:lnTo>
                    <a:pt x="378446" y="383155"/>
                  </a:lnTo>
                  <a:lnTo>
                    <a:pt x="380960" y="379794"/>
                  </a:lnTo>
                  <a:lnTo>
                    <a:pt x="385354" y="372938"/>
                  </a:lnTo>
                  <a:lnTo>
                    <a:pt x="386942" y="370679"/>
                  </a:lnTo>
                  <a:lnTo>
                    <a:pt x="393280" y="340865"/>
                  </a:lnTo>
                  <a:lnTo>
                    <a:pt x="392747" y="338155"/>
                  </a:lnTo>
                  <a:lnTo>
                    <a:pt x="391522" y="330104"/>
                  </a:lnTo>
                  <a:lnTo>
                    <a:pt x="390592" y="326012"/>
                  </a:lnTo>
                  <a:lnTo>
                    <a:pt x="387570" y="320176"/>
                  </a:lnTo>
                  <a:lnTo>
                    <a:pt x="386045" y="315956"/>
                  </a:lnTo>
                  <a:lnTo>
                    <a:pt x="381910" y="309884"/>
                  </a:lnTo>
                  <a:lnTo>
                    <a:pt x="379615" y="306799"/>
                  </a:lnTo>
                  <a:lnTo>
                    <a:pt x="374303" y="301775"/>
                  </a:lnTo>
                  <a:lnTo>
                    <a:pt x="371345" y="299848"/>
                  </a:lnTo>
                  <a:lnTo>
                    <a:pt x="365355" y="294680"/>
                  </a:lnTo>
                  <a:lnTo>
                    <a:pt x="362124" y="292695"/>
                  </a:lnTo>
                  <a:lnTo>
                    <a:pt x="355188" y="289922"/>
                  </a:lnTo>
                  <a:lnTo>
                    <a:pt x="620082" y="346227"/>
                  </a:lnTo>
                  <a:lnTo>
                    <a:pt x="612618" y="345939"/>
                  </a:lnTo>
                  <a:lnTo>
                    <a:pt x="608858" y="346438"/>
                  </a:lnTo>
                  <a:lnTo>
                    <a:pt x="601284" y="348723"/>
                  </a:lnTo>
                  <a:lnTo>
                    <a:pt x="597798" y="349281"/>
                  </a:lnTo>
                  <a:lnTo>
                    <a:pt x="590902" y="351710"/>
                  </a:lnTo>
                  <a:lnTo>
                    <a:pt x="587551" y="353594"/>
                  </a:lnTo>
                  <a:lnTo>
                    <a:pt x="581304" y="357460"/>
                  </a:lnTo>
                  <a:lnTo>
                    <a:pt x="578194" y="360694"/>
                  </a:lnTo>
                  <a:lnTo>
                    <a:pt x="573060" y="364796"/>
                  </a:lnTo>
                  <a:lnTo>
                    <a:pt x="570545" y="368157"/>
                  </a:lnTo>
                  <a:lnTo>
                    <a:pt x="566152" y="375013"/>
                  </a:lnTo>
                  <a:lnTo>
                    <a:pt x="564563" y="377272"/>
                  </a:lnTo>
                  <a:lnTo>
                    <a:pt x="558226" y="407086"/>
                  </a:lnTo>
                  <a:lnTo>
                    <a:pt x="558758" y="409796"/>
                  </a:lnTo>
                  <a:lnTo>
                    <a:pt x="559983" y="417847"/>
                  </a:lnTo>
                  <a:lnTo>
                    <a:pt x="560913" y="421940"/>
                  </a:lnTo>
                  <a:lnTo>
                    <a:pt x="563936" y="427775"/>
                  </a:lnTo>
                  <a:lnTo>
                    <a:pt x="565461" y="431995"/>
                  </a:lnTo>
                  <a:lnTo>
                    <a:pt x="569595" y="438067"/>
                  </a:lnTo>
                  <a:lnTo>
                    <a:pt x="571891" y="441152"/>
                  </a:lnTo>
                  <a:lnTo>
                    <a:pt x="577203" y="446176"/>
                  </a:lnTo>
                  <a:lnTo>
                    <a:pt x="580160" y="448103"/>
                  </a:lnTo>
                  <a:lnTo>
                    <a:pt x="586150" y="453271"/>
                  </a:lnTo>
                  <a:lnTo>
                    <a:pt x="589382" y="455256"/>
                  </a:lnTo>
                  <a:lnTo>
                    <a:pt x="596318" y="458029"/>
                  </a:lnTo>
                  <a:close/>
                </a:path>
                <a:path w="915034" h="915669">
                  <a:moveTo>
                    <a:pt x="909469" y="524591"/>
                  </a:moveTo>
                  <a:lnTo>
                    <a:pt x="610929" y="461135"/>
                  </a:lnTo>
                  <a:lnTo>
                    <a:pt x="618393" y="461423"/>
                  </a:lnTo>
                  <a:lnTo>
                    <a:pt x="622153" y="460924"/>
                  </a:lnTo>
                  <a:lnTo>
                    <a:pt x="629727" y="458639"/>
                  </a:lnTo>
                  <a:lnTo>
                    <a:pt x="633213" y="458081"/>
                  </a:lnTo>
                  <a:lnTo>
                    <a:pt x="640109" y="455652"/>
                  </a:lnTo>
                  <a:lnTo>
                    <a:pt x="643461" y="453768"/>
                  </a:lnTo>
                  <a:lnTo>
                    <a:pt x="649708" y="449902"/>
                  </a:lnTo>
                  <a:lnTo>
                    <a:pt x="652817" y="446668"/>
                  </a:lnTo>
                  <a:lnTo>
                    <a:pt x="657952" y="442566"/>
                  </a:lnTo>
                  <a:lnTo>
                    <a:pt x="660466" y="439205"/>
                  </a:lnTo>
                  <a:lnTo>
                    <a:pt x="664860" y="432349"/>
                  </a:lnTo>
                  <a:lnTo>
                    <a:pt x="666448" y="430090"/>
                  </a:lnTo>
                  <a:lnTo>
                    <a:pt x="672785" y="400276"/>
                  </a:lnTo>
                  <a:lnTo>
                    <a:pt x="672253" y="397566"/>
                  </a:lnTo>
                  <a:lnTo>
                    <a:pt x="671028" y="389515"/>
                  </a:lnTo>
                  <a:lnTo>
                    <a:pt x="670098" y="385422"/>
                  </a:lnTo>
                  <a:lnTo>
                    <a:pt x="667076" y="379586"/>
                  </a:lnTo>
                  <a:lnTo>
                    <a:pt x="665551" y="375367"/>
                  </a:lnTo>
                  <a:lnTo>
                    <a:pt x="661416" y="369295"/>
                  </a:lnTo>
                  <a:lnTo>
                    <a:pt x="659120" y="366210"/>
                  </a:lnTo>
                  <a:lnTo>
                    <a:pt x="653809" y="361186"/>
                  </a:lnTo>
                  <a:lnTo>
                    <a:pt x="650851" y="359259"/>
                  </a:lnTo>
                  <a:lnTo>
                    <a:pt x="644861" y="354091"/>
                  </a:lnTo>
                  <a:lnTo>
                    <a:pt x="641630" y="352105"/>
                  </a:lnTo>
                  <a:lnTo>
                    <a:pt x="634694" y="349333"/>
                  </a:lnTo>
                  <a:lnTo>
                    <a:pt x="911573" y="408185"/>
                  </a:lnTo>
                  <a:lnTo>
                    <a:pt x="912776" y="418828"/>
                  </a:lnTo>
                  <a:lnTo>
                    <a:pt x="913722" y="429416"/>
                  </a:lnTo>
                  <a:lnTo>
                    <a:pt x="914142" y="441191"/>
                  </a:lnTo>
                  <a:lnTo>
                    <a:pt x="914462" y="463331"/>
                  </a:lnTo>
                  <a:lnTo>
                    <a:pt x="914096" y="474938"/>
                  </a:lnTo>
                  <a:lnTo>
                    <a:pt x="913462" y="486489"/>
                  </a:lnTo>
                  <a:lnTo>
                    <a:pt x="912827" y="496741"/>
                  </a:lnTo>
                  <a:lnTo>
                    <a:pt x="911660" y="508178"/>
                  </a:lnTo>
                  <a:lnTo>
                    <a:pt x="910226" y="519559"/>
                  </a:lnTo>
                  <a:lnTo>
                    <a:pt x="909469" y="524591"/>
                  </a:lnTo>
                  <a:close/>
                </a:path>
                <a:path w="915034" h="915669">
                  <a:moveTo>
                    <a:pt x="415643" y="653333"/>
                  </a:moveTo>
                  <a:lnTo>
                    <a:pt x="364292" y="635926"/>
                  </a:lnTo>
                  <a:lnTo>
                    <a:pt x="323685" y="609117"/>
                  </a:lnTo>
                  <a:lnTo>
                    <a:pt x="292751" y="577873"/>
                  </a:lnTo>
                  <a:lnTo>
                    <a:pt x="270945" y="544674"/>
                  </a:lnTo>
                  <a:lnTo>
                    <a:pt x="263468" y="536593"/>
                  </a:lnTo>
                  <a:lnTo>
                    <a:pt x="253643" y="531907"/>
                  </a:lnTo>
                  <a:lnTo>
                    <a:pt x="613026" y="608297"/>
                  </a:lnTo>
                  <a:lnTo>
                    <a:pt x="602145" y="608581"/>
                  </a:lnTo>
                  <a:lnTo>
                    <a:pt x="592027" y="612922"/>
                  </a:lnTo>
                  <a:lnTo>
                    <a:pt x="558603" y="634382"/>
                  </a:lnTo>
                  <a:lnTo>
                    <a:pt x="517636" y="650343"/>
                  </a:lnTo>
                  <a:lnTo>
                    <a:pt x="469636" y="658317"/>
                  </a:lnTo>
                  <a:lnTo>
                    <a:pt x="415643" y="653333"/>
                  </a:lnTo>
                  <a:close/>
                </a:path>
                <a:path w="915034" h="915669">
                  <a:moveTo>
                    <a:pt x="773827" y="787894"/>
                  </a:moveTo>
                  <a:lnTo>
                    <a:pt x="403761" y="709234"/>
                  </a:lnTo>
                  <a:lnTo>
                    <a:pt x="459132" y="715810"/>
                  </a:lnTo>
                  <a:lnTo>
                    <a:pt x="509740" y="710986"/>
                  </a:lnTo>
                  <a:lnTo>
                    <a:pt x="554792" y="698490"/>
                  </a:lnTo>
                  <a:lnTo>
                    <a:pt x="594025" y="679563"/>
                  </a:lnTo>
                  <a:lnTo>
                    <a:pt x="626381" y="659175"/>
                  </a:lnTo>
                  <a:lnTo>
                    <a:pt x="637661" y="639500"/>
                  </a:lnTo>
                  <a:lnTo>
                    <a:pt x="636987" y="628970"/>
                  </a:lnTo>
                  <a:lnTo>
                    <a:pt x="632036" y="618829"/>
                  </a:lnTo>
                  <a:lnTo>
                    <a:pt x="623410" y="611802"/>
                  </a:lnTo>
                  <a:lnTo>
                    <a:pt x="613026" y="608297"/>
                  </a:lnTo>
                  <a:lnTo>
                    <a:pt x="866209" y="662113"/>
                  </a:lnTo>
                  <a:lnTo>
                    <a:pt x="862761" y="669170"/>
                  </a:lnTo>
                  <a:lnTo>
                    <a:pt x="857590" y="678458"/>
                  </a:lnTo>
                  <a:lnTo>
                    <a:pt x="852162" y="687691"/>
                  </a:lnTo>
                  <a:lnTo>
                    <a:pt x="846216" y="698112"/>
                  </a:lnTo>
                  <a:lnTo>
                    <a:pt x="820972" y="734294"/>
                  </a:lnTo>
                  <a:lnTo>
                    <a:pt x="791834" y="769649"/>
                  </a:lnTo>
                  <a:lnTo>
                    <a:pt x="784230" y="777121"/>
                  </a:lnTo>
                  <a:lnTo>
                    <a:pt x="776130" y="785787"/>
                  </a:lnTo>
                  <a:lnTo>
                    <a:pt x="773827" y="787894"/>
                  </a:lnTo>
                  <a:close/>
                </a:path>
              </a:pathLst>
            </a:custGeom>
            <a:solidFill>
              <a:srgbClr val="FDD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25149" y="1109662"/>
              <a:ext cx="857250" cy="600075"/>
            </a:xfrm>
            <a:custGeom>
              <a:avLst/>
              <a:gdLst/>
              <a:ahLst/>
              <a:cxnLst/>
              <a:rect l="l" t="t" r="r" b="b"/>
              <a:pathLst>
                <a:path w="857250" h="600075">
                  <a:moveTo>
                    <a:pt x="685800" y="600075"/>
                  </a:moveTo>
                  <a:lnTo>
                    <a:pt x="192881" y="600075"/>
                  </a:lnTo>
                  <a:lnTo>
                    <a:pt x="148667" y="594978"/>
                  </a:lnTo>
                  <a:lnTo>
                    <a:pt x="108073" y="580463"/>
                  </a:lnTo>
                  <a:lnTo>
                    <a:pt x="72260" y="557688"/>
                  </a:lnTo>
                  <a:lnTo>
                    <a:pt x="42386" y="527814"/>
                  </a:lnTo>
                  <a:lnTo>
                    <a:pt x="19611" y="492001"/>
                  </a:lnTo>
                  <a:lnTo>
                    <a:pt x="5096" y="451407"/>
                  </a:lnTo>
                  <a:lnTo>
                    <a:pt x="0" y="407193"/>
                  </a:lnTo>
                  <a:lnTo>
                    <a:pt x="6200" y="358494"/>
                  </a:lnTo>
                  <a:lnTo>
                    <a:pt x="23754" y="314379"/>
                  </a:lnTo>
                  <a:lnTo>
                    <a:pt x="51094" y="276410"/>
                  </a:lnTo>
                  <a:lnTo>
                    <a:pt x="86650" y="246150"/>
                  </a:lnTo>
                  <a:lnTo>
                    <a:pt x="128855" y="225162"/>
                  </a:lnTo>
                  <a:lnTo>
                    <a:pt x="128587" y="217929"/>
                  </a:lnTo>
                  <a:lnTo>
                    <a:pt x="128587" y="214312"/>
                  </a:lnTo>
                  <a:lnTo>
                    <a:pt x="134245" y="165158"/>
                  </a:lnTo>
                  <a:lnTo>
                    <a:pt x="150362" y="120043"/>
                  </a:lnTo>
                  <a:lnTo>
                    <a:pt x="175655" y="80251"/>
                  </a:lnTo>
                  <a:lnTo>
                    <a:pt x="208839" y="47067"/>
                  </a:lnTo>
                  <a:lnTo>
                    <a:pt x="248630" y="21774"/>
                  </a:lnTo>
                  <a:lnTo>
                    <a:pt x="293745" y="5657"/>
                  </a:lnTo>
                  <a:lnTo>
                    <a:pt x="342900" y="0"/>
                  </a:lnTo>
                  <a:lnTo>
                    <a:pt x="389160" y="4999"/>
                  </a:lnTo>
                  <a:lnTo>
                    <a:pt x="431923" y="19296"/>
                  </a:lnTo>
                  <a:lnTo>
                    <a:pt x="470134" y="41835"/>
                  </a:lnTo>
                  <a:lnTo>
                    <a:pt x="502738" y="71563"/>
                  </a:lnTo>
                  <a:lnTo>
                    <a:pt x="528682" y="107424"/>
                  </a:lnTo>
                  <a:lnTo>
                    <a:pt x="544715" y="98269"/>
                  </a:lnTo>
                  <a:lnTo>
                    <a:pt x="562118" y="91451"/>
                  </a:lnTo>
                  <a:lnTo>
                    <a:pt x="580650" y="87194"/>
                  </a:lnTo>
                  <a:lnTo>
                    <a:pt x="600075" y="85725"/>
                  </a:lnTo>
                  <a:lnTo>
                    <a:pt x="650116" y="95833"/>
                  </a:lnTo>
                  <a:lnTo>
                    <a:pt x="690990" y="123397"/>
                  </a:lnTo>
                  <a:lnTo>
                    <a:pt x="718553" y="164271"/>
                  </a:lnTo>
                  <a:lnTo>
                    <a:pt x="728662" y="214312"/>
                  </a:lnTo>
                  <a:lnTo>
                    <a:pt x="728095" y="226432"/>
                  </a:lnTo>
                  <a:lnTo>
                    <a:pt x="726435" y="238238"/>
                  </a:lnTo>
                  <a:lnTo>
                    <a:pt x="723746" y="249667"/>
                  </a:lnTo>
                  <a:lnTo>
                    <a:pt x="720089" y="260657"/>
                  </a:lnTo>
                  <a:lnTo>
                    <a:pt x="764392" y="276235"/>
                  </a:lnTo>
                  <a:lnTo>
                    <a:pt x="802163" y="302731"/>
                  </a:lnTo>
                  <a:lnTo>
                    <a:pt x="831498" y="338234"/>
                  </a:lnTo>
                  <a:lnTo>
                    <a:pt x="850494" y="380835"/>
                  </a:lnTo>
                  <a:lnTo>
                    <a:pt x="857250" y="428625"/>
                  </a:lnTo>
                  <a:lnTo>
                    <a:pt x="851126" y="474206"/>
                  </a:lnTo>
                  <a:lnTo>
                    <a:pt x="833844" y="515163"/>
                  </a:lnTo>
                  <a:lnTo>
                    <a:pt x="807037" y="549862"/>
                  </a:lnTo>
                  <a:lnTo>
                    <a:pt x="772338" y="576669"/>
                  </a:lnTo>
                  <a:lnTo>
                    <a:pt x="731381" y="593951"/>
                  </a:lnTo>
                  <a:lnTo>
                    <a:pt x="685800" y="600075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409699" y="2428874"/>
            <a:ext cx="4381500" cy="2628900"/>
            <a:chOff x="1409699" y="2428874"/>
            <a:chExt cx="4381500" cy="2628900"/>
          </a:xfrm>
        </p:grpSpPr>
        <p:sp>
          <p:nvSpPr>
            <p:cNvPr id="7" name="object 7"/>
            <p:cNvSpPr/>
            <p:nvPr/>
          </p:nvSpPr>
          <p:spPr>
            <a:xfrm>
              <a:off x="1409699" y="2428874"/>
              <a:ext cx="4381500" cy="2628900"/>
            </a:xfrm>
            <a:custGeom>
              <a:avLst/>
              <a:gdLst/>
              <a:ahLst/>
              <a:cxnLst/>
              <a:rect l="l" t="t" r="r" b="b"/>
              <a:pathLst>
                <a:path w="4381500" h="2628900">
                  <a:moveTo>
                    <a:pt x="4160386" y="2628899"/>
                  </a:moveTo>
                  <a:lnTo>
                    <a:pt x="221113" y="2628899"/>
                  </a:lnTo>
                  <a:lnTo>
                    <a:pt x="213644" y="2628532"/>
                  </a:lnTo>
                  <a:lnTo>
                    <a:pt x="169405" y="2621229"/>
                  </a:lnTo>
                  <a:lnTo>
                    <a:pt x="127441" y="2605435"/>
                  </a:lnTo>
                  <a:lnTo>
                    <a:pt x="89365" y="2581759"/>
                  </a:lnTo>
                  <a:lnTo>
                    <a:pt x="56639" y="2551109"/>
                  </a:lnTo>
                  <a:lnTo>
                    <a:pt x="30522" y="2514663"/>
                  </a:lnTo>
                  <a:lnTo>
                    <a:pt x="12016" y="2473822"/>
                  </a:lnTo>
                  <a:lnTo>
                    <a:pt x="1834" y="2430157"/>
                  </a:lnTo>
                  <a:lnTo>
                    <a:pt x="0" y="2400299"/>
                  </a:lnTo>
                  <a:lnTo>
                    <a:pt x="0" y="221113"/>
                  </a:lnTo>
                  <a:lnTo>
                    <a:pt x="5853" y="176659"/>
                  </a:lnTo>
                  <a:lnTo>
                    <a:pt x="20266" y="134201"/>
                  </a:lnTo>
                  <a:lnTo>
                    <a:pt x="42685" y="95371"/>
                  </a:lnTo>
                  <a:lnTo>
                    <a:pt x="72249" y="61661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4160386" y="0"/>
                  </a:lnTo>
                  <a:lnTo>
                    <a:pt x="4204840" y="5853"/>
                  </a:lnTo>
                  <a:lnTo>
                    <a:pt x="4247297" y="20266"/>
                  </a:lnTo>
                  <a:lnTo>
                    <a:pt x="4286127" y="42685"/>
                  </a:lnTo>
                  <a:lnTo>
                    <a:pt x="4319838" y="72249"/>
                  </a:lnTo>
                  <a:lnTo>
                    <a:pt x="4347132" y="107821"/>
                  </a:lnTo>
                  <a:lnTo>
                    <a:pt x="4366963" y="148035"/>
                  </a:lnTo>
                  <a:lnTo>
                    <a:pt x="4378567" y="191345"/>
                  </a:lnTo>
                  <a:lnTo>
                    <a:pt x="4381499" y="221113"/>
                  </a:lnTo>
                  <a:lnTo>
                    <a:pt x="4381499" y="2407786"/>
                  </a:lnTo>
                  <a:lnTo>
                    <a:pt x="4375645" y="2452240"/>
                  </a:lnTo>
                  <a:lnTo>
                    <a:pt x="4361232" y="2494697"/>
                  </a:lnTo>
                  <a:lnTo>
                    <a:pt x="4338813" y="2533528"/>
                  </a:lnTo>
                  <a:lnTo>
                    <a:pt x="4309249" y="2567238"/>
                  </a:lnTo>
                  <a:lnTo>
                    <a:pt x="4273677" y="2594532"/>
                  </a:lnTo>
                  <a:lnTo>
                    <a:pt x="4233463" y="2614363"/>
                  </a:lnTo>
                  <a:lnTo>
                    <a:pt x="4190153" y="2625967"/>
                  </a:lnTo>
                  <a:lnTo>
                    <a:pt x="4160386" y="26288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48024" y="2769393"/>
              <a:ext cx="714375" cy="500380"/>
            </a:xfrm>
            <a:custGeom>
              <a:avLst/>
              <a:gdLst/>
              <a:ahLst/>
              <a:cxnLst/>
              <a:rect l="l" t="t" r="r" b="b"/>
              <a:pathLst>
                <a:path w="714375" h="500379">
                  <a:moveTo>
                    <a:pt x="35718" y="500062"/>
                  </a:moveTo>
                  <a:lnTo>
                    <a:pt x="21802" y="497259"/>
                  </a:lnTo>
                  <a:lnTo>
                    <a:pt x="10450" y="489611"/>
                  </a:lnTo>
                  <a:lnTo>
                    <a:pt x="2802" y="478259"/>
                  </a:lnTo>
                  <a:lnTo>
                    <a:pt x="0" y="464343"/>
                  </a:lnTo>
                  <a:lnTo>
                    <a:pt x="0" y="357187"/>
                  </a:lnTo>
                  <a:lnTo>
                    <a:pt x="3261" y="308726"/>
                  </a:lnTo>
                  <a:lnTo>
                    <a:pt x="12761" y="262244"/>
                  </a:lnTo>
                  <a:lnTo>
                    <a:pt x="28074" y="218168"/>
                  </a:lnTo>
                  <a:lnTo>
                    <a:pt x="48774" y="176923"/>
                  </a:lnTo>
                  <a:lnTo>
                    <a:pt x="74435" y="138935"/>
                  </a:lnTo>
                  <a:lnTo>
                    <a:pt x="104630" y="104630"/>
                  </a:lnTo>
                  <a:lnTo>
                    <a:pt x="138935" y="74435"/>
                  </a:lnTo>
                  <a:lnTo>
                    <a:pt x="176923" y="48774"/>
                  </a:lnTo>
                  <a:lnTo>
                    <a:pt x="218168" y="28074"/>
                  </a:lnTo>
                  <a:lnTo>
                    <a:pt x="262244" y="12761"/>
                  </a:lnTo>
                  <a:lnTo>
                    <a:pt x="308726" y="3261"/>
                  </a:lnTo>
                  <a:lnTo>
                    <a:pt x="357187" y="0"/>
                  </a:lnTo>
                  <a:lnTo>
                    <a:pt x="405648" y="3261"/>
                  </a:lnTo>
                  <a:lnTo>
                    <a:pt x="452130" y="12761"/>
                  </a:lnTo>
                  <a:lnTo>
                    <a:pt x="496206" y="28074"/>
                  </a:lnTo>
                  <a:lnTo>
                    <a:pt x="537451" y="48774"/>
                  </a:lnTo>
                  <a:lnTo>
                    <a:pt x="571001" y="71437"/>
                  </a:lnTo>
                  <a:lnTo>
                    <a:pt x="357187" y="71437"/>
                  </a:lnTo>
                  <a:lnTo>
                    <a:pt x="310833" y="75177"/>
                  </a:lnTo>
                  <a:lnTo>
                    <a:pt x="266861" y="86003"/>
                  </a:lnTo>
                  <a:lnTo>
                    <a:pt x="225861" y="103329"/>
                  </a:lnTo>
                  <a:lnTo>
                    <a:pt x="188419" y="126565"/>
                  </a:lnTo>
                  <a:lnTo>
                    <a:pt x="155125" y="155125"/>
                  </a:lnTo>
                  <a:lnTo>
                    <a:pt x="126565" y="188419"/>
                  </a:lnTo>
                  <a:lnTo>
                    <a:pt x="103329" y="225861"/>
                  </a:lnTo>
                  <a:lnTo>
                    <a:pt x="86003" y="266861"/>
                  </a:lnTo>
                  <a:lnTo>
                    <a:pt x="75177" y="310833"/>
                  </a:lnTo>
                  <a:lnTo>
                    <a:pt x="71437" y="357187"/>
                  </a:lnTo>
                  <a:lnTo>
                    <a:pt x="71437" y="464343"/>
                  </a:lnTo>
                  <a:lnTo>
                    <a:pt x="68634" y="478259"/>
                  </a:lnTo>
                  <a:lnTo>
                    <a:pt x="60986" y="489611"/>
                  </a:lnTo>
                  <a:lnTo>
                    <a:pt x="49634" y="497259"/>
                  </a:lnTo>
                  <a:lnTo>
                    <a:pt x="35718" y="500062"/>
                  </a:lnTo>
                  <a:close/>
                </a:path>
                <a:path w="714375" h="500379">
                  <a:moveTo>
                    <a:pt x="678656" y="500062"/>
                  </a:moveTo>
                  <a:lnTo>
                    <a:pt x="664740" y="497259"/>
                  </a:lnTo>
                  <a:lnTo>
                    <a:pt x="653388" y="489611"/>
                  </a:lnTo>
                  <a:lnTo>
                    <a:pt x="645740" y="478259"/>
                  </a:lnTo>
                  <a:lnTo>
                    <a:pt x="642937" y="464343"/>
                  </a:lnTo>
                  <a:lnTo>
                    <a:pt x="642937" y="357187"/>
                  </a:lnTo>
                  <a:lnTo>
                    <a:pt x="639197" y="310833"/>
                  </a:lnTo>
                  <a:lnTo>
                    <a:pt x="628371" y="266861"/>
                  </a:lnTo>
                  <a:lnTo>
                    <a:pt x="611045" y="225861"/>
                  </a:lnTo>
                  <a:lnTo>
                    <a:pt x="587809" y="188419"/>
                  </a:lnTo>
                  <a:lnTo>
                    <a:pt x="559249" y="155125"/>
                  </a:lnTo>
                  <a:lnTo>
                    <a:pt x="525955" y="126565"/>
                  </a:lnTo>
                  <a:lnTo>
                    <a:pt x="488513" y="103329"/>
                  </a:lnTo>
                  <a:lnTo>
                    <a:pt x="447513" y="86003"/>
                  </a:lnTo>
                  <a:lnTo>
                    <a:pt x="403541" y="75177"/>
                  </a:lnTo>
                  <a:lnTo>
                    <a:pt x="357187" y="71437"/>
                  </a:lnTo>
                  <a:lnTo>
                    <a:pt x="571001" y="71437"/>
                  </a:lnTo>
                  <a:lnTo>
                    <a:pt x="609744" y="104630"/>
                  </a:lnTo>
                  <a:lnTo>
                    <a:pt x="639939" y="138935"/>
                  </a:lnTo>
                  <a:lnTo>
                    <a:pt x="665600" y="176923"/>
                  </a:lnTo>
                  <a:lnTo>
                    <a:pt x="686300" y="218168"/>
                  </a:lnTo>
                  <a:lnTo>
                    <a:pt x="701613" y="262244"/>
                  </a:lnTo>
                  <a:lnTo>
                    <a:pt x="711113" y="308726"/>
                  </a:lnTo>
                  <a:lnTo>
                    <a:pt x="714375" y="357187"/>
                  </a:lnTo>
                  <a:lnTo>
                    <a:pt x="714375" y="464343"/>
                  </a:lnTo>
                  <a:lnTo>
                    <a:pt x="711572" y="478259"/>
                  </a:lnTo>
                  <a:lnTo>
                    <a:pt x="703924" y="489611"/>
                  </a:lnTo>
                  <a:lnTo>
                    <a:pt x="692572" y="497259"/>
                  </a:lnTo>
                  <a:lnTo>
                    <a:pt x="678656" y="500062"/>
                  </a:lnTo>
                  <a:close/>
                </a:path>
                <a:path w="714375" h="500379">
                  <a:moveTo>
                    <a:pt x="142875" y="500062"/>
                  </a:moveTo>
                  <a:lnTo>
                    <a:pt x="128958" y="497259"/>
                  </a:lnTo>
                  <a:lnTo>
                    <a:pt x="117606" y="489611"/>
                  </a:lnTo>
                  <a:lnTo>
                    <a:pt x="109958" y="478259"/>
                  </a:lnTo>
                  <a:lnTo>
                    <a:pt x="107156" y="464343"/>
                  </a:lnTo>
                  <a:lnTo>
                    <a:pt x="107156" y="357187"/>
                  </a:lnTo>
                  <a:lnTo>
                    <a:pt x="111185" y="312247"/>
                  </a:lnTo>
                  <a:lnTo>
                    <a:pt x="122800" y="269948"/>
                  </a:lnTo>
                  <a:lnTo>
                    <a:pt x="141295" y="230997"/>
                  </a:lnTo>
                  <a:lnTo>
                    <a:pt x="165964" y="196100"/>
                  </a:lnTo>
                  <a:lnTo>
                    <a:pt x="196100" y="165964"/>
                  </a:lnTo>
                  <a:lnTo>
                    <a:pt x="230997" y="141295"/>
                  </a:lnTo>
                  <a:lnTo>
                    <a:pt x="269948" y="122800"/>
                  </a:lnTo>
                  <a:lnTo>
                    <a:pt x="312247" y="111185"/>
                  </a:lnTo>
                  <a:lnTo>
                    <a:pt x="357187" y="107156"/>
                  </a:lnTo>
                  <a:lnTo>
                    <a:pt x="402127" y="111185"/>
                  </a:lnTo>
                  <a:lnTo>
                    <a:pt x="444426" y="122800"/>
                  </a:lnTo>
                  <a:lnTo>
                    <a:pt x="483377" y="141295"/>
                  </a:lnTo>
                  <a:lnTo>
                    <a:pt x="518274" y="165964"/>
                  </a:lnTo>
                  <a:lnTo>
                    <a:pt x="530903" y="178593"/>
                  </a:lnTo>
                  <a:lnTo>
                    <a:pt x="357187" y="178593"/>
                  </a:lnTo>
                  <a:lnTo>
                    <a:pt x="309696" y="184970"/>
                  </a:lnTo>
                  <a:lnTo>
                    <a:pt x="267030" y="202968"/>
                  </a:lnTo>
                  <a:lnTo>
                    <a:pt x="230888" y="230888"/>
                  </a:lnTo>
                  <a:lnTo>
                    <a:pt x="202968" y="267030"/>
                  </a:lnTo>
                  <a:lnTo>
                    <a:pt x="184970" y="309696"/>
                  </a:lnTo>
                  <a:lnTo>
                    <a:pt x="178593" y="357187"/>
                  </a:lnTo>
                  <a:lnTo>
                    <a:pt x="178593" y="464343"/>
                  </a:lnTo>
                  <a:lnTo>
                    <a:pt x="175791" y="478259"/>
                  </a:lnTo>
                  <a:lnTo>
                    <a:pt x="168143" y="489611"/>
                  </a:lnTo>
                  <a:lnTo>
                    <a:pt x="156791" y="497259"/>
                  </a:lnTo>
                  <a:lnTo>
                    <a:pt x="142875" y="500062"/>
                  </a:lnTo>
                  <a:close/>
                </a:path>
                <a:path w="714375" h="500379">
                  <a:moveTo>
                    <a:pt x="571500" y="500062"/>
                  </a:moveTo>
                  <a:lnTo>
                    <a:pt x="557583" y="497259"/>
                  </a:lnTo>
                  <a:lnTo>
                    <a:pt x="546231" y="489611"/>
                  </a:lnTo>
                  <a:lnTo>
                    <a:pt x="538583" y="478259"/>
                  </a:lnTo>
                  <a:lnTo>
                    <a:pt x="535781" y="464343"/>
                  </a:lnTo>
                  <a:lnTo>
                    <a:pt x="535781" y="357187"/>
                  </a:lnTo>
                  <a:lnTo>
                    <a:pt x="529404" y="309696"/>
                  </a:lnTo>
                  <a:lnTo>
                    <a:pt x="511406" y="267030"/>
                  </a:lnTo>
                  <a:lnTo>
                    <a:pt x="483486" y="230888"/>
                  </a:lnTo>
                  <a:lnTo>
                    <a:pt x="447344" y="202968"/>
                  </a:lnTo>
                  <a:lnTo>
                    <a:pt x="404678" y="184970"/>
                  </a:lnTo>
                  <a:lnTo>
                    <a:pt x="357187" y="178593"/>
                  </a:lnTo>
                  <a:lnTo>
                    <a:pt x="530903" y="178593"/>
                  </a:lnTo>
                  <a:lnTo>
                    <a:pt x="573079" y="230997"/>
                  </a:lnTo>
                  <a:lnTo>
                    <a:pt x="591574" y="269948"/>
                  </a:lnTo>
                  <a:lnTo>
                    <a:pt x="603189" y="312247"/>
                  </a:lnTo>
                  <a:lnTo>
                    <a:pt x="607218" y="357187"/>
                  </a:lnTo>
                  <a:lnTo>
                    <a:pt x="607218" y="464343"/>
                  </a:lnTo>
                  <a:lnTo>
                    <a:pt x="604416" y="478259"/>
                  </a:lnTo>
                  <a:lnTo>
                    <a:pt x="596768" y="489611"/>
                  </a:lnTo>
                  <a:lnTo>
                    <a:pt x="585416" y="497259"/>
                  </a:lnTo>
                  <a:lnTo>
                    <a:pt x="571500" y="500062"/>
                  </a:lnTo>
                  <a:close/>
                </a:path>
                <a:path w="714375" h="500379">
                  <a:moveTo>
                    <a:pt x="250031" y="500062"/>
                  </a:moveTo>
                  <a:lnTo>
                    <a:pt x="236115" y="497259"/>
                  </a:lnTo>
                  <a:lnTo>
                    <a:pt x="224763" y="489611"/>
                  </a:lnTo>
                  <a:lnTo>
                    <a:pt x="217115" y="478259"/>
                  </a:lnTo>
                  <a:lnTo>
                    <a:pt x="214312" y="464343"/>
                  </a:lnTo>
                  <a:lnTo>
                    <a:pt x="214312" y="357187"/>
                  </a:lnTo>
                  <a:lnTo>
                    <a:pt x="221595" y="312024"/>
                  </a:lnTo>
                  <a:lnTo>
                    <a:pt x="241876" y="272803"/>
                  </a:lnTo>
                  <a:lnTo>
                    <a:pt x="272803" y="241876"/>
                  </a:lnTo>
                  <a:lnTo>
                    <a:pt x="312024" y="221595"/>
                  </a:lnTo>
                  <a:lnTo>
                    <a:pt x="357187" y="214312"/>
                  </a:lnTo>
                  <a:lnTo>
                    <a:pt x="402350" y="221595"/>
                  </a:lnTo>
                  <a:lnTo>
                    <a:pt x="441571" y="241876"/>
                  </a:lnTo>
                  <a:lnTo>
                    <a:pt x="472498" y="272803"/>
                  </a:lnTo>
                  <a:lnTo>
                    <a:pt x="479192" y="285750"/>
                  </a:lnTo>
                  <a:lnTo>
                    <a:pt x="357187" y="285750"/>
                  </a:lnTo>
                  <a:lnTo>
                    <a:pt x="329402" y="291371"/>
                  </a:lnTo>
                  <a:lnTo>
                    <a:pt x="306692" y="306692"/>
                  </a:lnTo>
                  <a:lnTo>
                    <a:pt x="291371" y="329402"/>
                  </a:lnTo>
                  <a:lnTo>
                    <a:pt x="285750" y="357187"/>
                  </a:lnTo>
                  <a:lnTo>
                    <a:pt x="285750" y="464343"/>
                  </a:lnTo>
                  <a:lnTo>
                    <a:pt x="282947" y="478259"/>
                  </a:lnTo>
                  <a:lnTo>
                    <a:pt x="275299" y="489611"/>
                  </a:lnTo>
                  <a:lnTo>
                    <a:pt x="263947" y="497259"/>
                  </a:lnTo>
                  <a:lnTo>
                    <a:pt x="250031" y="500062"/>
                  </a:lnTo>
                  <a:close/>
                </a:path>
                <a:path w="714375" h="500379">
                  <a:moveTo>
                    <a:pt x="464343" y="500062"/>
                  </a:moveTo>
                  <a:lnTo>
                    <a:pt x="450427" y="497259"/>
                  </a:lnTo>
                  <a:lnTo>
                    <a:pt x="439075" y="489611"/>
                  </a:lnTo>
                  <a:lnTo>
                    <a:pt x="431427" y="478259"/>
                  </a:lnTo>
                  <a:lnTo>
                    <a:pt x="428625" y="464343"/>
                  </a:lnTo>
                  <a:lnTo>
                    <a:pt x="428625" y="357187"/>
                  </a:lnTo>
                  <a:lnTo>
                    <a:pt x="423003" y="329402"/>
                  </a:lnTo>
                  <a:lnTo>
                    <a:pt x="407682" y="306692"/>
                  </a:lnTo>
                  <a:lnTo>
                    <a:pt x="384972" y="291371"/>
                  </a:lnTo>
                  <a:lnTo>
                    <a:pt x="357187" y="285750"/>
                  </a:lnTo>
                  <a:lnTo>
                    <a:pt x="479192" y="285750"/>
                  </a:lnTo>
                  <a:lnTo>
                    <a:pt x="492779" y="312024"/>
                  </a:lnTo>
                  <a:lnTo>
                    <a:pt x="500062" y="357187"/>
                  </a:lnTo>
                  <a:lnTo>
                    <a:pt x="500062" y="464343"/>
                  </a:lnTo>
                  <a:lnTo>
                    <a:pt x="497259" y="478259"/>
                  </a:lnTo>
                  <a:lnTo>
                    <a:pt x="489611" y="489611"/>
                  </a:lnTo>
                  <a:lnTo>
                    <a:pt x="478259" y="497259"/>
                  </a:lnTo>
                  <a:lnTo>
                    <a:pt x="464343" y="500062"/>
                  </a:lnTo>
                  <a:close/>
                </a:path>
              </a:pathLst>
            </a:custGeom>
            <a:solidFill>
              <a:srgbClr val="BF83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01800" y="3425825"/>
            <a:ext cx="3797300" cy="13188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algn="ctr">
              <a:lnSpc>
                <a:spcPts val="3000"/>
              </a:lnSpc>
              <a:spcBef>
                <a:spcPts val="400"/>
              </a:spcBef>
            </a:pPr>
            <a:r>
              <a:rPr sz="2700" b="1" spc="-5" dirty="0">
                <a:solidFill>
                  <a:srgbClr val="7D21CD"/>
                </a:solidFill>
                <a:latin typeface="微软雅黑"/>
                <a:cs typeface="微软雅黑"/>
              </a:rPr>
              <a:t>我会魔法，让哭鼻子的小</a:t>
            </a:r>
            <a:r>
              <a:rPr sz="2700" b="1" spc="-10" dirty="0">
                <a:solidFill>
                  <a:srgbClr val="7D21CD"/>
                </a:solidFill>
                <a:latin typeface="微软雅黑"/>
                <a:cs typeface="微软雅黑"/>
              </a:rPr>
              <a:t>朋友笑出彩虹！</a:t>
            </a:r>
            <a:endParaRPr sz="27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725"/>
              </a:spcBef>
            </a:pPr>
            <a:r>
              <a:rPr sz="1800" spc="-25" dirty="0">
                <a:solidFill>
                  <a:srgbClr val="9333E9"/>
                </a:solidFill>
                <a:latin typeface="微软雅黑"/>
                <a:cs typeface="微软雅黑"/>
              </a:rPr>
              <a:t>咯咯咯</a:t>
            </a:r>
            <a:r>
              <a:rPr sz="1800" spc="-20" dirty="0">
                <a:solidFill>
                  <a:srgbClr val="9333E9"/>
                </a:solidFill>
                <a:latin typeface="微软雅黑"/>
                <a:cs typeface="微软雅黑"/>
              </a:rPr>
              <a:t>~</a:t>
            </a:r>
            <a:r>
              <a:rPr sz="1800" spc="-30" dirty="0">
                <a:solidFill>
                  <a:srgbClr val="9333E9"/>
                </a:solidFill>
                <a:latin typeface="微软雅黑"/>
                <a:cs typeface="微软雅黑"/>
              </a:rPr>
              <a:t>笑声魔法！</a:t>
            </a:r>
            <a:endParaRPr sz="1800">
              <a:latin typeface="微软雅黑"/>
              <a:cs typeface="微软雅黑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0399" y="2457449"/>
            <a:ext cx="3162300" cy="25717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321550" y="3378200"/>
            <a:ext cx="2540000" cy="80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50" b="1" spc="-15" dirty="0">
                <a:solidFill>
                  <a:srgbClr val="7D21CD"/>
                </a:solidFill>
                <a:latin typeface="微软雅黑"/>
                <a:cs typeface="微软雅黑"/>
              </a:rPr>
              <a:t>互动提问</a:t>
            </a:r>
            <a:endParaRPr sz="225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275"/>
              </a:spcBef>
            </a:pPr>
            <a:r>
              <a:rPr sz="1800" spc="-5" dirty="0">
                <a:solidFill>
                  <a:srgbClr val="9333E9"/>
                </a:solidFill>
                <a:latin typeface="微软雅黑"/>
                <a:cs typeface="微软雅黑"/>
              </a:rPr>
              <a:t>你最想用魔法变什么呀？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38625" y="200025"/>
            <a:ext cx="485775" cy="457200"/>
          </a:xfrm>
          <a:custGeom>
            <a:avLst/>
            <a:gdLst/>
            <a:ahLst/>
            <a:cxnLst/>
            <a:rect l="l" t="t" r="r" b="b"/>
            <a:pathLst>
              <a:path w="485775" h="457200">
                <a:moveTo>
                  <a:pt x="231457" y="114300"/>
                </a:moveTo>
                <a:lnTo>
                  <a:pt x="225742" y="114300"/>
                </a:lnTo>
                <a:lnTo>
                  <a:pt x="223152" y="112514"/>
                </a:lnTo>
                <a:lnTo>
                  <a:pt x="222170" y="109835"/>
                </a:lnTo>
                <a:lnTo>
                  <a:pt x="209579" y="76170"/>
                </a:lnTo>
                <a:lnTo>
                  <a:pt x="173235" y="62597"/>
                </a:lnTo>
                <a:lnTo>
                  <a:pt x="171450" y="60007"/>
                </a:lnTo>
                <a:lnTo>
                  <a:pt x="171450" y="54292"/>
                </a:lnTo>
                <a:lnTo>
                  <a:pt x="173235" y="51702"/>
                </a:lnTo>
                <a:lnTo>
                  <a:pt x="209579" y="38129"/>
                </a:lnTo>
                <a:lnTo>
                  <a:pt x="222170" y="4464"/>
                </a:lnTo>
                <a:lnTo>
                  <a:pt x="223152" y="1785"/>
                </a:lnTo>
                <a:lnTo>
                  <a:pt x="225742" y="0"/>
                </a:lnTo>
                <a:lnTo>
                  <a:pt x="231457" y="0"/>
                </a:lnTo>
                <a:lnTo>
                  <a:pt x="234047" y="1785"/>
                </a:lnTo>
                <a:lnTo>
                  <a:pt x="235029" y="4464"/>
                </a:lnTo>
                <a:lnTo>
                  <a:pt x="247620" y="38129"/>
                </a:lnTo>
                <a:lnTo>
                  <a:pt x="283964" y="51702"/>
                </a:lnTo>
                <a:lnTo>
                  <a:pt x="285750" y="54292"/>
                </a:lnTo>
                <a:lnTo>
                  <a:pt x="285750" y="60007"/>
                </a:lnTo>
                <a:lnTo>
                  <a:pt x="283964" y="62597"/>
                </a:lnTo>
                <a:lnTo>
                  <a:pt x="247620" y="76170"/>
                </a:lnTo>
                <a:lnTo>
                  <a:pt x="234963" y="110013"/>
                </a:lnTo>
                <a:lnTo>
                  <a:pt x="234047" y="112514"/>
                </a:lnTo>
                <a:lnTo>
                  <a:pt x="231457" y="114300"/>
                </a:lnTo>
                <a:close/>
              </a:path>
              <a:path w="485775" h="457200">
                <a:moveTo>
                  <a:pt x="102345" y="457133"/>
                </a:moveTo>
                <a:lnTo>
                  <a:pt x="41165" y="413712"/>
                </a:lnTo>
                <a:lnTo>
                  <a:pt x="28641" y="383362"/>
                </a:lnTo>
                <a:lnTo>
                  <a:pt x="31772" y="367237"/>
                </a:lnTo>
                <a:lnTo>
                  <a:pt x="41165" y="353079"/>
                </a:lnTo>
                <a:lnTo>
                  <a:pt x="381654" y="12590"/>
                </a:lnTo>
                <a:lnTo>
                  <a:pt x="395862" y="3197"/>
                </a:lnTo>
                <a:lnTo>
                  <a:pt x="412004" y="66"/>
                </a:lnTo>
                <a:lnTo>
                  <a:pt x="428129" y="3197"/>
                </a:lnTo>
                <a:lnTo>
                  <a:pt x="442287" y="12590"/>
                </a:lnTo>
                <a:lnTo>
                  <a:pt x="473184" y="43398"/>
                </a:lnTo>
                <a:lnTo>
                  <a:pt x="479500" y="52953"/>
                </a:lnTo>
                <a:lnTo>
                  <a:pt x="411926" y="52953"/>
                </a:lnTo>
                <a:lnTo>
                  <a:pt x="318164" y="146714"/>
                </a:lnTo>
                <a:lnTo>
                  <a:pt x="338970" y="167520"/>
                </a:lnTo>
                <a:lnTo>
                  <a:pt x="409710" y="167520"/>
                </a:lnTo>
                <a:lnTo>
                  <a:pt x="132695" y="444609"/>
                </a:lnTo>
                <a:lnTo>
                  <a:pt x="118487" y="454002"/>
                </a:lnTo>
                <a:lnTo>
                  <a:pt x="102345" y="457133"/>
                </a:lnTo>
                <a:close/>
              </a:path>
              <a:path w="485775" h="457200">
                <a:moveTo>
                  <a:pt x="90011" y="200025"/>
                </a:moveTo>
                <a:lnTo>
                  <a:pt x="81438" y="200025"/>
                </a:lnTo>
                <a:lnTo>
                  <a:pt x="77598" y="197346"/>
                </a:lnTo>
                <a:lnTo>
                  <a:pt x="57150" y="142875"/>
                </a:lnTo>
                <a:lnTo>
                  <a:pt x="2678" y="122426"/>
                </a:lnTo>
                <a:lnTo>
                  <a:pt x="0" y="118586"/>
                </a:lnTo>
                <a:lnTo>
                  <a:pt x="124" y="109835"/>
                </a:lnTo>
                <a:lnTo>
                  <a:pt x="2678" y="106173"/>
                </a:lnTo>
                <a:lnTo>
                  <a:pt x="57150" y="85725"/>
                </a:lnTo>
                <a:lnTo>
                  <a:pt x="77598" y="31253"/>
                </a:lnTo>
                <a:lnTo>
                  <a:pt x="81438" y="28575"/>
                </a:lnTo>
                <a:lnTo>
                  <a:pt x="90011" y="28575"/>
                </a:lnTo>
                <a:lnTo>
                  <a:pt x="93851" y="31253"/>
                </a:lnTo>
                <a:lnTo>
                  <a:pt x="114300" y="85725"/>
                </a:lnTo>
                <a:lnTo>
                  <a:pt x="168771" y="106173"/>
                </a:lnTo>
                <a:lnTo>
                  <a:pt x="171325" y="109835"/>
                </a:lnTo>
                <a:lnTo>
                  <a:pt x="171450" y="118586"/>
                </a:lnTo>
                <a:lnTo>
                  <a:pt x="168771" y="122426"/>
                </a:lnTo>
                <a:lnTo>
                  <a:pt x="114300" y="142875"/>
                </a:lnTo>
                <a:lnTo>
                  <a:pt x="93851" y="197346"/>
                </a:lnTo>
                <a:lnTo>
                  <a:pt x="90011" y="200025"/>
                </a:lnTo>
                <a:close/>
              </a:path>
              <a:path w="485775" h="457200">
                <a:moveTo>
                  <a:pt x="409710" y="167520"/>
                </a:moveTo>
                <a:lnTo>
                  <a:pt x="338970" y="167520"/>
                </a:lnTo>
                <a:lnTo>
                  <a:pt x="432732" y="73759"/>
                </a:lnTo>
                <a:lnTo>
                  <a:pt x="411926" y="52953"/>
                </a:lnTo>
                <a:lnTo>
                  <a:pt x="479500" y="52953"/>
                </a:lnTo>
                <a:lnTo>
                  <a:pt x="482577" y="57606"/>
                </a:lnTo>
                <a:lnTo>
                  <a:pt x="485705" y="73759"/>
                </a:lnTo>
                <a:lnTo>
                  <a:pt x="482577" y="89873"/>
                </a:lnTo>
                <a:lnTo>
                  <a:pt x="473184" y="104030"/>
                </a:lnTo>
                <a:lnTo>
                  <a:pt x="409710" y="167520"/>
                </a:lnTo>
                <a:close/>
              </a:path>
              <a:path w="485775" h="457200">
                <a:moveTo>
                  <a:pt x="404336" y="428625"/>
                </a:moveTo>
                <a:lnTo>
                  <a:pt x="395763" y="428625"/>
                </a:lnTo>
                <a:lnTo>
                  <a:pt x="391924" y="425946"/>
                </a:lnTo>
                <a:lnTo>
                  <a:pt x="371475" y="371475"/>
                </a:lnTo>
                <a:lnTo>
                  <a:pt x="317003" y="351026"/>
                </a:lnTo>
                <a:lnTo>
                  <a:pt x="314325" y="347186"/>
                </a:lnTo>
                <a:lnTo>
                  <a:pt x="314325" y="338613"/>
                </a:lnTo>
                <a:lnTo>
                  <a:pt x="317003" y="334773"/>
                </a:lnTo>
                <a:lnTo>
                  <a:pt x="371475" y="314325"/>
                </a:lnTo>
                <a:lnTo>
                  <a:pt x="391923" y="259853"/>
                </a:lnTo>
                <a:lnTo>
                  <a:pt x="395763" y="257175"/>
                </a:lnTo>
                <a:lnTo>
                  <a:pt x="404336" y="257175"/>
                </a:lnTo>
                <a:lnTo>
                  <a:pt x="408176" y="259853"/>
                </a:lnTo>
                <a:lnTo>
                  <a:pt x="428625" y="314325"/>
                </a:lnTo>
                <a:lnTo>
                  <a:pt x="483096" y="334774"/>
                </a:lnTo>
                <a:lnTo>
                  <a:pt x="485775" y="338613"/>
                </a:lnTo>
                <a:lnTo>
                  <a:pt x="485775" y="347186"/>
                </a:lnTo>
                <a:lnTo>
                  <a:pt x="483096" y="351026"/>
                </a:lnTo>
                <a:lnTo>
                  <a:pt x="428625" y="371475"/>
                </a:lnTo>
                <a:lnTo>
                  <a:pt x="408176" y="425946"/>
                </a:lnTo>
                <a:lnTo>
                  <a:pt x="404336" y="428625"/>
                </a:lnTo>
                <a:close/>
              </a:path>
            </a:pathLst>
          </a:custGeom>
          <a:solidFill>
            <a:srgbClr val="A75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054599" y="27304"/>
            <a:ext cx="2884805" cy="100266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10"/>
              </a:spcBef>
            </a:pPr>
            <a:r>
              <a:rPr spc="140" dirty="0">
                <a:solidFill>
                  <a:srgbClr val="7D21CD"/>
                </a:solidFill>
              </a:rPr>
              <a:t>假如我会魔法</a:t>
            </a: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b="0" spc="-10" dirty="0">
                <a:solidFill>
                  <a:srgbClr val="A754F6"/>
                </a:solidFill>
                <a:latin typeface="微软雅黑"/>
                <a:cs typeface="微软雅黑"/>
              </a:rPr>
              <a:t>让哭鼻子笑出彩虹！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07557" y="6418311"/>
            <a:ext cx="237680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9333E9"/>
                </a:solidFill>
                <a:latin typeface="微软雅黑"/>
                <a:cs typeface="微软雅黑"/>
              </a:rPr>
              <a:t>5岁小朋友脱口秀 </a:t>
            </a:r>
            <a:r>
              <a:rPr sz="1400" spc="25" dirty="0">
                <a:solidFill>
                  <a:srgbClr val="9333E9"/>
                </a:solidFill>
                <a:latin typeface="Segoe UI Symbol"/>
                <a:cs typeface="Segoe UI Symbol"/>
              </a:rPr>
              <a:t>✨ </a:t>
            </a:r>
            <a:r>
              <a:rPr sz="1200" spc="-10" dirty="0">
                <a:solidFill>
                  <a:srgbClr val="9333E9"/>
                </a:solidFill>
                <a:latin typeface="微软雅黑"/>
                <a:cs typeface="微软雅黑"/>
              </a:rPr>
              <a:t>魔法世界冒险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61999" y="416718"/>
            <a:ext cx="714375" cy="500380"/>
          </a:xfrm>
          <a:custGeom>
            <a:avLst/>
            <a:gdLst/>
            <a:ahLst/>
            <a:cxnLst/>
            <a:rect l="l" t="t" r="r" b="b"/>
            <a:pathLst>
              <a:path w="714375" h="500380">
                <a:moveTo>
                  <a:pt x="571500" y="500062"/>
                </a:moveTo>
                <a:lnTo>
                  <a:pt x="160734" y="500062"/>
                </a:lnTo>
                <a:lnTo>
                  <a:pt x="109942" y="491865"/>
                </a:lnTo>
                <a:lnTo>
                  <a:pt x="65820" y="469040"/>
                </a:lnTo>
                <a:lnTo>
                  <a:pt x="31021" y="434241"/>
                </a:lnTo>
                <a:lnTo>
                  <a:pt x="8197" y="390120"/>
                </a:lnTo>
                <a:lnTo>
                  <a:pt x="0" y="339328"/>
                </a:lnTo>
                <a:lnTo>
                  <a:pt x="7987" y="289145"/>
                </a:lnTo>
                <a:lnTo>
                  <a:pt x="30249" y="245440"/>
                </a:lnTo>
                <a:lnTo>
                  <a:pt x="64230" y="210756"/>
                </a:lnTo>
                <a:lnTo>
                  <a:pt x="107379" y="187635"/>
                </a:lnTo>
                <a:lnTo>
                  <a:pt x="107156" y="181607"/>
                </a:lnTo>
                <a:lnTo>
                  <a:pt x="107156" y="178593"/>
                </a:lnTo>
                <a:lnTo>
                  <a:pt x="113533" y="131103"/>
                </a:lnTo>
                <a:lnTo>
                  <a:pt x="131530" y="88436"/>
                </a:lnTo>
                <a:lnTo>
                  <a:pt x="159450" y="52294"/>
                </a:lnTo>
                <a:lnTo>
                  <a:pt x="195593" y="24374"/>
                </a:lnTo>
                <a:lnTo>
                  <a:pt x="238259" y="6376"/>
                </a:lnTo>
                <a:lnTo>
                  <a:pt x="285750" y="0"/>
                </a:lnTo>
                <a:lnTo>
                  <a:pt x="333516" y="6453"/>
                </a:lnTo>
                <a:lnTo>
                  <a:pt x="376386" y="24668"/>
                </a:lnTo>
                <a:lnTo>
                  <a:pt x="412642" y="52929"/>
                </a:lnTo>
                <a:lnTo>
                  <a:pt x="440568" y="89520"/>
                </a:lnTo>
                <a:lnTo>
                  <a:pt x="453929" y="81891"/>
                </a:lnTo>
                <a:lnTo>
                  <a:pt x="468431" y="76209"/>
                </a:lnTo>
                <a:lnTo>
                  <a:pt x="483875" y="72661"/>
                </a:lnTo>
                <a:lnTo>
                  <a:pt x="500062" y="71437"/>
                </a:lnTo>
                <a:lnTo>
                  <a:pt x="541763" y="79861"/>
                </a:lnTo>
                <a:lnTo>
                  <a:pt x="575825" y="102830"/>
                </a:lnTo>
                <a:lnTo>
                  <a:pt x="598794" y="136892"/>
                </a:lnTo>
                <a:lnTo>
                  <a:pt x="607218" y="178593"/>
                </a:lnTo>
                <a:lnTo>
                  <a:pt x="606746" y="188693"/>
                </a:lnTo>
                <a:lnTo>
                  <a:pt x="605363" y="198532"/>
                </a:lnTo>
                <a:lnTo>
                  <a:pt x="603121" y="208056"/>
                </a:lnTo>
                <a:lnTo>
                  <a:pt x="600074" y="217214"/>
                </a:lnTo>
                <a:lnTo>
                  <a:pt x="645435" y="234925"/>
                </a:lnTo>
                <a:lnTo>
                  <a:pt x="681670" y="266230"/>
                </a:lnTo>
                <a:lnTo>
                  <a:pt x="705682" y="308020"/>
                </a:lnTo>
                <a:lnTo>
                  <a:pt x="714375" y="357187"/>
                </a:lnTo>
                <a:lnTo>
                  <a:pt x="707091" y="402350"/>
                </a:lnTo>
                <a:lnTo>
                  <a:pt x="686810" y="441571"/>
                </a:lnTo>
                <a:lnTo>
                  <a:pt x="655883" y="472498"/>
                </a:lnTo>
                <a:lnTo>
                  <a:pt x="616662" y="492779"/>
                </a:lnTo>
                <a:lnTo>
                  <a:pt x="571500" y="500062"/>
                </a:lnTo>
                <a:close/>
              </a:path>
            </a:pathLst>
          </a:custGeom>
          <a:solidFill>
            <a:srgbClr val="FFFFFF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606533" y="609600"/>
            <a:ext cx="356870" cy="344805"/>
          </a:xfrm>
          <a:custGeom>
            <a:avLst/>
            <a:gdLst/>
            <a:ahLst/>
            <a:cxnLst/>
            <a:rect l="l" t="t" r="r" b="b"/>
            <a:pathLst>
              <a:path w="356870" h="344805">
                <a:moveTo>
                  <a:pt x="271440" y="344239"/>
                </a:moveTo>
                <a:lnTo>
                  <a:pt x="264207" y="340421"/>
                </a:lnTo>
                <a:lnTo>
                  <a:pt x="178281" y="294545"/>
                </a:lnTo>
                <a:lnTo>
                  <a:pt x="92355" y="340421"/>
                </a:lnTo>
                <a:lnTo>
                  <a:pt x="85122" y="344239"/>
                </a:lnTo>
                <a:lnTo>
                  <a:pt x="76348" y="343636"/>
                </a:lnTo>
                <a:lnTo>
                  <a:pt x="63088" y="334126"/>
                </a:lnTo>
                <a:lnTo>
                  <a:pt x="59739" y="325955"/>
                </a:lnTo>
                <a:lnTo>
                  <a:pt x="61079" y="317919"/>
                </a:lnTo>
                <a:lnTo>
                  <a:pt x="77554" y="220340"/>
                </a:lnTo>
                <a:lnTo>
                  <a:pt x="2009" y="145598"/>
                </a:lnTo>
                <a:lnTo>
                  <a:pt x="115862" y="100659"/>
                </a:lnTo>
                <a:lnTo>
                  <a:pt x="158926" y="12055"/>
                </a:lnTo>
                <a:lnTo>
                  <a:pt x="162542" y="4688"/>
                </a:lnTo>
                <a:lnTo>
                  <a:pt x="169976" y="0"/>
                </a:lnTo>
                <a:lnTo>
                  <a:pt x="186451" y="0"/>
                </a:lnTo>
                <a:lnTo>
                  <a:pt x="193952" y="4688"/>
                </a:lnTo>
                <a:lnTo>
                  <a:pt x="197502" y="12055"/>
                </a:lnTo>
                <a:lnTo>
                  <a:pt x="240565" y="100659"/>
                </a:lnTo>
                <a:lnTo>
                  <a:pt x="336805" y="114858"/>
                </a:lnTo>
                <a:lnTo>
                  <a:pt x="344842" y="116063"/>
                </a:lnTo>
                <a:lnTo>
                  <a:pt x="351472" y="121689"/>
                </a:lnTo>
                <a:lnTo>
                  <a:pt x="356562" y="137093"/>
                </a:lnTo>
                <a:lnTo>
                  <a:pt x="354486" y="145598"/>
                </a:lnTo>
                <a:lnTo>
                  <a:pt x="278941" y="220340"/>
                </a:lnTo>
                <a:lnTo>
                  <a:pt x="295483" y="317919"/>
                </a:lnTo>
                <a:lnTo>
                  <a:pt x="296822" y="325955"/>
                </a:lnTo>
                <a:lnTo>
                  <a:pt x="293474" y="334059"/>
                </a:lnTo>
                <a:lnTo>
                  <a:pt x="280213" y="343703"/>
                </a:lnTo>
                <a:lnTo>
                  <a:pt x="271440" y="344239"/>
                </a:lnTo>
                <a:close/>
              </a:path>
            </a:pathLst>
          </a:custGeom>
          <a:solidFill>
            <a:srgbClr val="FDD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139354" y="5656953"/>
            <a:ext cx="452755" cy="407034"/>
          </a:xfrm>
          <a:custGeom>
            <a:avLst/>
            <a:gdLst/>
            <a:ahLst/>
            <a:cxnLst/>
            <a:rect l="l" t="t" r="r" b="b"/>
            <a:pathLst>
              <a:path w="452754" h="407035">
                <a:moveTo>
                  <a:pt x="172856" y="406100"/>
                </a:moveTo>
                <a:lnTo>
                  <a:pt x="24172" y="210536"/>
                </a:lnTo>
                <a:lnTo>
                  <a:pt x="2672" y="160503"/>
                </a:lnTo>
                <a:lnTo>
                  <a:pt x="0" y="133403"/>
                </a:lnTo>
                <a:lnTo>
                  <a:pt x="2925" y="106055"/>
                </a:lnTo>
                <a:lnTo>
                  <a:pt x="21100" y="59066"/>
                </a:lnTo>
                <a:lnTo>
                  <a:pt x="50734" y="26569"/>
                </a:lnTo>
                <a:lnTo>
                  <a:pt x="89620" y="6034"/>
                </a:lnTo>
                <a:lnTo>
                  <a:pt x="134471" y="0"/>
                </a:lnTo>
                <a:lnTo>
                  <a:pt x="164563" y="4975"/>
                </a:lnTo>
                <a:lnTo>
                  <a:pt x="192240" y="16729"/>
                </a:lnTo>
                <a:lnTo>
                  <a:pt x="216388" y="34614"/>
                </a:lnTo>
                <a:lnTo>
                  <a:pt x="235895" y="57983"/>
                </a:lnTo>
                <a:lnTo>
                  <a:pt x="244149" y="70693"/>
                </a:lnTo>
                <a:lnTo>
                  <a:pt x="256858" y="62439"/>
                </a:lnTo>
                <a:lnTo>
                  <a:pt x="284184" y="49025"/>
                </a:lnTo>
                <a:lnTo>
                  <a:pt x="313519" y="42508"/>
                </a:lnTo>
                <a:lnTo>
                  <a:pt x="343584" y="43027"/>
                </a:lnTo>
                <a:lnTo>
                  <a:pt x="373099" y="50721"/>
                </a:lnTo>
                <a:lnTo>
                  <a:pt x="411617" y="74477"/>
                </a:lnTo>
                <a:lnTo>
                  <a:pt x="438789" y="109052"/>
                </a:lnTo>
                <a:lnTo>
                  <a:pt x="452644" y="150793"/>
                </a:lnTo>
                <a:lnTo>
                  <a:pt x="451211" y="196046"/>
                </a:lnTo>
                <a:lnTo>
                  <a:pt x="428220" y="250955"/>
                </a:lnTo>
                <a:lnTo>
                  <a:pt x="388228" y="287918"/>
                </a:lnTo>
                <a:lnTo>
                  <a:pt x="199074" y="401722"/>
                </a:lnTo>
                <a:lnTo>
                  <a:pt x="179644" y="406886"/>
                </a:lnTo>
                <a:lnTo>
                  <a:pt x="172856" y="406100"/>
                </a:lnTo>
                <a:close/>
              </a:path>
            </a:pathLst>
          </a:custGeom>
          <a:solidFill>
            <a:srgbClr val="F9A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95500" y="316229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453" y="107156"/>
                </a:moveTo>
                <a:lnTo>
                  <a:pt x="7980" y="107156"/>
                </a:lnTo>
                <a:lnTo>
                  <a:pt x="0" y="99175"/>
                </a:lnTo>
                <a:lnTo>
                  <a:pt x="0" y="79418"/>
                </a:lnTo>
                <a:lnTo>
                  <a:pt x="7980" y="71437"/>
                </a:lnTo>
                <a:lnTo>
                  <a:pt x="206331" y="71437"/>
                </a:lnTo>
                <a:lnTo>
                  <a:pt x="214312" y="63456"/>
                </a:lnTo>
                <a:lnTo>
                  <a:pt x="214312" y="43699"/>
                </a:lnTo>
                <a:lnTo>
                  <a:pt x="206331" y="35718"/>
                </a:lnTo>
                <a:lnTo>
                  <a:pt x="168715" y="35718"/>
                </a:lnTo>
                <a:lnTo>
                  <a:pt x="160734" y="27737"/>
                </a:lnTo>
                <a:lnTo>
                  <a:pt x="160734" y="7980"/>
                </a:lnTo>
                <a:lnTo>
                  <a:pt x="168715" y="0"/>
                </a:lnTo>
                <a:lnTo>
                  <a:pt x="196453" y="0"/>
                </a:lnTo>
                <a:lnTo>
                  <a:pt x="217303" y="4211"/>
                </a:lnTo>
                <a:lnTo>
                  <a:pt x="234334" y="15696"/>
                </a:lnTo>
                <a:lnTo>
                  <a:pt x="245819" y="32727"/>
                </a:lnTo>
                <a:lnTo>
                  <a:pt x="250031" y="53578"/>
                </a:lnTo>
                <a:lnTo>
                  <a:pt x="245819" y="74428"/>
                </a:lnTo>
                <a:lnTo>
                  <a:pt x="234334" y="91459"/>
                </a:lnTo>
                <a:lnTo>
                  <a:pt x="217303" y="102944"/>
                </a:lnTo>
                <a:lnTo>
                  <a:pt x="196453" y="107156"/>
                </a:lnTo>
                <a:close/>
              </a:path>
              <a:path w="285750" h="285750">
                <a:moveTo>
                  <a:pt x="232171" y="232171"/>
                </a:moveTo>
                <a:lnTo>
                  <a:pt x="204434" y="232171"/>
                </a:lnTo>
                <a:lnTo>
                  <a:pt x="196453" y="224190"/>
                </a:lnTo>
                <a:lnTo>
                  <a:pt x="196453" y="204434"/>
                </a:lnTo>
                <a:lnTo>
                  <a:pt x="204434" y="196453"/>
                </a:lnTo>
                <a:lnTo>
                  <a:pt x="242050" y="196453"/>
                </a:lnTo>
                <a:lnTo>
                  <a:pt x="250031" y="188472"/>
                </a:lnTo>
                <a:lnTo>
                  <a:pt x="250031" y="168715"/>
                </a:lnTo>
                <a:lnTo>
                  <a:pt x="242050" y="160734"/>
                </a:lnTo>
                <a:lnTo>
                  <a:pt x="7980" y="160734"/>
                </a:lnTo>
                <a:lnTo>
                  <a:pt x="0" y="152753"/>
                </a:lnTo>
                <a:lnTo>
                  <a:pt x="0" y="132996"/>
                </a:lnTo>
                <a:lnTo>
                  <a:pt x="7980" y="125015"/>
                </a:lnTo>
                <a:lnTo>
                  <a:pt x="232171" y="125015"/>
                </a:lnTo>
                <a:lnTo>
                  <a:pt x="253022" y="129227"/>
                </a:lnTo>
                <a:lnTo>
                  <a:pt x="270053" y="140712"/>
                </a:lnTo>
                <a:lnTo>
                  <a:pt x="281538" y="157743"/>
                </a:lnTo>
                <a:lnTo>
                  <a:pt x="285750" y="178593"/>
                </a:lnTo>
                <a:lnTo>
                  <a:pt x="281538" y="199444"/>
                </a:lnTo>
                <a:lnTo>
                  <a:pt x="270053" y="216475"/>
                </a:lnTo>
                <a:lnTo>
                  <a:pt x="253022" y="227959"/>
                </a:lnTo>
                <a:lnTo>
                  <a:pt x="232171" y="232171"/>
                </a:lnTo>
                <a:close/>
              </a:path>
              <a:path w="285750" h="285750">
                <a:moveTo>
                  <a:pt x="89296" y="285750"/>
                </a:moveTo>
                <a:lnTo>
                  <a:pt x="61559" y="285750"/>
                </a:lnTo>
                <a:lnTo>
                  <a:pt x="53578" y="277769"/>
                </a:lnTo>
                <a:lnTo>
                  <a:pt x="53578" y="258012"/>
                </a:lnTo>
                <a:lnTo>
                  <a:pt x="61559" y="250031"/>
                </a:lnTo>
                <a:lnTo>
                  <a:pt x="99175" y="250031"/>
                </a:lnTo>
                <a:lnTo>
                  <a:pt x="107156" y="242050"/>
                </a:lnTo>
                <a:lnTo>
                  <a:pt x="107156" y="222293"/>
                </a:lnTo>
                <a:lnTo>
                  <a:pt x="99175" y="214312"/>
                </a:lnTo>
                <a:lnTo>
                  <a:pt x="7980" y="214312"/>
                </a:lnTo>
                <a:lnTo>
                  <a:pt x="0" y="206331"/>
                </a:lnTo>
                <a:lnTo>
                  <a:pt x="0" y="186574"/>
                </a:lnTo>
                <a:lnTo>
                  <a:pt x="7980" y="178593"/>
                </a:lnTo>
                <a:lnTo>
                  <a:pt x="89296" y="178593"/>
                </a:lnTo>
                <a:lnTo>
                  <a:pt x="110147" y="182805"/>
                </a:lnTo>
                <a:lnTo>
                  <a:pt x="127178" y="194290"/>
                </a:lnTo>
                <a:lnTo>
                  <a:pt x="138663" y="211321"/>
                </a:lnTo>
                <a:lnTo>
                  <a:pt x="142875" y="232171"/>
                </a:lnTo>
                <a:lnTo>
                  <a:pt x="138663" y="253022"/>
                </a:lnTo>
                <a:lnTo>
                  <a:pt x="127178" y="270053"/>
                </a:lnTo>
                <a:lnTo>
                  <a:pt x="110147" y="281538"/>
                </a:lnTo>
                <a:lnTo>
                  <a:pt x="89296" y="285750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065" marR="5080" indent="-1143000">
              <a:lnSpc>
                <a:spcPts val="4500"/>
              </a:lnSpc>
              <a:spcBef>
                <a:spcPts val="100"/>
              </a:spcBef>
            </a:pPr>
            <a:r>
              <a:rPr spc="-5" dirty="0"/>
              <a:t>我会魔法，给小动物们造</a:t>
            </a:r>
            <a:r>
              <a:rPr spc="-10" dirty="0"/>
              <a:t>会飞的滑梯！</a:t>
            </a:r>
          </a:p>
          <a:p>
            <a:pPr marL="446405" algn="ctr">
              <a:lnSpc>
                <a:spcPct val="100000"/>
              </a:lnSpc>
              <a:spcBef>
                <a:spcPts val="1725"/>
              </a:spcBef>
            </a:pPr>
            <a:r>
              <a:rPr sz="2250" dirty="0">
                <a:solidFill>
                  <a:srgbClr val="16A24A"/>
                </a:solidFill>
              </a:rPr>
              <a:t>嗖~</a:t>
            </a:r>
            <a:r>
              <a:rPr sz="2250" spc="-10" dirty="0">
                <a:solidFill>
                  <a:srgbClr val="16A24A"/>
                </a:solidFill>
              </a:rPr>
              <a:t>飞起来啦！</a:t>
            </a:r>
            <a:endParaRPr sz="2250"/>
          </a:p>
        </p:txBody>
      </p:sp>
      <p:grpSp>
        <p:nvGrpSpPr>
          <p:cNvPr id="8" name="object 8"/>
          <p:cNvGrpSpPr/>
          <p:nvPr/>
        </p:nvGrpSpPr>
        <p:grpSpPr>
          <a:xfrm>
            <a:off x="1990724" y="4076699"/>
            <a:ext cx="2590800" cy="1181100"/>
            <a:chOff x="1990724" y="4076699"/>
            <a:chExt cx="2590800" cy="1181100"/>
          </a:xfrm>
        </p:grpSpPr>
        <p:sp>
          <p:nvSpPr>
            <p:cNvPr id="9" name="object 9"/>
            <p:cNvSpPr/>
            <p:nvPr/>
          </p:nvSpPr>
          <p:spPr>
            <a:xfrm>
              <a:off x="2000249" y="4086224"/>
              <a:ext cx="2571750" cy="1162050"/>
            </a:xfrm>
            <a:custGeom>
              <a:avLst/>
              <a:gdLst/>
              <a:ahLst/>
              <a:cxnLst/>
              <a:rect l="l" t="t" r="r" b="b"/>
              <a:pathLst>
                <a:path w="2571750" h="1162050">
                  <a:moveTo>
                    <a:pt x="2428874" y="1162049"/>
                  </a:moveTo>
                  <a:lnTo>
                    <a:pt x="142874" y="1162049"/>
                  </a:lnTo>
                  <a:lnTo>
                    <a:pt x="135855" y="1161878"/>
                  </a:lnTo>
                  <a:lnTo>
                    <a:pt x="94749" y="1153701"/>
                  </a:lnTo>
                  <a:lnTo>
                    <a:pt x="57756" y="1133928"/>
                  </a:lnTo>
                  <a:lnTo>
                    <a:pt x="28120" y="1104292"/>
                  </a:lnTo>
                  <a:lnTo>
                    <a:pt x="8348" y="1067299"/>
                  </a:lnTo>
                  <a:lnTo>
                    <a:pt x="171" y="1026193"/>
                  </a:lnTo>
                  <a:lnTo>
                    <a:pt x="0" y="1019174"/>
                  </a:lnTo>
                  <a:lnTo>
                    <a:pt x="0" y="142874"/>
                  </a:ln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2428874" y="0"/>
                  </a:lnTo>
                  <a:lnTo>
                    <a:pt x="2470349" y="6150"/>
                  </a:lnTo>
                  <a:lnTo>
                    <a:pt x="2508251" y="24078"/>
                  </a:lnTo>
                  <a:lnTo>
                    <a:pt x="2539319" y="52234"/>
                  </a:lnTo>
                  <a:lnTo>
                    <a:pt x="2560873" y="88198"/>
                  </a:lnTo>
                  <a:lnTo>
                    <a:pt x="2571063" y="128870"/>
                  </a:lnTo>
                  <a:lnTo>
                    <a:pt x="2571749" y="142874"/>
                  </a:lnTo>
                  <a:lnTo>
                    <a:pt x="2571749" y="1019174"/>
                  </a:lnTo>
                  <a:lnTo>
                    <a:pt x="2565598" y="1060649"/>
                  </a:lnTo>
                  <a:lnTo>
                    <a:pt x="2547670" y="1098551"/>
                  </a:lnTo>
                  <a:lnTo>
                    <a:pt x="2519514" y="1129619"/>
                  </a:lnTo>
                  <a:lnTo>
                    <a:pt x="2483550" y="1151173"/>
                  </a:lnTo>
                  <a:lnTo>
                    <a:pt x="2442879" y="1161363"/>
                  </a:lnTo>
                  <a:lnTo>
                    <a:pt x="2428874" y="1162049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00249" y="4086224"/>
              <a:ext cx="2571750" cy="1162050"/>
            </a:xfrm>
            <a:custGeom>
              <a:avLst/>
              <a:gdLst/>
              <a:ahLst/>
              <a:cxnLst/>
              <a:rect l="l" t="t" r="r" b="b"/>
              <a:pathLst>
                <a:path w="2571750" h="1162050">
                  <a:moveTo>
                    <a:pt x="0" y="1019174"/>
                  </a:move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2428874" y="0"/>
                  </a:lnTo>
                  <a:lnTo>
                    <a:pt x="2470349" y="6150"/>
                  </a:lnTo>
                  <a:lnTo>
                    <a:pt x="2508251" y="24078"/>
                  </a:lnTo>
                  <a:lnTo>
                    <a:pt x="2539319" y="52234"/>
                  </a:lnTo>
                  <a:lnTo>
                    <a:pt x="2560873" y="88198"/>
                  </a:lnTo>
                  <a:lnTo>
                    <a:pt x="2571063" y="128870"/>
                  </a:lnTo>
                  <a:lnTo>
                    <a:pt x="2571749" y="142874"/>
                  </a:lnTo>
                  <a:lnTo>
                    <a:pt x="2571749" y="1019174"/>
                  </a:lnTo>
                  <a:lnTo>
                    <a:pt x="2565598" y="1060649"/>
                  </a:lnTo>
                  <a:lnTo>
                    <a:pt x="2547670" y="1098551"/>
                  </a:lnTo>
                  <a:lnTo>
                    <a:pt x="2519514" y="1129619"/>
                  </a:lnTo>
                  <a:lnTo>
                    <a:pt x="2483550" y="1151173"/>
                  </a:lnTo>
                  <a:lnTo>
                    <a:pt x="2442879" y="1161363"/>
                  </a:lnTo>
                  <a:lnTo>
                    <a:pt x="2428874" y="1162049"/>
                  </a:lnTo>
                  <a:lnTo>
                    <a:pt x="142874" y="1162049"/>
                  </a:lnTo>
                  <a:lnTo>
                    <a:pt x="101399" y="1155899"/>
                  </a:lnTo>
                  <a:lnTo>
                    <a:pt x="63497" y="1137970"/>
                  </a:lnTo>
                  <a:lnTo>
                    <a:pt x="32429" y="1109814"/>
                  </a:lnTo>
                  <a:lnTo>
                    <a:pt x="10875" y="1073850"/>
                  </a:lnTo>
                  <a:lnTo>
                    <a:pt x="686" y="1033179"/>
                  </a:lnTo>
                  <a:lnTo>
                    <a:pt x="0" y="1019174"/>
                  </a:lnTo>
                  <a:close/>
                </a:path>
              </a:pathLst>
            </a:custGeom>
            <a:ln w="19049">
              <a:solidFill>
                <a:srgbClr val="FDD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8424" y="4362449"/>
              <a:ext cx="228599" cy="2286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220912" y="4321175"/>
            <a:ext cx="2120900" cy="68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9305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7D21CD"/>
                </a:solidFill>
                <a:latin typeface="微软雅黑"/>
                <a:cs typeface="微软雅黑"/>
              </a:rPr>
              <a:t>互动提问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500" spc="-5" dirty="0">
                <a:solidFill>
                  <a:srgbClr val="334054"/>
                </a:solidFill>
                <a:latin typeface="微软雅黑"/>
                <a:cs typeface="微软雅黑"/>
              </a:rPr>
              <a:t>你最想用魔法变什么呀？</a:t>
            </a:r>
            <a:endParaRPr sz="1500">
              <a:latin typeface="微软雅黑"/>
              <a:cs typeface="微软雅黑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391399" y="1676400"/>
            <a:ext cx="3605529" cy="4062729"/>
            <a:chOff x="7391399" y="1676400"/>
            <a:chExt cx="3605529" cy="4062729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29499" y="2019299"/>
              <a:ext cx="2971799" cy="29717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410449" y="2000249"/>
              <a:ext cx="3009900" cy="3009900"/>
            </a:xfrm>
            <a:custGeom>
              <a:avLst/>
              <a:gdLst/>
              <a:ahLst/>
              <a:cxnLst/>
              <a:rect l="l" t="t" r="r" b="b"/>
              <a:pathLst>
                <a:path w="3009900" h="3009900">
                  <a:moveTo>
                    <a:pt x="3009899" y="1504949"/>
                  </a:moveTo>
                  <a:lnTo>
                    <a:pt x="3008879" y="1560341"/>
                  </a:lnTo>
                  <a:lnTo>
                    <a:pt x="3005822" y="1615660"/>
                  </a:lnTo>
                  <a:lnTo>
                    <a:pt x="3000730" y="1670830"/>
                  </a:lnTo>
                  <a:lnTo>
                    <a:pt x="2993610" y="1725771"/>
                  </a:lnTo>
                  <a:lnTo>
                    <a:pt x="2984473" y="1780414"/>
                  </a:lnTo>
                  <a:lnTo>
                    <a:pt x="2973331" y="1834686"/>
                  </a:lnTo>
                  <a:lnTo>
                    <a:pt x="2960199" y="1888510"/>
                  </a:lnTo>
                  <a:lnTo>
                    <a:pt x="2945096" y="1941813"/>
                  </a:lnTo>
                  <a:lnTo>
                    <a:pt x="2928040" y="1994524"/>
                  </a:lnTo>
                  <a:lnTo>
                    <a:pt x="2909055" y="2046573"/>
                  </a:lnTo>
                  <a:lnTo>
                    <a:pt x="2888167" y="2097889"/>
                  </a:lnTo>
                  <a:lnTo>
                    <a:pt x="2865406" y="2148398"/>
                  </a:lnTo>
                  <a:lnTo>
                    <a:pt x="2840802" y="2198036"/>
                  </a:lnTo>
                  <a:lnTo>
                    <a:pt x="2814385" y="2246736"/>
                  </a:lnTo>
                  <a:lnTo>
                    <a:pt x="2786194" y="2294431"/>
                  </a:lnTo>
                  <a:lnTo>
                    <a:pt x="2756268" y="2341054"/>
                  </a:lnTo>
                  <a:lnTo>
                    <a:pt x="2724646" y="2386544"/>
                  </a:lnTo>
                  <a:lnTo>
                    <a:pt x="2691370" y="2430842"/>
                  </a:lnTo>
                  <a:lnTo>
                    <a:pt x="2656486" y="2473885"/>
                  </a:lnTo>
                  <a:lnTo>
                    <a:pt x="2620042" y="2515611"/>
                  </a:lnTo>
                  <a:lnTo>
                    <a:pt x="2582089" y="2555969"/>
                  </a:lnTo>
                  <a:lnTo>
                    <a:pt x="2542672" y="2594905"/>
                  </a:lnTo>
                  <a:lnTo>
                    <a:pt x="2501850" y="2632363"/>
                  </a:lnTo>
                  <a:lnTo>
                    <a:pt x="2459679" y="2668291"/>
                  </a:lnTo>
                  <a:lnTo>
                    <a:pt x="2416213" y="2702643"/>
                  </a:lnTo>
                  <a:lnTo>
                    <a:pt x="2371510" y="2735373"/>
                  </a:lnTo>
                  <a:lnTo>
                    <a:pt x="2325634" y="2766436"/>
                  </a:lnTo>
                  <a:lnTo>
                    <a:pt x="2278647" y="2795787"/>
                  </a:lnTo>
                  <a:lnTo>
                    <a:pt x="2230612" y="2823390"/>
                  </a:lnTo>
                  <a:lnTo>
                    <a:pt x="2181591" y="2849207"/>
                  </a:lnTo>
                  <a:lnTo>
                    <a:pt x="2131652" y="2873202"/>
                  </a:lnTo>
                  <a:lnTo>
                    <a:pt x="2080868" y="2895341"/>
                  </a:lnTo>
                  <a:lnTo>
                    <a:pt x="2029303" y="2915597"/>
                  </a:lnTo>
                  <a:lnTo>
                    <a:pt x="1977024" y="2933941"/>
                  </a:lnTo>
                  <a:lnTo>
                    <a:pt x="1924105" y="2950349"/>
                  </a:lnTo>
                  <a:lnTo>
                    <a:pt x="1870621" y="2964798"/>
                  </a:lnTo>
                  <a:lnTo>
                    <a:pt x="1816642" y="2977268"/>
                  </a:lnTo>
                  <a:lnTo>
                    <a:pt x="1762237" y="2987743"/>
                  </a:lnTo>
                  <a:lnTo>
                    <a:pt x="1707484" y="2996208"/>
                  </a:lnTo>
                  <a:lnTo>
                    <a:pt x="1652460" y="3002653"/>
                  </a:lnTo>
                  <a:lnTo>
                    <a:pt x="1597235" y="3007067"/>
                  </a:lnTo>
                  <a:lnTo>
                    <a:pt x="1541882" y="3009446"/>
                  </a:lnTo>
                  <a:lnTo>
                    <a:pt x="1504949" y="3009899"/>
                  </a:lnTo>
                  <a:lnTo>
                    <a:pt x="1486480" y="3009786"/>
                  </a:lnTo>
                  <a:lnTo>
                    <a:pt x="1431105" y="3008087"/>
                  </a:lnTo>
                  <a:lnTo>
                    <a:pt x="1375830" y="3004350"/>
                  </a:lnTo>
                  <a:lnTo>
                    <a:pt x="1320727" y="2998582"/>
                  </a:lnTo>
                  <a:lnTo>
                    <a:pt x="1265874" y="2990788"/>
                  </a:lnTo>
                  <a:lnTo>
                    <a:pt x="1211348" y="2980982"/>
                  </a:lnTo>
                  <a:lnTo>
                    <a:pt x="1157219" y="2969175"/>
                  </a:lnTo>
                  <a:lnTo>
                    <a:pt x="1103560" y="2955384"/>
                  </a:lnTo>
                  <a:lnTo>
                    <a:pt x="1050444" y="2939626"/>
                  </a:lnTo>
                  <a:lnTo>
                    <a:pt x="997947" y="2921926"/>
                  </a:lnTo>
                  <a:lnTo>
                    <a:pt x="946136" y="2902304"/>
                  </a:lnTo>
                  <a:lnTo>
                    <a:pt x="895081" y="2880789"/>
                  </a:lnTo>
                  <a:lnTo>
                    <a:pt x="844852" y="2857408"/>
                  </a:lnTo>
                  <a:lnTo>
                    <a:pt x="795521" y="2832196"/>
                  </a:lnTo>
                  <a:lnTo>
                    <a:pt x="747151" y="2805186"/>
                  </a:lnTo>
                  <a:lnTo>
                    <a:pt x="699804" y="2776411"/>
                  </a:lnTo>
                  <a:lnTo>
                    <a:pt x="653550" y="2745914"/>
                  </a:lnTo>
                  <a:lnTo>
                    <a:pt x="608451" y="2713736"/>
                  </a:lnTo>
                  <a:lnTo>
                    <a:pt x="564568" y="2679920"/>
                  </a:lnTo>
                  <a:lnTo>
                    <a:pt x="521957" y="2644510"/>
                  </a:lnTo>
                  <a:lnTo>
                    <a:pt x="480678" y="2607556"/>
                  </a:lnTo>
                  <a:lnTo>
                    <a:pt x="440789" y="2569109"/>
                  </a:lnTo>
                  <a:lnTo>
                    <a:pt x="402342" y="2529220"/>
                  </a:lnTo>
                  <a:lnTo>
                    <a:pt x="365387" y="2487942"/>
                  </a:lnTo>
                  <a:lnTo>
                    <a:pt x="329977" y="2445330"/>
                  </a:lnTo>
                  <a:lnTo>
                    <a:pt x="296161" y="2401447"/>
                  </a:lnTo>
                  <a:lnTo>
                    <a:pt x="263983" y="2356348"/>
                  </a:lnTo>
                  <a:lnTo>
                    <a:pt x="233486" y="2310094"/>
                  </a:lnTo>
                  <a:lnTo>
                    <a:pt x="204711" y="2262748"/>
                  </a:lnTo>
                  <a:lnTo>
                    <a:pt x="177701" y="2214378"/>
                  </a:lnTo>
                  <a:lnTo>
                    <a:pt x="152489" y="2165046"/>
                  </a:lnTo>
                  <a:lnTo>
                    <a:pt x="129108" y="2114817"/>
                  </a:lnTo>
                  <a:lnTo>
                    <a:pt x="107593" y="2063762"/>
                  </a:lnTo>
                  <a:lnTo>
                    <a:pt x="87972" y="2011952"/>
                  </a:lnTo>
                  <a:lnTo>
                    <a:pt x="70271" y="1959454"/>
                  </a:lnTo>
                  <a:lnTo>
                    <a:pt x="54514" y="1906338"/>
                  </a:lnTo>
                  <a:lnTo>
                    <a:pt x="40723" y="1852679"/>
                  </a:lnTo>
                  <a:lnTo>
                    <a:pt x="28916" y="1798550"/>
                  </a:lnTo>
                  <a:lnTo>
                    <a:pt x="19110" y="1744024"/>
                  </a:lnTo>
                  <a:lnTo>
                    <a:pt x="11317" y="1689171"/>
                  </a:lnTo>
                  <a:lnTo>
                    <a:pt x="5548" y="1634069"/>
                  </a:lnTo>
                  <a:lnTo>
                    <a:pt x="1812" y="1578794"/>
                  </a:lnTo>
                  <a:lnTo>
                    <a:pt x="113" y="1523419"/>
                  </a:lnTo>
                  <a:lnTo>
                    <a:pt x="0" y="1504949"/>
                  </a:lnTo>
                  <a:lnTo>
                    <a:pt x="112" y="1486480"/>
                  </a:lnTo>
                  <a:lnTo>
                    <a:pt x="1812" y="1431105"/>
                  </a:lnTo>
                  <a:lnTo>
                    <a:pt x="5548" y="1375830"/>
                  </a:lnTo>
                  <a:lnTo>
                    <a:pt x="11317" y="1320728"/>
                  </a:lnTo>
                  <a:lnTo>
                    <a:pt x="19110" y="1265874"/>
                  </a:lnTo>
                  <a:lnTo>
                    <a:pt x="28916" y="1211348"/>
                  </a:lnTo>
                  <a:lnTo>
                    <a:pt x="40722" y="1157220"/>
                  </a:lnTo>
                  <a:lnTo>
                    <a:pt x="54514" y="1103560"/>
                  </a:lnTo>
                  <a:lnTo>
                    <a:pt x="70271" y="1050444"/>
                  </a:lnTo>
                  <a:lnTo>
                    <a:pt x="87972" y="997947"/>
                  </a:lnTo>
                  <a:lnTo>
                    <a:pt x="107593" y="946137"/>
                  </a:lnTo>
                  <a:lnTo>
                    <a:pt x="129108" y="895081"/>
                  </a:lnTo>
                  <a:lnTo>
                    <a:pt x="152489" y="844852"/>
                  </a:lnTo>
                  <a:lnTo>
                    <a:pt x="177701" y="795521"/>
                  </a:lnTo>
                  <a:lnTo>
                    <a:pt x="204711" y="747150"/>
                  </a:lnTo>
                  <a:lnTo>
                    <a:pt x="233486" y="699805"/>
                  </a:lnTo>
                  <a:lnTo>
                    <a:pt x="263983" y="653550"/>
                  </a:lnTo>
                  <a:lnTo>
                    <a:pt x="296162" y="608452"/>
                  </a:lnTo>
                  <a:lnTo>
                    <a:pt x="329977" y="564568"/>
                  </a:lnTo>
                  <a:lnTo>
                    <a:pt x="365388" y="521957"/>
                  </a:lnTo>
                  <a:lnTo>
                    <a:pt x="402342" y="480678"/>
                  </a:lnTo>
                  <a:lnTo>
                    <a:pt x="440789" y="440789"/>
                  </a:lnTo>
                  <a:lnTo>
                    <a:pt x="480678" y="402342"/>
                  </a:lnTo>
                  <a:lnTo>
                    <a:pt x="521957" y="365388"/>
                  </a:lnTo>
                  <a:lnTo>
                    <a:pt x="564568" y="329978"/>
                  </a:lnTo>
                  <a:lnTo>
                    <a:pt x="608451" y="296162"/>
                  </a:lnTo>
                  <a:lnTo>
                    <a:pt x="653549" y="263985"/>
                  </a:lnTo>
                  <a:lnTo>
                    <a:pt x="699804" y="233487"/>
                  </a:lnTo>
                  <a:lnTo>
                    <a:pt x="747150" y="204713"/>
                  </a:lnTo>
                  <a:lnTo>
                    <a:pt x="795521" y="177702"/>
                  </a:lnTo>
                  <a:lnTo>
                    <a:pt x="844852" y="152490"/>
                  </a:lnTo>
                  <a:lnTo>
                    <a:pt x="895080" y="129109"/>
                  </a:lnTo>
                  <a:lnTo>
                    <a:pt x="946136" y="107594"/>
                  </a:lnTo>
                  <a:lnTo>
                    <a:pt x="997947" y="87973"/>
                  </a:lnTo>
                  <a:lnTo>
                    <a:pt x="1050444" y="70272"/>
                  </a:lnTo>
                  <a:lnTo>
                    <a:pt x="1103559" y="54515"/>
                  </a:lnTo>
                  <a:lnTo>
                    <a:pt x="1157219" y="40723"/>
                  </a:lnTo>
                  <a:lnTo>
                    <a:pt x="1211347" y="28917"/>
                  </a:lnTo>
                  <a:lnTo>
                    <a:pt x="1265873" y="19110"/>
                  </a:lnTo>
                  <a:lnTo>
                    <a:pt x="1320727" y="11317"/>
                  </a:lnTo>
                  <a:lnTo>
                    <a:pt x="1375830" y="5549"/>
                  </a:lnTo>
                  <a:lnTo>
                    <a:pt x="1431105" y="1812"/>
                  </a:lnTo>
                  <a:lnTo>
                    <a:pt x="1486480" y="113"/>
                  </a:lnTo>
                  <a:lnTo>
                    <a:pt x="1504949" y="0"/>
                  </a:lnTo>
                  <a:lnTo>
                    <a:pt x="1523419" y="113"/>
                  </a:lnTo>
                  <a:lnTo>
                    <a:pt x="1578793" y="1812"/>
                  </a:lnTo>
                  <a:lnTo>
                    <a:pt x="1634068" y="5549"/>
                  </a:lnTo>
                  <a:lnTo>
                    <a:pt x="1689171" y="11317"/>
                  </a:lnTo>
                  <a:lnTo>
                    <a:pt x="1744024" y="19110"/>
                  </a:lnTo>
                  <a:lnTo>
                    <a:pt x="1798549" y="28917"/>
                  </a:lnTo>
                  <a:lnTo>
                    <a:pt x="1852678" y="40723"/>
                  </a:lnTo>
                  <a:lnTo>
                    <a:pt x="1906338" y="54515"/>
                  </a:lnTo>
                  <a:lnTo>
                    <a:pt x="1959454" y="70272"/>
                  </a:lnTo>
                  <a:lnTo>
                    <a:pt x="2011950" y="87973"/>
                  </a:lnTo>
                  <a:lnTo>
                    <a:pt x="2063761" y="107594"/>
                  </a:lnTo>
                  <a:lnTo>
                    <a:pt x="2114816" y="129109"/>
                  </a:lnTo>
                  <a:lnTo>
                    <a:pt x="2165044" y="152490"/>
                  </a:lnTo>
                  <a:lnTo>
                    <a:pt x="2214376" y="177702"/>
                  </a:lnTo>
                  <a:lnTo>
                    <a:pt x="2262747" y="204713"/>
                  </a:lnTo>
                  <a:lnTo>
                    <a:pt x="2310093" y="233487"/>
                  </a:lnTo>
                  <a:lnTo>
                    <a:pt x="2356347" y="263985"/>
                  </a:lnTo>
                  <a:lnTo>
                    <a:pt x="2401446" y="296162"/>
                  </a:lnTo>
                  <a:lnTo>
                    <a:pt x="2445330" y="329978"/>
                  </a:lnTo>
                  <a:lnTo>
                    <a:pt x="2487941" y="365388"/>
                  </a:lnTo>
                  <a:lnTo>
                    <a:pt x="2529220" y="402342"/>
                  </a:lnTo>
                  <a:lnTo>
                    <a:pt x="2569109" y="440789"/>
                  </a:lnTo>
                  <a:lnTo>
                    <a:pt x="2607555" y="480678"/>
                  </a:lnTo>
                  <a:lnTo>
                    <a:pt x="2644510" y="521957"/>
                  </a:lnTo>
                  <a:lnTo>
                    <a:pt x="2679920" y="564568"/>
                  </a:lnTo>
                  <a:lnTo>
                    <a:pt x="2713735" y="608452"/>
                  </a:lnTo>
                  <a:lnTo>
                    <a:pt x="2745913" y="653550"/>
                  </a:lnTo>
                  <a:lnTo>
                    <a:pt x="2776411" y="699805"/>
                  </a:lnTo>
                  <a:lnTo>
                    <a:pt x="2805185" y="747150"/>
                  </a:lnTo>
                  <a:lnTo>
                    <a:pt x="2832196" y="795521"/>
                  </a:lnTo>
                  <a:lnTo>
                    <a:pt x="2857408" y="844853"/>
                  </a:lnTo>
                  <a:lnTo>
                    <a:pt x="2880788" y="895081"/>
                  </a:lnTo>
                  <a:lnTo>
                    <a:pt x="2902303" y="946137"/>
                  </a:lnTo>
                  <a:lnTo>
                    <a:pt x="2921924" y="997947"/>
                  </a:lnTo>
                  <a:lnTo>
                    <a:pt x="2939626" y="1050444"/>
                  </a:lnTo>
                  <a:lnTo>
                    <a:pt x="2955383" y="1103560"/>
                  </a:lnTo>
                  <a:lnTo>
                    <a:pt x="2969174" y="1157220"/>
                  </a:lnTo>
                  <a:lnTo>
                    <a:pt x="2980981" y="1211348"/>
                  </a:lnTo>
                  <a:lnTo>
                    <a:pt x="2990787" y="1265874"/>
                  </a:lnTo>
                  <a:lnTo>
                    <a:pt x="2998581" y="1320728"/>
                  </a:lnTo>
                  <a:lnTo>
                    <a:pt x="3004351" y="1375830"/>
                  </a:lnTo>
                  <a:lnTo>
                    <a:pt x="3008087" y="1431105"/>
                  </a:lnTo>
                  <a:lnTo>
                    <a:pt x="3009786" y="1486480"/>
                  </a:lnTo>
                  <a:lnTo>
                    <a:pt x="3009899" y="1504949"/>
                  </a:lnTo>
                  <a:close/>
                </a:path>
              </a:pathLst>
            </a:custGeom>
            <a:ln w="38099">
              <a:solidFill>
                <a:srgbClr val="FDB9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73379" y="3063180"/>
              <a:ext cx="884555" cy="884555"/>
            </a:xfrm>
            <a:custGeom>
              <a:avLst/>
              <a:gdLst/>
              <a:ahLst/>
              <a:cxnLst/>
              <a:rect l="l" t="t" r="r" b="b"/>
              <a:pathLst>
                <a:path w="884554" h="884554">
                  <a:moveTo>
                    <a:pt x="109477" y="734377"/>
                  </a:moveTo>
                  <a:lnTo>
                    <a:pt x="90170" y="710814"/>
                  </a:lnTo>
                  <a:lnTo>
                    <a:pt x="72486" y="685978"/>
                  </a:lnTo>
                  <a:lnTo>
                    <a:pt x="56510" y="659937"/>
                  </a:lnTo>
                  <a:lnTo>
                    <a:pt x="42326" y="632757"/>
                  </a:lnTo>
                  <a:lnTo>
                    <a:pt x="95547" y="611504"/>
                  </a:lnTo>
                  <a:lnTo>
                    <a:pt x="107119" y="633460"/>
                  </a:lnTo>
                  <a:lnTo>
                    <a:pt x="120081" y="654546"/>
                  </a:lnTo>
                  <a:lnTo>
                    <a:pt x="134349" y="674693"/>
                  </a:lnTo>
                  <a:lnTo>
                    <a:pt x="149840" y="693836"/>
                  </a:lnTo>
                  <a:lnTo>
                    <a:pt x="109477" y="734377"/>
                  </a:lnTo>
                  <a:close/>
                </a:path>
                <a:path w="884554" h="884554">
                  <a:moveTo>
                    <a:pt x="241815" y="837068"/>
                  </a:moveTo>
                  <a:lnTo>
                    <a:pt x="217273" y="823613"/>
                  </a:lnTo>
                  <a:lnTo>
                    <a:pt x="193751" y="808717"/>
                  </a:lnTo>
                  <a:lnTo>
                    <a:pt x="171268" y="792414"/>
                  </a:lnTo>
                  <a:lnTo>
                    <a:pt x="149840" y="774739"/>
                  </a:lnTo>
                  <a:lnTo>
                    <a:pt x="190380" y="734198"/>
                  </a:lnTo>
                  <a:lnTo>
                    <a:pt x="207584" y="748318"/>
                  </a:lnTo>
                  <a:lnTo>
                    <a:pt x="225675" y="761434"/>
                  </a:lnTo>
                  <a:lnTo>
                    <a:pt x="244603" y="773478"/>
                  </a:lnTo>
                  <a:lnTo>
                    <a:pt x="264318" y="784383"/>
                  </a:lnTo>
                  <a:lnTo>
                    <a:pt x="241815" y="837068"/>
                  </a:lnTo>
                  <a:close/>
                </a:path>
                <a:path w="884554" h="884554">
                  <a:moveTo>
                    <a:pt x="20895" y="579715"/>
                  </a:moveTo>
                  <a:lnTo>
                    <a:pt x="13235" y="553372"/>
                  </a:lnTo>
                  <a:lnTo>
                    <a:pt x="7166" y="526360"/>
                  </a:lnTo>
                  <a:lnTo>
                    <a:pt x="2737" y="498745"/>
                  </a:lnTo>
                  <a:lnTo>
                    <a:pt x="0" y="470594"/>
                  </a:lnTo>
                  <a:lnTo>
                    <a:pt x="57328" y="470594"/>
                  </a:lnTo>
                  <a:lnTo>
                    <a:pt x="59625" y="493189"/>
                  </a:lnTo>
                  <a:lnTo>
                    <a:pt x="63244" y="515399"/>
                  </a:lnTo>
                  <a:lnTo>
                    <a:pt x="68102" y="537173"/>
                  </a:lnTo>
                  <a:lnTo>
                    <a:pt x="74116" y="558462"/>
                  </a:lnTo>
                  <a:lnTo>
                    <a:pt x="20895" y="579715"/>
                  </a:lnTo>
                  <a:close/>
                </a:path>
                <a:path w="884554" h="884554">
                  <a:moveTo>
                    <a:pt x="57328" y="413444"/>
                  </a:moveTo>
                  <a:lnTo>
                    <a:pt x="0" y="413444"/>
                  </a:lnTo>
                  <a:lnTo>
                    <a:pt x="3069" y="382550"/>
                  </a:lnTo>
                  <a:lnTo>
                    <a:pt x="8215" y="352343"/>
                  </a:lnTo>
                  <a:lnTo>
                    <a:pt x="15370" y="322905"/>
                  </a:lnTo>
                  <a:lnTo>
                    <a:pt x="24467" y="294322"/>
                  </a:lnTo>
                  <a:lnTo>
                    <a:pt x="77152" y="316825"/>
                  </a:lnTo>
                  <a:lnTo>
                    <a:pt x="69961" y="340084"/>
                  </a:lnTo>
                  <a:lnTo>
                    <a:pt x="64226" y="363996"/>
                  </a:lnTo>
                  <a:lnTo>
                    <a:pt x="59999" y="388477"/>
                  </a:lnTo>
                  <a:lnTo>
                    <a:pt x="57328" y="413444"/>
                  </a:lnTo>
                  <a:close/>
                </a:path>
                <a:path w="884554" h="884554">
                  <a:moveTo>
                    <a:pt x="99655" y="264318"/>
                  </a:moveTo>
                  <a:lnTo>
                    <a:pt x="46970" y="241637"/>
                  </a:lnTo>
                  <a:lnTo>
                    <a:pt x="60350" y="217094"/>
                  </a:lnTo>
                  <a:lnTo>
                    <a:pt x="75254" y="193573"/>
                  </a:lnTo>
                  <a:lnTo>
                    <a:pt x="91599" y="171090"/>
                  </a:lnTo>
                  <a:lnTo>
                    <a:pt x="109299" y="149661"/>
                  </a:lnTo>
                  <a:lnTo>
                    <a:pt x="149840" y="190202"/>
                  </a:lnTo>
                  <a:lnTo>
                    <a:pt x="135745" y="207609"/>
                  </a:lnTo>
                  <a:lnTo>
                    <a:pt x="122671" y="225787"/>
                  </a:lnTo>
                  <a:lnTo>
                    <a:pt x="110636" y="244701"/>
                  </a:lnTo>
                  <a:lnTo>
                    <a:pt x="99655" y="264318"/>
                  </a:lnTo>
                  <a:close/>
                </a:path>
                <a:path w="884554" h="884554">
                  <a:moveTo>
                    <a:pt x="774739" y="734377"/>
                  </a:moveTo>
                  <a:lnTo>
                    <a:pt x="734198" y="693836"/>
                  </a:lnTo>
                  <a:lnTo>
                    <a:pt x="748293" y="676429"/>
                  </a:lnTo>
                  <a:lnTo>
                    <a:pt x="761367" y="658251"/>
                  </a:lnTo>
                  <a:lnTo>
                    <a:pt x="773403" y="639337"/>
                  </a:lnTo>
                  <a:lnTo>
                    <a:pt x="784383" y="619720"/>
                  </a:lnTo>
                  <a:lnTo>
                    <a:pt x="837068" y="642401"/>
                  </a:lnTo>
                  <a:lnTo>
                    <a:pt x="823688" y="666869"/>
                  </a:lnTo>
                  <a:lnTo>
                    <a:pt x="808784" y="690398"/>
                  </a:lnTo>
                  <a:lnTo>
                    <a:pt x="792440" y="712923"/>
                  </a:lnTo>
                  <a:lnTo>
                    <a:pt x="774739" y="734377"/>
                  </a:lnTo>
                  <a:close/>
                </a:path>
                <a:path w="884554" h="884554">
                  <a:moveTo>
                    <a:pt x="632757" y="841712"/>
                  </a:moveTo>
                  <a:lnTo>
                    <a:pt x="611504" y="788491"/>
                  </a:lnTo>
                  <a:lnTo>
                    <a:pt x="633460" y="776919"/>
                  </a:lnTo>
                  <a:lnTo>
                    <a:pt x="654546" y="763957"/>
                  </a:lnTo>
                  <a:lnTo>
                    <a:pt x="674693" y="749689"/>
                  </a:lnTo>
                  <a:lnTo>
                    <a:pt x="693836" y="734198"/>
                  </a:lnTo>
                  <a:lnTo>
                    <a:pt x="734377" y="774561"/>
                  </a:lnTo>
                  <a:lnTo>
                    <a:pt x="710814" y="793868"/>
                  </a:lnTo>
                  <a:lnTo>
                    <a:pt x="685978" y="811552"/>
                  </a:lnTo>
                  <a:lnTo>
                    <a:pt x="659937" y="827528"/>
                  </a:lnTo>
                  <a:lnTo>
                    <a:pt x="632757" y="841712"/>
                  </a:lnTo>
                  <a:close/>
                </a:path>
                <a:path w="884554" h="884554">
                  <a:moveTo>
                    <a:pt x="190202" y="149840"/>
                  </a:moveTo>
                  <a:lnTo>
                    <a:pt x="149840" y="109477"/>
                  </a:lnTo>
                  <a:lnTo>
                    <a:pt x="173300" y="90170"/>
                  </a:lnTo>
                  <a:lnTo>
                    <a:pt x="198082" y="72486"/>
                  </a:lnTo>
                  <a:lnTo>
                    <a:pt x="224104" y="56510"/>
                  </a:lnTo>
                  <a:lnTo>
                    <a:pt x="251281" y="42326"/>
                  </a:lnTo>
                  <a:lnTo>
                    <a:pt x="272534" y="95547"/>
                  </a:lnTo>
                  <a:lnTo>
                    <a:pt x="250578" y="107119"/>
                  </a:lnTo>
                  <a:lnTo>
                    <a:pt x="229492" y="120081"/>
                  </a:lnTo>
                  <a:lnTo>
                    <a:pt x="209345" y="134349"/>
                  </a:lnTo>
                  <a:lnTo>
                    <a:pt x="190202" y="149840"/>
                  </a:lnTo>
                  <a:close/>
                </a:path>
                <a:path w="884554" h="884554">
                  <a:moveTo>
                    <a:pt x="859571" y="589716"/>
                  </a:moveTo>
                  <a:lnTo>
                    <a:pt x="806886" y="567213"/>
                  </a:lnTo>
                  <a:lnTo>
                    <a:pt x="814077" y="543954"/>
                  </a:lnTo>
                  <a:lnTo>
                    <a:pt x="819812" y="520042"/>
                  </a:lnTo>
                  <a:lnTo>
                    <a:pt x="824039" y="495561"/>
                  </a:lnTo>
                  <a:lnTo>
                    <a:pt x="826710" y="470594"/>
                  </a:lnTo>
                  <a:lnTo>
                    <a:pt x="826710" y="470415"/>
                  </a:lnTo>
                  <a:lnTo>
                    <a:pt x="883860" y="470415"/>
                  </a:lnTo>
                  <a:lnTo>
                    <a:pt x="880894" y="501312"/>
                  </a:lnTo>
                  <a:lnTo>
                    <a:pt x="875801" y="531539"/>
                  </a:lnTo>
                  <a:lnTo>
                    <a:pt x="868666" y="561029"/>
                  </a:lnTo>
                  <a:lnTo>
                    <a:pt x="859571" y="589716"/>
                  </a:lnTo>
                  <a:close/>
                </a:path>
                <a:path w="884554" h="884554">
                  <a:moveTo>
                    <a:pt x="470594" y="884039"/>
                  </a:moveTo>
                  <a:lnTo>
                    <a:pt x="470594" y="826710"/>
                  </a:lnTo>
                  <a:lnTo>
                    <a:pt x="493189" y="824438"/>
                  </a:lnTo>
                  <a:lnTo>
                    <a:pt x="515399" y="820861"/>
                  </a:lnTo>
                  <a:lnTo>
                    <a:pt x="537173" y="816011"/>
                  </a:lnTo>
                  <a:lnTo>
                    <a:pt x="558462" y="809922"/>
                  </a:lnTo>
                  <a:lnTo>
                    <a:pt x="579715" y="863143"/>
                  </a:lnTo>
                  <a:lnTo>
                    <a:pt x="553372" y="870803"/>
                  </a:lnTo>
                  <a:lnTo>
                    <a:pt x="526360" y="876873"/>
                  </a:lnTo>
                  <a:lnTo>
                    <a:pt x="498745" y="881301"/>
                  </a:lnTo>
                  <a:lnTo>
                    <a:pt x="470594" y="884039"/>
                  </a:lnTo>
                  <a:close/>
                </a:path>
                <a:path w="884554" h="884554">
                  <a:moveTo>
                    <a:pt x="413623" y="883860"/>
                  </a:moveTo>
                  <a:lnTo>
                    <a:pt x="382726" y="880894"/>
                  </a:lnTo>
                  <a:lnTo>
                    <a:pt x="352499" y="875801"/>
                  </a:lnTo>
                  <a:lnTo>
                    <a:pt x="323009" y="868666"/>
                  </a:lnTo>
                  <a:lnTo>
                    <a:pt x="294322" y="859571"/>
                  </a:lnTo>
                  <a:lnTo>
                    <a:pt x="316825" y="806886"/>
                  </a:lnTo>
                  <a:lnTo>
                    <a:pt x="340084" y="814077"/>
                  </a:lnTo>
                  <a:lnTo>
                    <a:pt x="363996" y="819812"/>
                  </a:lnTo>
                  <a:lnTo>
                    <a:pt x="388477" y="824039"/>
                  </a:lnTo>
                  <a:lnTo>
                    <a:pt x="413444" y="826710"/>
                  </a:lnTo>
                  <a:lnTo>
                    <a:pt x="413623" y="826710"/>
                  </a:lnTo>
                  <a:lnTo>
                    <a:pt x="413623" y="883860"/>
                  </a:lnTo>
                  <a:close/>
                </a:path>
                <a:path w="884554" h="884554">
                  <a:moveTo>
                    <a:pt x="884039" y="413444"/>
                  </a:moveTo>
                  <a:lnTo>
                    <a:pt x="826710" y="413444"/>
                  </a:lnTo>
                  <a:lnTo>
                    <a:pt x="824438" y="390849"/>
                  </a:lnTo>
                  <a:lnTo>
                    <a:pt x="820861" y="368639"/>
                  </a:lnTo>
                  <a:lnTo>
                    <a:pt x="816011" y="346865"/>
                  </a:lnTo>
                  <a:lnTo>
                    <a:pt x="809922" y="325576"/>
                  </a:lnTo>
                  <a:lnTo>
                    <a:pt x="863143" y="304323"/>
                  </a:lnTo>
                  <a:lnTo>
                    <a:pt x="870803" y="330666"/>
                  </a:lnTo>
                  <a:lnTo>
                    <a:pt x="876873" y="357678"/>
                  </a:lnTo>
                  <a:lnTo>
                    <a:pt x="881301" y="385293"/>
                  </a:lnTo>
                  <a:lnTo>
                    <a:pt x="884039" y="413444"/>
                  </a:lnTo>
                  <a:close/>
                </a:path>
                <a:path w="884554" h="884554">
                  <a:moveTo>
                    <a:pt x="567213" y="77152"/>
                  </a:moveTo>
                  <a:lnTo>
                    <a:pt x="543879" y="69961"/>
                  </a:lnTo>
                  <a:lnTo>
                    <a:pt x="519975" y="64226"/>
                  </a:lnTo>
                  <a:lnTo>
                    <a:pt x="495536" y="59999"/>
                  </a:lnTo>
                  <a:lnTo>
                    <a:pt x="470594" y="57328"/>
                  </a:lnTo>
                  <a:lnTo>
                    <a:pt x="470594" y="0"/>
                  </a:lnTo>
                  <a:lnTo>
                    <a:pt x="501488" y="3069"/>
                  </a:lnTo>
                  <a:lnTo>
                    <a:pt x="531695" y="8215"/>
                  </a:lnTo>
                  <a:lnTo>
                    <a:pt x="561133" y="15370"/>
                  </a:lnTo>
                  <a:lnTo>
                    <a:pt x="589716" y="24467"/>
                  </a:lnTo>
                  <a:lnTo>
                    <a:pt x="567213" y="77152"/>
                  </a:lnTo>
                  <a:close/>
                </a:path>
                <a:path w="884554" h="884554">
                  <a:moveTo>
                    <a:pt x="325576" y="74116"/>
                  </a:moveTo>
                  <a:lnTo>
                    <a:pt x="304323" y="20895"/>
                  </a:lnTo>
                  <a:lnTo>
                    <a:pt x="357678" y="7166"/>
                  </a:lnTo>
                  <a:lnTo>
                    <a:pt x="413444" y="0"/>
                  </a:lnTo>
                  <a:lnTo>
                    <a:pt x="413444" y="57328"/>
                  </a:lnTo>
                  <a:lnTo>
                    <a:pt x="390849" y="59600"/>
                  </a:lnTo>
                  <a:lnTo>
                    <a:pt x="368639" y="63177"/>
                  </a:lnTo>
                  <a:lnTo>
                    <a:pt x="346865" y="68027"/>
                  </a:lnTo>
                  <a:lnTo>
                    <a:pt x="325576" y="74116"/>
                  </a:lnTo>
                  <a:close/>
                </a:path>
                <a:path w="884554" h="884554">
                  <a:moveTo>
                    <a:pt x="693836" y="149840"/>
                  </a:moveTo>
                  <a:lnTo>
                    <a:pt x="676507" y="135745"/>
                  </a:lnTo>
                  <a:lnTo>
                    <a:pt x="658341" y="122671"/>
                  </a:lnTo>
                  <a:lnTo>
                    <a:pt x="639438" y="110636"/>
                  </a:lnTo>
                  <a:lnTo>
                    <a:pt x="619898" y="99655"/>
                  </a:lnTo>
                  <a:lnTo>
                    <a:pt x="642401" y="46970"/>
                  </a:lnTo>
                  <a:lnTo>
                    <a:pt x="666944" y="60350"/>
                  </a:lnTo>
                  <a:lnTo>
                    <a:pt x="690465" y="75254"/>
                  </a:lnTo>
                  <a:lnTo>
                    <a:pt x="712949" y="91599"/>
                  </a:lnTo>
                  <a:lnTo>
                    <a:pt x="734377" y="109299"/>
                  </a:lnTo>
                  <a:lnTo>
                    <a:pt x="693836" y="149840"/>
                  </a:lnTo>
                  <a:close/>
                </a:path>
                <a:path w="884554" h="884554">
                  <a:moveTo>
                    <a:pt x="788670" y="272534"/>
                  </a:moveTo>
                  <a:lnTo>
                    <a:pt x="776994" y="250578"/>
                  </a:lnTo>
                  <a:lnTo>
                    <a:pt x="763979" y="229492"/>
                  </a:lnTo>
                  <a:lnTo>
                    <a:pt x="749691" y="209345"/>
                  </a:lnTo>
                  <a:lnTo>
                    <a:pt x="734198" y="190202"/>
                  </a:lnTo>
                  <a:lnTo>
                    <a:pt x="774739" y="149661"/>
                  </a:lnTo>
                  <a:lnTo>
                    <a:pt x="794047" y="173224"/>
                  </a:lnTo>
                  <a:lnTo>
                    <a:pt x="811730" y="198060"/>
                  </a:lnTo>
                  <a:lnTo>
                    <a:pt x="827706" y="224101"/>
                  </a:lnTo>
                  <a:lnTo>
                    <a:pt x="841890" y="251281"/>
                  </a:lnTo>
                  <a:lnTo>
                    <a:pt x="788670" y="272534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65393" y="3648075"/>
              <a:ext cx="100012" cy="1000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873429" y="3265884"/>
              <a:ext cx="84455" cy="342900"/>
            </a:xfrm>
            <a:custGeom>
              <a:avLst/>
              <a:gdLst/>
              <a:ahLst/>
              <a:cxnLst/>
              <a:rect l="l" t="t" r="r" b="b"/>
              <a:pathLst>
                <a:path w="84454" h="342900">
                  <a:moveTo>
                    <a:pt x="50006" y="342900"/>
                  </a:moveTo>
                  <a:lnTo>
                    <a:pt x="33932" y="342900"/>
                  </a:lnTo>
                  <a:lnTo>
                    <a:pt x="25837" y="341298"/>
                  </a:lnTo>
                  <a:lnTo>
                    <a:pt x="19131" y="336917"/>
                  </a:lnTo>
                  <a:lnTo>
                    <a:pt x="14468" y="330392"/>
                  </a:lnTo>
                  <a:lnTo>
                    <a:pt x="12501" y="322361"/>
                  </a:lnTo>
                  <a:lnTo>
                    <a:pt x="0" y="22324"/>
                  </a:lnTo>
                  <a:lnTo>
                    <a:pt x="1414" y="13712"/>
                  </a:lnTo>
                  <a:lnTo>
                    <a:pt x="5960" y="6607"/>
                  </a:lnTo>
                  <a:lnTo>
                    <a:pt x="12883" y="1780"/>
                  </a:lnTo>
                  <a:lnTo>
                    <a:pt x="21431" y="0"/>
                  </a:lnTo>
                  <a:lnTo>
                    <a:pt x="62507" y="0"/>
                  </a:lnTo>
                  <a:lnTo>
                    <a:pt x="71055" y="1780"/>
                  </a:lnTo>
                  <a:lnTo>
                    <a:pt x="77978" y="6607"/>
                  </a:lnTo>
                  <a:lnTo>
                    <a:pt x="82524" y="13712"/>
                  </a:lnTo>
                  <a:lnTo>
                    <a:pt x="83939" y="22324"/>
                  </a:lnTo>
                  <a:lnTo>
                    <a:pt x="71437" y="322361"/>
                  </a:lnTo>
                  <a:lnTo>
                    <a:pt x="69470" y="330392"/>
                  </a:lnTo>
                  <a:lnTo>
                    <a:pt x="64807" y="336917"/>
                  </a:lnTo>
                  <a:lnTo>
                    <a:pt x="58101" y="341298"/>
                  </a:lnTo>
                  <a:lnTo>
                    <a:pt x="50006" y="342900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29619" y="3871820"/>
              <a:ext cx="1857558" cy="185755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129619" y="3871820"/>
              <a:ext cx="1858010" cy="1858010"/>
            </a:xfrm>
            <a:custGeom>
              <a:avLst/>
              <a:gdLst/>
              <a:ahLst/>
              <a:cxnLst/>
              <a:rect l="l" t="t" r="r" b="b"/>
              <a:pathLst>
                <a:path w="1858009" h="1858010">
                  <a:moveTo>
                    <a:pt x="19528" y="773870"/>
                  </a:moveTo>
                  <a:lnTo>
                    <a:pt x="773870" y="19528"/>
                  </a:lnTo>
                  <a:lnTo>
                    <a:pt x="776965" y="16432"/>
                  </a:lnTo>
                  <a:lnTo>
                    <a:pt x="780333" y="13669"/>
                  </a:lnTo>
                  <a:lnTo>
                    <a:pt x="783973" y="11236"/>
                  </a:lnTo>
                  <a:lnTo>
                    <a:pt x="787613" y="8804"/>
                  </a:lnTo>
                  <a:lnTo>
                    <a:pt x="791456" y="6750"/>
                  </a:lnTo>
                  <a:lnTo>
                    <a:pt x="795501" y="5075"/>
                  </a:lnTo>
                  <a:lnTo>
                    <a:pt x="799545" y="3399"/>
                  </a:lnTo>
                  <a:lnTo>
                    <a:pt x="803714" y="2135"/>
                  </a:lnTo>
                  <a:lnTo>
                    <a:pt x="808008" y="1281"/>
                  </a:lnTo>
                  <a:lnTo>
                    <a:pt x="812302" y="427"/>
                  </a:lnTo>
                  <a:lnTo>
                    <a:pt x="816638" y="0"/>
                  </a:lnTo>
                  <a:lnTo>
                    <a:pt x="821016" y="0"/>
                  </a:lnTo>
                  <a:lnTo>
                    <a:pt x="825394" y="0"/>
                  </a:lnTo>
                  <a:lnTo>
                    <a:pt x="858059" y="11236"/>
                  </a:lnTo>
                  <a:lnTo>
                    <a:pt x="861699" y="13669"/>
                  </a:lnTo>
                  <a:lnTo>
                    <a:pt x="865067" y="16432"/>
                  </a:lnTo>
                  <a:lnTo>
                    <a:pt x="868162" y="19528"/>
                  </a:lnTo>
                  <a:lnTo>
                    <a:pt x="1838030" y="989396"/>
                  </a:lnTo>
                  <a:lnTo>
                    <a:pt x="1841125" y="992491"/>
                  </a:lnTo>
                  <a:lnTo>
                    <a:pt x="1857131" y="1027828"/>
                  </a:lnTo>
                  <a:lnTo>
                    <a:pt x="1857559" y="1040920"/>
                  </a:lnTo>
                  <a:lnTo>
                    <a:pt x="1857132" y="1045256"/>
                  </a:lnTo>
                  <a:lnTo>
                    <a:pt x="1856277" y="1049550"/>
                  </a:lnTo>
                  <a:lnTo>
                    <a:pt x="1855423" y="1053844"/>
                  </a:lnTo>
                  <a:lnTo>
                    <a:pt x="1846322" y="1073585"/>
                  </a:lnTo>
                  <a:lnTo>
                    <a:pt x="1843890" y="1077225"/>
                  </a:lnTo>
                  <a:lnTo>
                    <a:pt x="1841126" y="1080593"/>
                  </a:lnTo>
                  <a:lnTo>
                    <a:pt x="1838030" y="1083688"/>
                  </a:lnTo>
                  <a:lnTo>
                    <a:pt x="1083688" y="1838030"/>
                  </a:lnTo>
                  <a:lnTo>
                    <a:pt x="1080593" y="1841126"/>
                  </a:lnTo>
                  <a:lnTo>
                    <a:pt x="1077225" y="1843890"/>
                  </a:lnTo>
                  <a:lnTo>
                    <a:pt x="1073585" y="1846322"/>
                  </a:lnTo>
                  <a:lnTo>
                    <a:pt x="1069945" y="1848754"/>
                  </a:lnTo>
                  <a:lnTo>
                    <a:pt x="1066102" y="1850808"/>
                  </a:lnTo>
                  <a:lnTo>
                    <a:pt x="1062058" y="1852483"/>
                  </a:lnTo>
                  <a:lnTo>
                    <a:pt x="1058013" y="1854158"/>
                  </a:lnTo>
                  <a:lnTo>
                    <a:pt x="1036542" y="1857559"/>
                  </a:lnTo>
                  <a:lnTo>
                    <a:pt x="1032164" y="1857558"/>
                  </a:lnTo>
                  <a:lnTo>
                    <a:pt x="995859" y="1843889"/>
                  </a:lnTo>
                  <a:lnTo>
                    <a:pt x="19528" y="868162"/>
                  </a:lnTo>
                  <a:lnTo>
                    <a:pt x="1281" y="834024"/>
                  </a:lnTo>
                  <a:lnTo>
                    <a:pt x="0" y="821016"/>
                  </a:lnTo>
                  <a:lnTo>
                    <a:pt x="0" y="816638"/>
                  </a:lnTo>
                  <a:lnTo>
                    <a:pt x="11236" y="783973"/>
                  </a:lnTo>
                  <a:lnTo>
                    <a:pt x="13669" y="780333"/>
                  </a:lnTo>
                  <a:lnTo>
                    <a:pt x="16432" y="776965"/>
                  </a:lnTo>
                  <a:lnTo>
                    <a:pt x="19528" y="773870"/>
                  </a:lnTo>
                  <a:close/>
                </a:path>
              </a:pathLst>
            </a:custGeom>
            <a:ln w="19049">
              <a:solidFill>
                <a:srgbClr val="60A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40168" y="4124344"/>
              <a:ext cx="220966" cy="22099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86849" y="2114014"/>
              <a:ext cx="171449" cy="17198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96399" y="2114014"/>
              <a:ext cx="171449" cy="17198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05949" y="2114014"/>
              <a:ext cx="171449" cy="17198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086849" y="16764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35743" y="128587"/>
                  </a:moveTo>
                  <a:lnTo>
                    <a:pt x="21431" y="128587"/>
                  </a:lnTo>
                  <a:lnTo>
                    <a:pt x="13081" y="126905"/>
                  </a:lnTo>
                  <a:lnTo>
                    <a:pt x="6270" y="122317"/>
                  </a:lnTo>
                  <a:lnTo>
                    <a:pt x="1681" y="115505"/>
                  </a:lnTo>
                  <a:lnTo>
                    <a:pt x="0" y="107156"/>
                  </a:lnTo>
                  <a:lnTo>
                    <a:pt x="1681" y="98806"/>
                  </a:lnTo>
                  <a:lnTo>
                    <a:pt x="6270" y="91995"/>
                  </a:lnTo>
                  <a:lnTo>
                    <a:pt x="13081" y="87406"/>
                  </a:lnTo>
                  <a:lnTo>
                    <a:pt x="21431" y="85724"/>
                  </a:lnTo>
                  <a:lnTo>
                    <a:pt x="235743" y="85724"/>
                  </a:lnTo>
                  <a:lnTo>
                    <a:pt x="244093" y="84043"/>
                  </a:lnTo>
                  <a:lnTo>
                    <a:pt x="250904" y="79454"/>
                  </a:lnTo>
                  <a:lnTo>
                    <a:pt x="255493" y="72643"/>
                  </a:lnTo>
                  <a:lnTo>
                    <a:pt x="257174" y="64293"/>
                  </a:lnTo>
                  <a:lnTo>
                    <a:pt x="255493" y="55944"/>
                  </a:lnTo>
                  <a:lnTo>
                    <a:pt x="250904" y="49132"/>
                  </a:lnTo>
                  <a:lnTo>
                    <a:pt x="244093" y="44544"/>
                  </a:lnTo>
                  <a:lnTo>
                    <a:pt x="235743" y="42862"/>
                  </a:lnTo>
                  <a:lnTo>
                    <a:pt x="214312" y="42862"/>
                  </a:lnTo>
                  <a:lnTo>
                    <a:pt x="205962" y="41180"/>
                  </a:lnTo>
                  <a:lnTo>
                    <a:pt x="199151" y="36592"/>
                  </a:lnTo>
                  <a:lnTo>
                    <a:pt x="194562" y="29780"/>
                  </a:lnTo>
                  <a:lnTo>
                    <a:pt x="192881" y="21431"/>
                  </a:lnTo>
                  <a:lnTo>
                    <a:pt x="194562" y="13081"/>
                  </a:lnTo>
                  <a:lnTo>
                    <a:pt x="199151" y="6270"/>
                  </a:lnTo>
                  <a:lnTo>
                    <a:pt x="205962" y="1681"/>
                  </a:lnTo>
                  <a:lnTo>
                    <a:pt x="214312" y="0"/>
                  </a:lnTo>
                  <a:lnTo>
                    <a:pt x="235743" y="0"/>
                  </a:lnTo>
                  <a:lnTo>
                    <a:pt x="260764" y="5054"/>
                  </a:lnTo>
                  <a:lnTo>
                    <a:pt x="281201" y="18836"/>
                  </a:lnTo>
                  <a:lnTo>
                    <a:pt x="294983" y="39273"/>
                  </a:lnTo>
                  <a:lnTo>
                    <a:pt x="300037" y="64293"/>
                  </a:lnTo>
                  <a:lnTo>
                    <a:pt x="294983" y="89314"/>
                  </a:lnTo>
                  <a:lnTo>
                    <a:pt x="281201" y="109751"/>
                  </a:lnTo>
                  <a:lnTo>
                    <a:pt x="260764" y="123533"/>
                  </a:lnTo>
                  <a:lnTo>
                    <a:pt x="235743" y="128587"/>
                  </a:lnTo>
                  <a:close/>
                </a:path>
                <a:path w="342900" h="342900">
                  <a:moveTo>
                    <a:pt x="278606" y="278606"/>
                  </a:moveTo>
                  <a:lnTo>
                    <a:pt x="257174" y="278606"/>
                  </a:lnTo>
                  <a:lnTo>
                    <a:pt x="248825" y="276924"/>
                  </a:lnTo>
                  <a:lnTo>
                    <a:pt x="242014" y="272335"/>
                  </a:lnTo>
                  <a:lnTo>
                    <a:pt x="237425" y="265524"/>
                  </a:lnTo>
                  <a:lnTo>
                    <a:pt x="235743" y="257174"/>
                  </a:lnTo>
                  <a:lnTo>
                    <a:pt x="237425" y="248825"/>
                  </a:lnTo>
                  <a:lnTo>
                    <a:pt x="242014" y="242014"/>
                  </a:lnTo>
                  <a:lnTo>
                    <a:pt x="248825" y="237425"/>
                  </a:lnTo>
                  <a:lnTo>
                    <a:pt x="257174" y="235743"/>
                  </a:lnTo>
                  <a:lnTo>
                    <a:pt x="278606" y="235743"/>
                  </a:lnTo>
                  <a:lnTo>
                    <a:pt x="286955" y="234062"/>
                  </a:lnTo>
                  <a:lnTo>
                    <a:pt x="293767" y="229473"/>
                  </a:lnTo>
                  <a:lnTo>
                    <a:pt x="298355" y="222662"/>
                  </a:lnTo>
                  <a:lnTo>
                    <a:pt x="300037" y="214312"/>
                  </a:lnTo>
                  <a:lnTo>
                    <a:pt x="298355" y="205962"/>
                  </a:lnTo>
                  <a:lnTo>
                    <a:pt x="293767" y="199151"/>
                  </a:lnTo>
                  <a:lnTo>
                    <a:pt x="286955" y="194562"/>
                  </a:lnTo>
                  <a:lnTo>
                    <a:pt x="278606" y="192881"/>
                  </a:lnTo>
                  <a:lnTo>
                    <a:pt x="21431" y="192881"/>
                  </a:lnTo>
                  <a:lnTo>
                    <a:pt x="13081" y="191199"/>
                  </a:lnTo>
                  <a:lnTo>
                    <a:pt x="6270" y="186610"/>
                  </a:lnTo>
                  <a:lnTo>
                    <a:pt x="1681" y="179799"/>
                  </a:lnTo>
                  <a:lnTo>
                    <a:pt x="0" y="171449"/>
                  </a:lnTo>
                  <a:lnTo>
                    <a:pt x="1681" y="163100"/>
                  </a:lnTo>
                  <a:lnTo>
                    <a:pt x="6270" y="156289"/>
                  </a:lnTo>
                  <a:lnTo>
                    <a:pt x="13081" y="151700"/>
                  </a:lnTo>
                  <a:lnTo>
                    <a:pt x="21431" y="150018"/>
                  </a:lnTo>
                  <a:lnTo>
                    <a:pt x="278606" y="150018"/>
                  </a:lnTo>
                  <a:lnTo>
                    <a:pt x="303626" y="155073"/>
                  </a:lnTo>
                  <a:lnTo>
                    <a:pt x="324063" y="168854"/>
                  </a:lnTo>
                  <a:lnTo>
                    <a:pt x="337845" y="189291"/>
                  </a:lnTo>
                  <a:lnTo>
                    <a:pt x="342899" y="214312"/>
                  </a:lnTo>
                  <a:lnTo>
                    <a:pt x="337845" y="239333"/>
                  </a:lnTo>
                  <a:lnTo>
                    <a:pt x="324063" y="259770"/>
                  </a:lnTo>
                  <a:lnTo>
                    <a:pt x="303626" y="273551"/>
                  </a:lnTo>
                  <a:lnTo>
                    <a:pt x="278606" y="278606"/>
                  </a:lnTo>
                  <a:close/>
                </a:path>
                <a:path w="342900" h="342900">
                  <a:moveTo>
                    <a:pt x="107156" y="342899"/>
                  </a:moveTo>
                  <a:lnTo>
                    <a:pt x="85724" y="342899"/>
                  </a:lnTo>
                  <a:lnTo>
                    <a:pt x="77375" y="341218"/>
                  </a:lnTo>
                  <a:lnTo>
                    <a:pt x="70564" y="336629"/>
                  </a:lnTo>
                  <a:lnTo>
                    <a:pt x="65975" y="329818"/>
                  </a:lnTo>
                  <a:lnTo>
                    <a:pt x="64293" y="321468"/>
                  </a:lnTo>
                  <a:lnTo>
                    <a:pt x="65975" y="313119"/>
                  </a:lnTo>
                  <a:lnTo>
                    <a:pt x="70564" y="306307"/>
                  </a:lnTo>
                  <a:lnTo>
                    <a:pt x="77375" y="301719"/>
                  </a:lnTo>
                  <a:lnTo>
                    <a:pt x="85724" y="300037"/>
                  </a:lnTo>
                  <a:lnTo>
                    <a:pt x="107156" y="300037"/>
                  </a:lnTo>
                  <a:lnTo>
                    <a:pt x="115505" y="298355"/>
                  </a:lnTo>
                  <a:lnTo>
                    <a:pt x="122317" y="293767"/>
                  </a:lnTo>
                  <a:lnTo>
                    <a:pt x="126905" y="286955"/>
                  </a:lnTo>
                  <a:lnTo>
                    <a:pt x="128587" y="278606"/>
                  </a:lnTo>
                  <a:lnTo>
                    <a:pt x="126905" y="270256"/>
                  </a:lnTo>
                  <a:lnTo>
                    <a:pt x="122317" y="263445"/>
                  </a:lnTo>
                  <a:lnTo>
                    <a:pt x="115505" y="258856"/>
                  </a:lnTo>
                  <a:lnTo>
                    <a:pt x="107156" y="257174"/>
                  </a:lnTo>
                  <a:lnTo>
                    <a:pt x="21431" y="257174"/>
                  </a:lnTo>
                  <a:lnTo>
                    <a:pt x="13081" y="255493"/>
                  </a:lnTo>
                  <a:lnTo>
                    <a:pt x="6270" y="250904"/>
                  </a:lnTo>
                  <a:lnTo>
                    <a:pt x="1681" y="244093"/>
                  </a:lnTo>
                  <a:lnTo>
                    <a:pt x="0" y="235743"/>
                  </a:lnTo>
                  <a:lnTo>
                    <a:pt x="1681" y="227394"/>
                  </a:lnTo>
                  <a:lnTo>
                    <a:pt x="6270" y="220582"/>
                  </a:lnTo>
                  <a:lnTo>
                    <a:pt x="13081" y="215994"/>
                  </a:lnTo>
                  <a:lnTo>
                    <a:pt x="21431" y="214312"/>
                  </a:lnTo>
                  <a:lnTo>
                    <a:pt x="107156" y="214312"/>
                  </a:lnTo>
                  <a:lnTo>
                    <a:pt x="132176" y="219366"/>
                  </a:lnTo>
                  <a:lnTo>
                    <a:pt x="152613" y="233148"/>
                  </a:lnTo>
                  <a:lnTo>
                    <a:pt x="166395" y="253585"/>
                  </a:lnTo>
                  <a:lnTo>
                    <a:pt x="171449" y="278606"/>
                  </a:lnTo>
                  <a:lnTo>
                    <a:pt x="166395" y="303626"/>
                  </a:lnTo>
                  <a:lnTo>
                    <a:pt x="152613" y="324063"/>
                  </a:lnTo>
                  <a:lnTo>
                    <a:pt x="132176" y="337845"/>
                  </a:lnTo>
                  <a:lnTo>
                    <a:pt x="107156" y="342899"/>
                  </a:lnTo>
                  <a:close/>
                </a:path>
              </a:pathLst>
            </a:custGeom>
            <a:solidFill>
              <a:srgbClr val="93C4FD">
                <a:alpha val="550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4705349" y="219075"/>
            <a:ext cx="364490" cy="342900"/>
          </a:xfrm>
          <a:custGeom>
            <a:avLst/>
            <a:gdLst/>
            <a:ahLst/>
            <a:cxnLst/>
            <a:rect l="l" t="t" r="r" b="b"/>
            <a:pathLst>
              <a:path w="364489" h="342900">
                <a:moveTo>
                  <a:pt x="173593" y="85724"/>
                </a:moveTo>
                <a:lnTo>
                  <a:pt x="169306" y="85724"/>
                </a:lnTo>
                <a:lnTo>
                  <a:pt x="167364" y="84385"/>
                </a:lnTo>
                <a:lnTo>
                  <a:pt x="166627" y="82376"/>
                </a:lnTo>
                <a:lnTo>
                  <a:pt x="157184" y="57127"/>
                </a:lnTo>
                <a:lnTo>
                  <a:pt x="129926" y="46947"/>
                </a:lnTo>
                <a:lnTo>
                  <a:pt x="128587" y="45005"/>
                </a:lnTo>
                <a:lnTo>
                  <a:pt x="128587" y="40719"/>
                </a:lnTo>
                <a:lnTo>
                  <a:pt x="129926" y="38777"/>
                </a:lnTo>
                <a:lnTo>
                  <a:pt x="157184" y="28597"/>
                </a:lnTo>
                <a:lnTo>
                  <a:pt x="166627" y="3348"/>
                </a:lnTo>
                <a:lnTo>
                  <a:pt x="167364" y="1339"/>
                </a:lnTo>
                <a:lnTo>
                  <a:pt x="169306" y="0"/>
                </a:lnTo>
                <a:lnTo>
                  <a:pt x="173593" y="0"/>
                </a:lnTo>
                <a:lnTo>
                  <a:pt x="175535" y="1339"/>
                </a:lnTo>
                <a:lnTo>
                  <a:pt x="176272" y="3348"/>
                </a:lnTo>
                <a:lnTo>
                  <a:pt x="185715" y="28597"/>
                </a:lnTo>
                <a:lnTo>
                  <a:pt x="212973" y="38777"/>
                </a:lnTo>
                <a:lnTo>
                  <a:pt x="214312" y="40719"/>
                </a:lnTo>
                <a:lnTo>
                  <a:pt x="214312" y="45005"/>
                </a:lnTo>
                <a:lnTo>
                  <a:pt x="212973" y="46947"/>
                </a:lnTo>
                <a:lnTo>
                  <a:pt x="185715" y="57127"/>
                </a:lnTo>
                <a:lnTo>
                  <a:pt x="175535" y="84385"/>
                </a:lnTo>
                <a:lnTo>
                  <a:pt x="173593" y="85724"/>
                </a:lnTo>
                <a:close/>
              </a:path>
              <a:path w="364489" h="342900">
                <a:moveTo>
                  <a:pt x="76759" y="342849"/>
                </a:moveTo>
                <a:lnTo>
                  <a:pt x="30874" y="310284"/>
                </a:lnTo>
                <a:lnTo>
                  <a:pt x="21481" y="287521"/>
                </a:lnTo>
                <a:lnTo>
                  <a:pt x="23829" y="275428"/>
                </a:lnTo>
                <a:lnTo>
                  <a:pt x="30874" y="264809"/>
                </a:lnTo>
                <a:lnTo>
                  <a:pt x="286241" y="9443"/>
                </a:lnTo>
                <a:lnTo>
                  <a:pt x="296897" y="2398"/>
                </a:lnTo>
                <a:lnTo>
                  <a:pt x="309003" y="50"/>
                </a:lnTo>
                <a:lnTo>
                  <a:pt x="321097" y="2398"/>
                </a:lnTo>
                <a:lnTo>
                  <a:pt x="331715" y="9443"/>
                </a:lnTo>
                <a:lnTo>
                  <a:pt x="354888" y="32548"/>
                </a:lnTo>
                <a:lnTo>
                  <a:pt x="359625" y="39714"/>
                </a:lnTo>
                <a:lnTo>
                  <a:pt x="308944" y="39714"/>
                </a:lnTo>
                <a:lnTo>
                  <a:pt x="238623" y="110036"/>
                </a:lnTo>
                <a:lnTo>
                  <a:pt x="254228" y="125640"/>
                </a:lnTo>
                <a:lnTo>
                  <a:pt x="307283" y="125640"/>
                </a:lnTo>
                <a:lnTo>
                  <a:pt x="99521" y="333456"/>
                </a:lnTo>
                <a:lnTo>
                  <a:pt x="88865" y="340501"/>
                </a:lnTo>
                <a:lnTo>
                  <a:pt x="76759" y="342849"/>
                </a:lnTo>
                <a:close/>
              </a:path>
              <a:path w="364489" h="342900">
                <a:moveTo>
                  <a:pt x="67508" y="150018"/>
                </a:moveTo>
                <a:lnTo>
                  <a:pt x="61079" y="150018"/>
                </a:lnTo>
                <a:lnTo>
                  <a:pt x="58199" y="148009"/>
                </a:lnTo>
                <a:lnTo>
                  <a:pt x="42862" y="107156"/>
                </a:lnTo>
                <a:lnTo>
                  <a:pt x="2009" y="91819"/>
                </a:lnTo>
                <a:lnTo>
                  <a:pt x="0" y="88939"/>
                </a:lnTo>
                <a:lnTo>
                  <a:pt x="93" y="82376"/>
                </a:lnTo>
                <a:lnTo>
                  <a:pt x="2009" y="79630"/>
                </a:lnTo>
                <a:lnTo>
                  <a:pt x="42862" y="64293"/>
                </a:lnTo>
                <a:lnTo>
                  <a:pt x="58199" y="23440"/>
                </a:lnTo>
                <a:lnTo>
                  <a:pt x="61079" y="21431"/>
                </a:lnTo>
                <a:lnTo>
                  <a:pt x="67508" y="21431"/>
                </a:lnTo>
                <a:lnTo>
                  <a:pt x="70388" y="23440"/>
                </a:lnTo>
                <a:lnTo>
                  <a:pt x="85724" y="64293"/>
                </a:lnTo>
                <a:lnTo>
                  <a:pt x="126578" y="79630"/>
                </a:lnTo>
                <a:lnTo>
                  <a:pt x="128494" y="82376"/>
                </a:lnTo>
                <a:lnTo>
                  <a:pt x="128587" y="88939"/>
                </a:lnTo>
                <a:lnTo>
                  <a:pt x="126578" y="91819"/>
                </a:lnTo>
                <a:lnTo>
                  <a:pt x="85724" y="107156"/>
                </a:lnTo>
                <a:lnTo>
                  <a:pt x="70388" y="148009"/>
                </a:lnTo>
                <a:lnTo>
                  <a:pt x="67508" y="150018"/>
                </a:lnTo>
                <a:close/>
              </a:path>
              <a:path w="364489" h="342900">
                <a:moveTo>
                  <a:pt x="307283" y="125640"/>
                </a:moveTo>
                <a:lnTo>
                  <a:pt x="254228" y="125640"/>
                </a:lnTo>
                <a:lnTo>
                  <a:pt x="324541" y="55311"/>
                </a:lnTo>
                <a:lnTo>
                  <a:pt x="308944" y="39714"/>
                </a:lnTo>
                <a:lnTo>
                  <a:pt x="359625" y="39714"/>
                </a:lnTo>
                <a:lnTo>
                  <a:pt x="361932" y="43204"/>
                </a:lnTo>
                <a:lnTo>
                  <a:pt x="364279" y="55319"/>
                </a:lnTo>
                <a:lnTo>
                  <a:pt x="361932" y="67404"/>
                </a:lnTo>
                <a:lnTo>
                  <a:pt x="354888" y="78023"/>
                </a:lnTo>
                <a:lnTo>
                  <a:pt x="307283" y="125640"/>
                </a:lnTo>
                <a:close/>
              </a:path>
              <a:path w="364489" h="342900">
                <a:moveTo>
                  <a:pt x="303252" y="321468"/>
                </a:moveTo>
                <a:lnTo>
                  <a:pt x="296822" y="321468"/>
                </a:lnTo>
                <a:lnTo>
                  <a:pt x="293942" y="319459"/>
                </a:lnTo>
                <a:lnTo>
                  <a:pt x="278606" y="278606"/>
                </a:lnTo>
                <a:lnTo>
                  <a:pt x="237752" y="263269"/>
                </a:lnTo>
                <a:lnTo>
                  <a:pt x="235743" y="260389"/>
                </a:lnTo>
                <a:lnTo>
                  <a:pt x="235743" y="253960"/>
                </a:lnTo>
                <a:lnTo>
                  <a:pt x="237752" y="251080"/>
                </a:lnTo>
                <a:lnTo>
                  <a:pt x="278606" y="235743"/>
                </a:lnTo>
                <a:lnTo>
                  <a:pt x="293942" y="194890"/>
                </a:lnTo>
                <a:lnTo>
                  <a:pt x="296822" y="192881"/>
                </a:lnTo>
                <a:lnTo>
                  <a:pt x="303252" y="192881"/>
                </a:lnTo>
                <a:lnTo>
                  <a:pt x="306131" y="194890"/>
                </a:lnTo>
                <a:lnTo>
                  <a:pt x="321468" y="235743"/>
                </a:lnTo>
                <a:lnTo>
                  <a:pt x="362322" y="251080"/>
                </a:lnTo>
                <a:lnTo>
                  <a:pt x="364331" y="253960"/>
                </a:lnTo>
                <a:lnTo>
                  <a:pt x="364331" y="260389"/>
                </a:lnTo>
                <a:lnTo>
                  <a:pt x="362322" y="263269"/>
                </a:lnTo>
                <a:lnTo>
                  <a:pt x="321468" y="278606"/>
                </a:lnTo>
                <a:lnTo>
                  <a:pt x="306132" y="319459"/>
                </a:lnTo>
                <a:lnTo>
                  <a:pt x="303252" y="321468"/>
                </a:lnTo>
                <a:close/>
              </a:path>
            </a:pathLst>
          </a:custGeom>
          <a:solidFill>
            <a:srgbClr val="FACC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5312734" y="158750"/>
            <a:ext cx="21685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00" dirty="0">
                <a:solidFill>
                  <a:srgbClr val="7D21CD"/>
                </a:solidFill>
              </a:rPr>
              <a:t>魔法愿望清单</a:t>
            </a:r>
            <a:endParaRPr sz="2700"/>
          </a:p>
        </p:txBody>
      </p:sp>
      <p:sp>
        <p:nvSpPr>
          <p:cNvPr id="28" name="object 28"/>
          <p:cNvSpPr txBox="1"/>
          <p:nvPr/>
        </p:nvSpPr>
        <p:spPr>
          <a:xfrm>
            <a:off x="5321894" y="6418311"/>
            <a:ext cx="154813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465469"/>
                </a:solidFill>
                <a:latin typeface="微软雅黑"/>
                <a:cs typeface="微软雅黑"/>
              </a:rPr>
              <a:t>叮铃铃~</a:t>
            </a:r>
            <a:r>
              <a:rPr sz="1200" spc="-5" dirty="0">
                <a:solidFill>
                  <a:srgbClr val="465469"/>
                </a:solidFill>
                <a:latin typeface="微软雅黑"/>
                <a:cs typeface="微软雅黑"/>
              </a:rPr>
              <a:t>魔法时间！</a:t>
            </a:r>
            <a:r>
              <a:rPr sz="1400" spc="-25" dirty="0">
                <a:solidFill>
                  <a:srgbClr val="465469"/>
                </a:solidFill>
                <a:latin typeface="Segoe UI Symbol"/>
                <a:cs typeface="Segoe UI Symbol"/>
              </a:rPr>
              <a:t>✨</a:t>
            </a:r>
            <a:endParaRPr sz="1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0682" y="729135"/>
            <a:ext cx="586105" cy="606425"/>
          </a:xfrm>
          <a:custGeom>
            <a:avLst/>
            <a:gdLst/>
            <a:ahLst/>
            <a:cxnLst/>
            <a:rect l="l" t="t" r="r" b="b"/>
            <a:pathLst>
              <a:path w="586105" h="606425">
                <a:moveTo>
                  <a:pt x="225797" y="189663"/>
                </a:moveTo>
                <a:lnTo>
                  <a:pt x="216013" y="185439"/>
                </a:lnTo>
                <a:lnTo>
                  <a:pt x="208877" y="178065"/>
                </a:lnTo>
                <a:lnTo>
                  <a:pt x="205043" y="168547"/>
                </a:lnTo>
                <a:lnTo>
                  <a:pt x="205163" y="157890"/>
                </a:lnTo>
                <a:lnTo>
                  <a:pt x="206093" y="145858"/>
                </a:lnTo>
                <a:lnTo>
                  <a:pt x="203407" y="135079"/>
                </a:lnTo>
                <a:lnTo>
                  <a:pt x="197302" y="123980"/>
                </a:lnTo>
                <a:lnTo>
                  <a:pt x="175825" y="93876"/>
                </a:lnTo>
                <a:lnTo>
                  <a:pt x="165521" y="74148"/>
                </a:lnTo>
                <a:lnTo>
                  <a:pt x="159527" y="49944"/>
                </a:lnTo>
                <a:lnTo>
                  <a:pt x="161279" y="20754"/>
                </a:lnTo>
                <a:lnTo>
                  <a:pt x="165504" y="10969"/>
                </a:lnTo>
                <a:lnTo>
                  <a:pt x="172878" y="3834"/>
                </a:lnTo>
                <a:lnTo>
                  <a:pt x="182396" y="0"/>
                </a:lnTo>
                <a:lnTo>
                  <a:pt x="193052" y="120"/>
                </a:lnTo>
                <a:lnTo>
                  <a:pt x="202837" y="4344"/>
                </a:lnTo>
                <a:lnTo>
                  <a:pt x="209972" y="11718"/>
                </a:lnTo>
                <a:lnTo>
                  <a:pt x="213806" y="21236"/>
                </a:lnTo>
                <a:lnTo>
                  <a:pt x="213686" y="31893"/>
                </a:lnTo>
                <a:lnTo>
                  <a:pt x="212757" y="43925"/>
                </a:lnTo>
                <a:lnTo>
                  <a:pt x="215442" y="54704"/>
                </a:lnTo>
                <a:lnTo>
                  <a:pt x="221547" y="65803"/>
                </a:lnTo>
                <a:lnTo>
                  <a:pt x="243024" y="95907"/>
                </a:lnTo>
                <a:lnTo>
                  <a:pt x="253329" y="115635"/>
                </a:lnTo>
                <a:lnTo>
                  <a:pt x="259323" y="139839"/>
                </a:lnTo>
                <a:lnTo>
                  <a:pt x="257570" y="169029"/>
                </a:lnTo>
                <a:lnTo>
                  <a:pt x="253346" y="178814"/>
                </a:lnTo>
                <a:lnTo>
                  <a:pt x="245972" y="185949"/>
                </a:lnTo>
                <a:lnTo>
                  <a:pt x="236454" y="189784"/>
                </a:lnTo>
                <a:lnTo>
                  <a:pt x="225797" y="189663"/>
                </a:lnTo>
                <a:close/>
              </a:path>
              <a:path w="586105" h="606425">
                <a:moveTo>
                  <a:pt x="348081" y="215656"/>
                </a:moveTo>
                <a:lnTo>
                  <a:pt x="338297" y="211431"/>
                </a:lnTo>
                <a:lnTo>
                  <a:pt x="331161" y="204057"/>
                </a:lnTo>
                <a:lnTo>
                  <a:pt x="327327" y="194539"/>
                </a:lnTo>
                <a:lnTo>
                  <a:pt x="327447" y="183882"/>
                </a:lnTo>
                <a:lnTo>
                  <a:pt x="328376" y="171850"/>
                </a:lnTo>
                <a:lnTo>
                  <a:pt x="325691" y="161071"/>
                </a:lnTo>
                <a:lnTo>
                  <a:pt x="319586" y="149972"/>
                </a:lnTo>
                <a:lnTo>
                  <a:pt x="298109" y="119868"/>
                </a:lnTo>
                <a:lnTo>
                  <a:pt x="287804" y="100140"/>
                </a:lnTo>
                <a:lnTo>
                  <a:pt x="281810" y="75936"/>
                </a:lnTo>
                <a:lnTo>
                  <a:pt x="283563" y="46746"/>
                </a:lnTo>
                <a:lnTo>
                  <a:pt x="287787" y="36962"/>
                </a:lnTo>
                <a:lnTo>
                  <a:pt x="295161" y="29826"/>
                </a:lnTo>
                <a:lnTo>
                  <a:pt x="304679" y="25992"/>
                </a:lnTo>
                <a:lnTo>
                  <a:pt x="315336" y="26112"/>
                </a:lnTo>
                <a:lnTo>
                  <a:pt x="325120" y="30337"/>
                </a:lnTo>
                <a:lnTo>
                  <a:pt x="332256" y="37711"/>
                </a:lnTo>
                <a:lnTo>
                  <a:pt x="336090" y="47229"/>
                </a:lnTo>
                <a:lnTo>
                  <a:pt x="335970" y="57885"/>
                </a:lnTo>
                <a:lnTo>
                  <a:pt x="335040" y="69918"/>
                </a:lnTo>
                <a:lnTo>
                  <a:pt x="337726" y="80696"/>
                </a:lnTo>
                <a:lnTo>
                  <a:pt x="343831" y="91795"/>
                </a:lnTo>
                <a:lnTo>
                  <a:pt x="365308" y="121899"/>
                </a:lnTo>
                <a:lnTo>
                  <a:pt x="375613" y="141627"/>
                </a:lnTo>
                <a:lnTo>
                  <a:pt x="381607" y="165831"/>
                </a:lnTo>
                <a:lnTo>
                  <a:pt x="379854" y="195022"/>
                </a:lnTo>
                <a:lnTo>
                  <a:pt x="375629" y="204806"/>
                </a:lnTo>
                <a:lnTo>
                  <a:pt x="368255" y="211942"/>
                </a:lnTo>
                <a:lnTo>
                  <a:pt x="358737" y="215776"/>
                </a:lnTo>
                <a:lnTo>
                  <a:pt x="348081" y="215656"/>
                </a:lnTo>
                <a:close/>
              </a:path>
              <a:path w="586105" h="606425">
                <a:moveTo>
                  <a:pt x="292595" y="605546"/>
                </a:moveTo>
                <a:lnTo>
                  <a:pt x="82965" y="560988"/>
                </a:lnTo>
                <a:lnTo>
                  <a:pt x="43927" y="544078"/>
                </a:lnTo>
                <a:lnTo>
                  <a:pt x="15385" y="514528"/>
                </a:lnTo>
                <a:lnTo>
                  <a:pt x="0" y="476435"/>
                </a:lnTo>
                <a:lnTo>
                  <a:pt x="430" y="433894"/>
                </a:lnTo>
                <a:lnTo>
                  <a:pt x="44988" y="224265"/>
                </a:lnTo>
                <a:lnTo>
                  <a:pt x="50623" y="211235"/>
                </a:lnTo>
                <a:lnTo>
                  <a:pt x="60464" y="201721"/>
                </a:lnTo>
                <a:lnTo>
                  <a:pt x="73158" y="196601"/>
                </a:lnTo>
                <a:lnTo>
                  <a:pt x="87352" y="196753"/>
                </a:lnTo>
                <a:lnTo>
                  <a:pt x="489142" y="282156"/>
                </a:lnTo>
                <a:lnTo>
                  <a:pt x="534719" y="301880"/>
                </a:lnTo>
                <a:lnTo>
                  <a:pt x="568018" y="336337"/>
                </a:lnTo>
                <a:lnTo>
                  <a:pt x="583743" y="375297"/>
                </a:lnTo>
                <a:lnTo>
                  <a:pt x="456820" y="348319"/>
                </a:lnTo>
                <a:lnTo>
                  <a:pt x="434541" y="453134"/>
                </a:lnTo>
                <a:lnTo>
                  <a:pt x="561463" y="480112"/>
                </a:lnTo>
                <a:lnTo>
                  <a:pt x="531252" y="509308"/>
                </a:lnTo>
                <a:lnTo>
                  <a:pt x="486817" y="527242"/>
                </a:lnTo>
                <a:lnTo>
                  <a:pt x="437157" y="526723"/>
                </a:lnTo>
                <a:lnTo>
                  <a:pt x="419688" y="523010"/>
                </a:lnTo>
                <a:lnTo>
                  <a:pt x="402778" y="562048"/>
                </a:lnTo>
                <a:lnTo>
                  <a:pt x="373229" y="590590"/>
                </a:lnTo>
                <a:lnTo>
                  <a:pt x="335136" y="605976"/>
                </a:lnTo>
                <a:lnTo>
                  <a:pt x="292595" y="605546"/>
                </a:lnTo>
                <a:close/>
              </a:path>
              <a:path w="586105" h="606425">
                <a:moveTo>
                  <a:pt x="561463" y="480112"/>
                </a:moveTo>
                <a:lnTo>
                  <a:pt x="452010" y="456847"/>
                </a:lnTo>
                <a:lnTo>
                  <a:pt x="473281" y="457062"/>
                </a:lnTo>
                <a:lnTo>
                  <a:pt x="492327" y="449369"/>
                </a:lnTo>
                <a:lnTo>
                  <a:pt x="507102" y="435098"/>
                </a:lnTo>
                <a:lnTo>
                  <a:pt x="515557" y="415579"/>
                </a:lnTo>
                <a:lnTo>
                  <a:pt x="515772" y="394308"/>
                </a:lnTo>
                <a:lnTo>
                  <a:pt x="508079" y="375262"/>
                </a:lnTo>
                <a:lnTo>
                  <a:pt x="493808" y="360487"/>
                </a:lnTo>
                <a:lnTo>
                  <a:pt x="474289" y="352032"/>
                </a:lnTo>
                <a:lnTo>
                  <a:pt x="583743" y="375297"/>
                </a:lnTo>
                <a:lnTo>
                  <a:pt x="585952" y="380772"/>
                </a:lnTo>
                <a:lnTo>
                  <a:pt x="585433" y="430432"/>
                </a:lnTo>
                <a:lnTo>
                  <a:pt x="565709" y="476009"/>
                </a:lnTo>
                <a:lnTo>
                  <a:pt x="561463" y="480112"/>
                </a:lnTo>
                <a:close/>
              </a:path>
            </a:pathLst>
          </a:custGeom>
          <a:solidFill>
            <a:srgbClr val="D97705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510234" y="5514066"/>
            <a:ext cx="455295" cy="400050"/>
          </a:xfrm>
          <a:custGeom>
            <a:avLst/>
            <a:gdLst/>
            <a:ahLst/>
            <a:cxnLst/>
            <a:rect l="l" t="t" r="r" b="b"/>
            <a:pathLst>
              <a:path w="455295" h="400050">
                <a:moveTo>
                  <a:pt x="254873" y="399863"/>
                </a:moveTo>
                <a:lnTo>
                  <a:pt x="53034" y="259816"/>
                </a:lnTo>
                <a:lnTo>
                  <a:pt x="17125" y="218876"/>
                </a:lnTo>
                <a:lnTo>
                  <a:pt x="541" y="167015"/>
                </a:lnTo>
                <a:lnTo>
                  <a:pt x="0" y="161864"/>
                </a:lnTo>
                <a:lnTo>
                  <a:pt x="3305" y="116709"/>
                </a:lnTo>
                <a:lnTo>
                  <a:pt x="21447" y="76645"/>
                </a:lnTo>
                <a:lnTo>
                  <a:pt x="52085" y="45099"/>
                </a:lnTo>
                <a:lnTo>
                  <a:pt x="92875" y="25500"/>
                </a:lnTo>
                <a:lnTo>
                  <a:pt x="123032" y="20933"/>
                </a:lnTo>
                <a:lnTo>
                  <a:pt x="152986" y="23559"/>
                </a:lnTo>
                <a:lnTo>
                  <a:pt x="181479" y="33107"/>
                </a:lnTo>
                <a:lnTo>
                  <a:pt x="207254" y="49304"/>
                </a:lnTo>
                <a:lnTo>
                  <a:pt x="219031" y="58841"/>
                </a:lnTo>
                <a:lnTo>
                  <a:pt x="228567" y="47064"/>
                </a:lnTo>
                <a:lnTo>
                  <a:pt x="250411" y="25862"/>
                </a:lnTo>
                <a:lnTo>
                  <a:pt x="276296" y="10599"/>
                </a:lnTo>
                <a:lnTo>
                  <a:pt x="305049" y="1802"/>
                </a:lnTo>
                <a:lnTo>
                  <a:pt x="335497" y="0"/>
                </a:lnTo>
                <a:lnTo>
                  <a:pt x="379471" y="10689"/>
                </a:lnTo>
                <a:lnTo>
                  <a:pt x="415998" y="35176"/>
                </a:lnTo>
                <a:lnTo>
                  <a:pt x="442073" y="70593"/>
                </a:lnTo>
                <a:lnTo>
                  <a:pt x="454695" y="114073"/>
                </a:lnTo>
                <a:lnTo>
                  <a:pt x="455287" y="146728"/>
                </a:lnTo>
                <a:lnTo>
                  <a:pt x="449797" y="173400"/>
                </a:lnTo>
                <a:lnTo>
                  <a:pt x="423185" y="220912"/>
                </a:lnTo>
                <a:lnTo>
                  <a:pt x="278456" y="387597"/>
                </a:lnTo>
                <a:lnTo>
                  <a:pt x="261572" y="398513"/>
                </a:lnTo>
                <a:lnTo>
                  <a:pt x="254873" y="399863"/>
                </a:lnTo>
                <a:close/>
              </a:path>
            </a:pathLst>
          </a:custGeom>
          <a:solidFill>
            <a:srgbClr val="FBA5A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06512" y="1979929"/>
            <a:ext cx="3797300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0765" marR="5080" indent="-1028700">
              <a:lnSpc>
                <a:spcPct val="136600"/>
              </a:lnSpc>
              <a:spcBef>
                <a:spcPts val="100"/>
              </a:spcBef>
            </a:pPr>
            <a:r>
              <a:rPr sz="2700" b="1" spc="-5" dirty="0">
                <a:solidFill>
                  <a:srgbClr val="334054"/>
                </a:solidFill>
                <a:latin typeface="微软雅黑"/>
                <a:cs typeface="微软雅黑"/>
              </a:rPr>
              <a:t>我会魔法，让妈妈的咖啡</a:t>
            </a:r>
            <a:r>
              <a:rPr sz="2700" b="1" spc="-10" dirty="0">
                <a:solidFill>
                  <a:srgbClr val="334054"/>
                </a:solidFill>
                <a:latin typeface="微软雅黑"/>
                <a:cs typeface="微软雅黑"/>
              </a:rPr>
              <a:t>永远不凉！</a:t>
            </a:r>
            <a:endParaRPr sz="27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19349" y="4763735"/>
            <a:ext cx="285750" cy="207645"/>
          </a:xfrm>
          <a:custGeom>
            <a:avLst/>
            <a:gdLst/>
            <a:ahLst/>
            <a:cxnLst/>
            <a:rect l="l" t="t" r="r" b="b"/>
            <a:pathLst>
              <a:path w="285750" h="207645">
                <a:moveTo>
                  <a:pt x="233645" y="207079"/>
                </a:moveTo>
                <a:lnTo>
                  <a:pt x="226903" y="206365"/>
                </a:lnTo>
                <a:lnTo>
                  <a:pt x="219402" y="197167"/>
                </a:lnTo>
                <a:lnTo>
                  <a:pt x="220116" y="190425"/>
                </a:lnTo>
                <a:lnTo>
                  <a:pt x="224715" y="186675"/>
                </a:lnTo>
                <a:lnTo>
                  <a:pt x="241112" y="170118"/>
                </a:lnTo>
                <a:lnTo>
                  <a:pt x="253591" y="150331"/>
                </a:lnTo>
                <a:lnTo>
                  <a:pt x="261533" y="127931"/>
                </a:lnTo>
                <a:lnTo>
                  <a:pt x="264318" y="103539"/>
                </a:lnTo>
                <a:lnTo>
                  <a:pt x="261533" y="79147"/>
                </a:lnTo>
                <a:lnTo>
                  <a:pt x="253591" y="56742"/>
                </a:lnTo>
                <a:lnTo>
                  <a:pt x="241112" y="36941"/>
                </a:lnTo>
                <a:lnTo>
                  <a:pt x="224715" y="20359"/>
                </a:lnTo>
                <a:lnTo>
                  <a:pt x="220116" y="16609"/>
                </a:lnTo>
                <a:lnTo>
                  <a:pt x="219447" y="9867"/>
                </a:lnTo>
                <a:lnTo>
                  <a:pt x="226858" y="669"/>
                </a:lnTo>
                <a:lnTo>
                  <a:pt x="233645" y="0"/>
                </a:lnTo>
                <a:lnTo>
                  <a:pt x="238244" y="3705"/>
                </a:lnTo>
                <a:lnTo>
                  <a:pt x="257891" y="23605"/>
                </a:lnTo>
                <a:lnTo>
                  <a:pt x="272863" y="47366"/>
                </a:lnTo>
                <a:lnTo>
                  <a:pt x="282402" y="74266"/>
                </a:lnTo>
                <a:lnTo>
                  <a:pt x="285750" y="103539"/>
                </a:lnTo>
                <a:lnTo>
                  <a:pt x="282402" y="132806"/>
                </a:lnTo>
                <a:lnTo>
                  <a:pt x="272863" y="159696"/>
                </a:lnTo>
                <a:lnTo>
                  <a:pt x="257891" y="183454"/>
                </a:lnTo>
                <a:lnTo>
                  <a:pt x="238244" y="203328"/>
                </a:lnTo>
                <a:lnTo>
                  <a:pt x="233645" y="207079"/>
                </a:lnTo>
                <a:close/>
              </a:path>
              <a:path w="285750" h="207645">
                <a:moveTo>
                  <a:pt x="206632" y="173816"/>
                </a:moveTo>
                <a:lnTo>
                  <a:pt x="199891" y="173101"/>
                </a:lnTo>
                <a:lnTo>
                  <a:pt x="192390" y="163904"/>
                </a:lnTo>
                <a:lnTo>
                  <a:pt x="193104" y="157162"/>
                </a:lnTo>
                <a:lnTo>
                  <a:pt x="197703" y="153412"/>
                </a:lnTo>
                <a:lnTo>
                  <a:pt x="207536" y="143478"/>
                </a:lnTo>
                <a:lnTo>
                  <a:pt x="215021" y="131606"/>
                </a:lnTo>
                <a:lnTo>
                  <a:pt x="219785" y="118169"/>
                </a:lnTo>
                <a:lnTo>
                  <a:pt x="221456" y="103539"/>
                </a:lnTo>
                <a:lnTo>
                  <a:pt x="219785" y="88908"/>
                </a:lnTo>
                <a:lnTo>
                  <a:pt x="215021" y="75467"/>
                </a:lnTo>
                <a:lnTo>
                  <a:pt x="207536" y="63582"/>
                </a:lnTo>
                <a:lnTo>
                  <a:pt x="197703" y="53622"/>
                </a:lnTo>
                <a:lnTo>
                  <a:pt x="193104" y="49872"/>
                </a:lnTo>
                <a:lnTo>
                  <a:pt x="192434" y="43130"/>
                </a:lnTo>
                <a:lnTo>
                  <a:pt x="199846" y="33932"/>
                </a:lnTo>
                <a:lnTo>
                  <a:pt x="206632" y="33263"/>
                </a:lnTo>
                <a:lnTo>
                  <a:pt x="211197" y="36941"/>
                </a:lnTo>
                <a:lnTo>
                  <a:pt x="224315" y="50265"/>
                </a:lnTo>
                <a:lnTo>
                  <a:pt x="234292" y="66107"/>
                </a:lnTo>
                <a:lnTo>
                  <a:pt x="240653" y="84034"/>
                </a:lnTo>
                <a:lnTo>
                  <a:pt x="242887" y="103539"/>
                </a:lnTo>
                <a:lnTo>
                  <a:pt x="240653" y="123044"/>
                </a:lnTo>
                <a:lnTo>
                  <a:pt x="234292" y="140971"/>
                </a:lnTo>
                <a:lnTo>
                  <a:pt x="224315" y="156814"/>
                </a:lnTo>
                <a:lnTo>
                  <a:pt x="211166" y="170118"/>
                </a:lnTo>
                <a:lnTo>
                  <a:pt x="206632" y="173816"/>
                </a:lnTo>
                <a:close/>
              </a:path>
              <a:path w="285750" h="207645">
                <a:moveTo>
                  <a:pt x="179620" y="140553"/>
                </a:moveTo>
                <a:lnTo>
                  <a:pt x="172878" y="139838"/>
                </a:lnTo>
                <a:lnTo>
                  <a:pt x="165377" y="130641"/>
                </a:lnTo>
                <a:lnTo>
                  <a:pt x="166092" y="123899"/>
                </a:lnTo>
                <a:lnTo>
                  <a:pt x="175513" y="116219"/>
                </a:lnTo>
                <a:lnTo>
                  <a:pt x="178593" y="110236"/>
                </a:lnTo>
                <a:lnTo>
                  <a:pt x="178593" y="96842"/>
                </a:lnTo>
                <a:lnTo>
                  <a:pt x="175513" y="90859"/>
                </a:lnTo>
                <a:lnTo>
                  <a:pt x="166092" y="83135"/>
                </a:lnTo>
                <a:lnTo>
                  <a:pt x="165422" y="76393"/>
                </a:lnTo>
                <a:lnTo>
                  <a:pt x="172834" y="67195"/>
                </a:lnTo>
                <a:lnTo>
                  <a:pt x="179620" y="66526"/>
                </a:lnTo>
                <a:lnTo>
                  <a:pt x="184219" y="70231"/>
                </a:lnTo>
                <a:lnTo>
                  <a:pt x="190738" y="76899"/>
                </a:lnTo>
                <a:lnTo>
                  <a:pt x="195722" y="84815"/>
                </a:lnTo>
                <a:lnTo>
                  <a:pt x="198905" y="93777"/>
                </a:lnTo>
                <a:lnTo>
                  <a:pt x="200025" y="103539"/>
                </a:lnTo>
                <a:lnTo>
                  <a:pt x="198905" y="113301"/>
                </a:lnTo>
                <a:lnTo>
                  <a:pt x="195722" y="122264"/>
                </a:lnTo>
                <a:lnTo>
                  <a:pt x="190738" y="130180"/>
                </a:lnTo>
                <a:lnTo>
                  <a:pt x="184219" y="136802"/>
                </a:lnTo>
                <a:lnTo>
                  <a:pt x="179620" y="140553"/>
                </a:lnTo>
                <a:close/>
              </a:path>
              <a:path w="285750" h="207645">
                <a:moveTo>
                  <a:pt x="129301" y="204623"/>
                </a:moveTo>
                <a:lnTo>
                  <a:pt x="123274" y="203686"/>
                </a:lnTo>
                <a:lnTo>
                  <a:pt x="119077" y="199935"/>
                </a:lnTo>
                <a:lnTo>
                  <a:pt x="58846" y="146402"/>
                </a:lnTo>
                <a:lnTo>
                  <a:pt x="28575" y="146402"/>
                </a:lnTo>
                <a:lnTo>
                  <a:pt x="17461" y="144153"/>
                </a:lnTo>
                <a:lnTo>
                  <a:pt x="8377" y="138025"/>
                </a:lnTo>
                <a:lnTo>
                  <a:pt x="2248" y="128941"/>
                </a:lnTo>
                <a:lnTo>
                  <a:pt x="0" y="117827"/>
                </a:lnTo>
                <a:lnTo>
                  <a:pt x="0" y="89252"/>
                </a:lnTo>
                <a:lnTo>
                  <a:pt x="2248" y="78138"/>
                </a:lnTo>
                <a:lnTo>
                  <a:pt x="8377" y="69054"/>
                </a:lnTo>
                <a:lnTo>
                  <a:pt x="17461" y="62925"/>
                </a:lnTo>
                <a:lnTo>
                  <a:pt x="28575" y="60677"/>
                </a:lnTo>
                <a:lnTo>
                  <a:pt x="58846" y="60677"/>
                </a:lnTo>
                <a:lnTo>
                  <a:pt x="119127" y="7099"/>
                </a:lnTo>
                <a:lnTo>
                  <a:pt x="123274" y="3393"/>
                </a:lnTo>
                <a:lnTo>
                  <a:pt x="129301" y="2500"/>
                </a:lnTo>
                <a:lnTo>
                  <a:pt x="139571" y="7099"/>
                </a:lnTo>
                <a:lnTo>
                  <a:pt x="142875" y="12189"/>
                </a:lnTo>
                <a:lnTo>
                  <a:pt x="142875" y="194890"/>
                </a:lnTo>
                <a:lnTo>
                  <a:pt x="139571" y="199980"/>
                </a:lnTo>
                <a:lnTo>
                  <a:pt x="129301" y="204623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35646" y="4711700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5469"/>
                </a:solidFill>
                <a:latin typeface="微软雅黑"/>
                <a:cs typeface="微软雅黑"/>
              </a:rPr>
              <a:t>咕噜咕噜声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15149" y="2333625"/>
            <a:ext cx="4143375" cy="2438400"/>
          </a:xfrm>
          <a:custGeom>
            <a:avLst/>
            <a:gdLst/>
            <a:ahLst/>
            <a:cxnLst/>
            <a:rect l="l" t="t" r="r" b="b"/>
            <a:pathLst>
              <a:path w="4143375" h="2438400">
                <a:moveTo>
                  <a:pt x="3922261" y="2438399"/>
                </a:moveTo>
                <a:lnTo>
                  <a:pt x="221113" y="2438399"/>
                </a:lnTo>
                <a:lnTo>
                  <a:pt x="213644" y="2438032"/>
                </a:lnTo>
                <a:lnTo>
                  <a:pt x="169405" y="2430729"/>
                </a:lnTo>
                <a:lnTo>
                  <a:pt x="127440" y="2414935"/>
                </a:lnTo>
                <a:lnTo>
                  <a:pt x="89364" y="2391258"/>
                </a:lnTo>
                <a:lnTo>
                  <a:pt x="56639" y="2360609"/>
                </a:lnTo>
                <a:lnTo>
                  <a:pt x="30521" y="2324163"/>
                </a:lnTo>
                <a:lnTo>
                  <a:pt x="12016" y="2283323"/>
                </a:lnTo>
                <a:lnTo>
                  <a:pt x="1834" y="2239657"/>
                </a:lnTo>
                <a:lnTo>
                  <a:pt x="0" y="2209799"/>
                </a:lnTo>
                <a:lnTo>
                  <a:pt x="0" y="221112"/>
                </a:lnTo>
                <a:lnTo>
                  <a:pt x="5852" y="176658"/>
                </a:lnTo>
                <a:lnTo>
                  <a:pt x="20265" y="134201"/>
                </a:lnTo>
                <a:lnTo>
                  <a:pt x="42684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4" y="14535"/>
                </a:lnTo>
                <a:lnTo>
                  <a:pt x="191345" y="2931"/>
                </a:lnTo>
                <a:lnTo>
                  <a:pt x="221113" y="0"/>
                </a:lnTo>
                <a:lnTo>
                  <a:pt x="3922261" y="0"/>
                </a:lnTo>
                <a:lnTo>
                  <a:pt x="3966714" y="5852"/>
                </a:lnTo>
                <a:lnTo>
                  <a:pt x="4009171" y="20266"/>
                </a:lnTo>
                <a:lnTo>
                  <a:pt x="4048001" y="42685"/>
                </a:lnTo>
                <a:lnTo>
                  <a:pt x="4081712" y="72249"/>
                </a:lnTo>
                <a:lnTo>
                  <a:pt x="4109007" y="107821"/>
                </a:lnTo>
                <a:lnTo>
                  <a:pt x="4128837" y="148035"/>
                </a:lnTo>
                <a:lnTo>
                  <a:pt x="4140442" y="191345"/>
                </a:lnTo>
                <a:lnTo>
                  <a:pt x="4143373" y="221112"/>
                </a:lnTo>
                <a:lnTo>
                  <a:pt x="4143373" y="2217286"/>
                </a:lnTo>
                <a:lnTo>
                  <a:pt x="4137520" y="2261740"/>
                </a:lnTo>
                <a:lnTo>
                  <a:pt x="4123106" y="2304197"/>
                </a:lnTo>
                <a:lnTo>
                  <a:pt x="4100688" y="2343027"/>
                </a:lnTo>
                <a:lnTo>
                  <a:pt x="4071124" y="2376738"/>
                </a:lnTo>
                <a:lnTo>
                  <a:pt x="4035552" y="2404032"/>
                </a:lnTo>
                <a:lnTo>
                  <a:pt x="3995337" y="2423863"/>
                </a:lnTo>
                <a:lnTo>
                  <a:pt x="3952029" y="2435467"/>
                </a:lnTo>
                <a:lnTo>
                  <a:pt x="3922261" y="2438399"/>
                </a:lnTo>
                <a:close/>
              </a:path>
            </a:pathLst>
          </a:custGeom>
          <a:solidFill>
            <a:srgbClr val="FFFFFF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288188" y="2625725"/>
            <a:ext cx="1397000" cy="129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00"/>
              </a:spcBef>
            </a:pPr>
            <a:r>
              <a:rPr sz="2250" b="1" spc="-15" dirty="0">
                <a:solidFill>
                  <a:srgbClr val="334054"/>
                </a:solidFill>
                <a:latin typeface="微软雅黑"/>
                <a:cs typeface="微软雅黑"/>
              </a:rPr>
              <a:t>互动提问</a:t>
            </a:r>
            <a:endParaRPr sz="2250">
              <a:latin typeface="微软雅黑"/>
              <a:cs typeface="微软雅黑"/>
            </a:endParaRPr>
          </a:p>
          <a:p>
            <a:pPr marL="126364" marR="5080" indent="-114300">
              <a:lnSpc>
                <a:spcPct val="135400"/>
              </a:lnSpc>
              <a:spcBef>
                <a:spcPts val="1410"/>
              </a:spcBef>
            </a:pPr>
            <a:r>
              <a:rPr sz="1800" spc="-10" dirty="0">
                <a:solidFill>
                  <a:srgbClr val="465469"/>
                </a:solidFill>
                <a:latin typeface="微软雅黑"/>
                <a:cs typeface="微软雅黑"/>
              </a:rPr>
              <a:t>你最想用魔法变什么呀？</a:t>
            </a:r>
            <a:endParaRPr sz="1800">
              <a:latin typeface="微软雅黑"/>
              <a:cs typeface="微软雅黑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52724" y="3443218"/>
            <a:ext cx="990600" cy="967105"/>
            <a:chOff x="2752724" y="3443218"/>
            <a:chExt cx="990600" cy="967105"/>
          </a:xfrm>
        </p:grpSpPr>
        <p:sp>
          <p:nvSpPr>
            <p:cNvPr id="10" name="object 10"/>
            <p:cNvSpPr/>
            <p:nvPr/>
          </p:nvSpPr>
          <p:spPr>
            <a:xfrm>
              <a:off x="2752724" y="349567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271462" y="285750"/>
                  </a:moveTo>
                  <a:lnTo>
                    <a:pt x="231957" y="259605"/>
                  </a:lnTo>
                  <a:lnTo>
                    <a:pt x="226052" y="223747"/>
                  </a:lnTo>
                  <a:lnTo>
                    <a:pt x="218263" y="207771"/>
                  </a:lnTo>
                  <a:lnTo>
                    <a:pt x="205017" y="192431"/>
                  </a:lnTo>
                  <a:lnTo>
                    <a:pt x="184130" y="173414"/>
                  </a:lnTo>
                  <a:lnTo>
                    <a:pt x="161390" y="152463"/>
                  </a:lnTo>
                  <a:lnTo>
                    <a:pt x="138700" y="125015"/>
                  </a:lnTo>
                  <a:lnTo>
                    <a:pt x="121267" y="89129"/>
                  </a:lnTo>
                  <a:lnTo>
                    <a:pt x="114300" y="42862"/>
                  </a:lnTo>
                  <a:lnTo>
                    <a:pt x="117657" y="26144"/>
                  </a:lnTo>
                  <a:lnTo>
                    <a:pt x="126823" y="12523"/>
                  </a:lnTo>
                  <a:lnTo>
                    <a:pt x="140444" y="3357"/>
                  </a:lnTo>
                  <a:lnTo>
                    <a:pt x="157162" y="0"/>
                  </a:lnTo>
                  <a:lnTo>
                    <a:pt x="173880" y="3357"/>
                  </a:lnTo>
                  <a:lnTo>
                    <a:pt x="187501" y="12523"/>
                  </a:lnTo>
                  <a:lnTo>
                    <a:pt x="196667" y="26144"/>
                  </a:lnTo>
                  <a:lnTo>
                    <a:pt x="200025" y="42862"/>
                  </a:lnTo>
                  <a:lnTo>
                    <a:pt x="202572" y="62002"/>
                  </a:lnTo>
                  <a:lnTo>
                    <a:pt x="210361" y="77978"/>
                  </a:lnTo>
                  <a:lnTo>
                    <a:pt x="223607" y="93318"/>
                  </a:lnTo>
                  <a:lnTo>
                    <a:pt x="244494" y="112335"/>
                  </a:lnTo>
                  <a:lnTo>
                    <a:pt x="267234" y="133286"/>
                  </a:lnTo>
                  <a:lnTo>
                    <a:pt x="289924" y="160734"/>
                  </a:lnTo>
                  <a:lnTo>
                    <a:pt x="307357" y="196620"/>
                  </a:lnTo>
                  <a:lnTo>
                    <a:pt x="314325" y="242887"/>
                  </a:lnTo>
                  <a:lnTo>
                    <a:pt x="310967" y="259605"/>
                  </a:lnTo>
                  <a:lnTo>
                    <a:pt x="301801" y="273226"/>
                  </a:lnTo>
                  <a:lnTo>
                    <a:pt x="288180" y="282392"/>
                  </a:lnTo>
                  <a:lnTo>
                    <a:pt x="271462" y="285750"/>
                  </a:lnTo>
                  <a:close/>
                </a:path>
                <a:path w="914400" h="914400">
                  <a:moveTo>
                    <a:pt x="471487" y="285750"/>
                  </a:moveTo>
                  <a:lnTo>
                    <a:pt x="431982" y="259605"/>
                  </a:lnTo>
                  <a:lnTo>
                    <a:pt x="426077" y="223747"/>
                  </a:lnTo>
                  <a:lnTo>
                    <a:pt x="418288" y="207771"/>
                  </a:lnTo>
                  <a:lnTo>
                    <a:pt x="405042" y="192431"/>
                  </a:lnTo>
                  <a:lnTo>
                    <a:pt x="384155" y="173414"/>
                  </a:lnTo>
                  <a:lnTo>
                    <a:pt x="361415" y="152463"/>
                  </a:lnTo>
                  <a:lnTo>
                    <a:pt x="338725" y="125015"/>
                  </a:lnTo>
                  <a:lnTo>
                    <a:pt x="321292" y="89129"/>
                  </a:lnTo>
                  <a:lnTo>
                    <a:pt x="314325" y="42862"/>
                  </a:lnTo>
                  <a:lnTo>
                    <a:pt x="317682" y="26144"/>
                  </a:lnTo>
                  <a:lnTo>
                    <a:pt x="326848" y="12523"/>
                  </a:lnTo>
                  <a:lnTo>
                    <a:pt x="340469" y="3357"/>
                  </a:lnTo>
                  <a:lnTo>
                    <a:pt x="357187" y="0"/>
                  </a:lnTo>
                  <a:lnTo>
                    <a:pt x="373905" y="3357"/>
                  </a:lnTo>
                  <a:lnTo>
                    <a:pt x="387526" y="12523"/>
                  </a:lnTo>
                  <a:lnTo>
                    <a:pt x="396692" y="26144"/>
                  </a:lnTo>
                  <a:lnTo>
                    <a:pt x="400050" y="42862"/>
                  </a:lnTo>
                  <a:lnTo>
                    <a:pt x="402597" y="62002"/>
                  </a:lnTo>
                  <a:lnTo>
                    <a:pt x="410386" y="77978"/>
                  </a:lnTo>
                  <a:lnTo>
                    <a:pt x="423632" y="93318"/>
                  </a:lnTo>
                  <a:lnTo>
                    <a:pt x="444519" y="112335"/>
                  </a:lnTo>
                  <a:lnTo>
                    <a:pt x="467259" y="133286"/>
                  </a:lnTo>
                  <a:lnTo>
                    <a:pt x="489949" y="160734"/>
                  </a:lnTo>
                  <a:lnTo>
                    <a:pt x="507382" y="196620"/>
                  </a:lnTo>
                  <a:lnTo>
                    <a:pt x="514350" y="242887"/>
                  </a:lnTo>
                  <a:lnTo>
                    <a:pt x="510992" y="259605"/>
                  </a:lnTo>
                  <a:lnTo>
                    <a:pt x="501826" y="273226"/>
                  </a:lnTo>
                  <a:lnTo>
                    <a:pt x="488205" y="282392"/>
                  </a:lnTo>
                  <a:lnTo>
                    <a:pt x="471487" y="285750"/>
                  </a:lnTo>
                  <a:close/>
                </a:path>
                <a:path w="914400" h="914400">
                  <a:moveTo>
                    <a:pt x="514350" y="914400"/>
                  </a:moveTo>
                  <a:lnTo>
                    <a:pt x="171450" y="914400"/>
                  </a:lnTo>
                  <a:lnTo>
                    <a:pt x="125883" y="908273"/>
                  </a:lnTo>
                  <a:lnTo>
                    <a:pt x="84931" y="890984"/>
                  </a:lnTo>
                  <a:lnTo>
                    <a:pt x="50229" y="864170"/>
                  </a:lnTo>
                  <a:lnTo>
                    <a:pt x="23415" y="829468"/>
                  </a:lnTo>
                  <a:lnTo>
                    <a:pt x="6126" y="788516"/>
                  </a:lnTo>
                  <a:lnTo>
                    <a:pt x="0" y="742950"/>
                  </a:lnTo>
                  <a:lnTo>
                    <a:pt x="0" y="400050"/>
                  </a:lnTo>
                  <a:lnTo>
                    <a:pt x="4484" y="377784"/>
                  </a:lnTo>
                  <a:lnTo>
                    <a:pt x="16720" y="359620"/>
                  </a:lnTo>
                  <a:lnTo>
                    <a:pt x="34884" y="347384"/>
                  </a:lnTo>
                  <a:lnTo>
                    <a:pt x="57150" y="342900"/>
                  </a:lnTo>
                  <a:lnTo>
                    <a:pt x="714375" y="342900"/>
                  </a:lnTo>
                  <a:lnTo>
                    <a:pt x="760263" y="348178"/>
                  </a:lnTo>
                  <a:lnTo>
                    <a:pt x="802375" y="363216"/>
                  </a:lnTo>
                  <a:lnTo>
                    <a:pt x="839513" y="386818"/>
                  </a:lnTo>
                  <a:lnTo>
                    <a:pt x="870481" y="417786"/>
                  </a:lnTo>
                  <a:lnTo>
                    <a:pt x="894083" y="454924"/>
                  </a:lnTo>
                  <a:lnTo>
                    <a:pt x="894895" y="457200"/>
                  </a:lnTo>
                  <a:lnTo>
                    <a:pt x="685800" y="457200"/>
                  </a:lnTo>
                  <a:lnTo>
                    <a:pt x="685800" y="628650"/>
                  </a:lnTo>
                  <a:lnTo>
                    <a:pt x="894895" y="628650"/>
                  </a:lnTo>
                  <a:lnTo>
                    <a:pt x="894083" y="630925"/>
                  </a:lnTo>
                  <a:lnTo>
                    <a:pt x="870481" y="668063"/>
                  </a:lnTo>
                  <a:lnTo>
                    <a:pt x="839513" y="699031"/>
                  </a:lnTo>
                  <a:lnTo>
                    <a:pt x="802375" y="722633"/>
                  </a:lnTo>
                  <a:lnTo>
                    <a:pt x="760263" y="737671"/>
                  </a:lnTo>
                  <a:lnTo>
                    <a:pt x="714375" y="742950"/>
                  </a:lnTo>
                  <a:lnTo>
                    <a:pt x="685800" y="742950"/>
                  </a:lnTo>
                  <a:lnTo>
                    <a:pt x="679673" y="788516"/>
                  </a:lnTo>
                  <a:lnTo>
                    <a:pt x="662384" y="829468"/>
                  </a:lnTo>
                  <a:lnTo>
                    <a:pt x="635570" y="864170"/>
                  </a:lnTo>
                  <a:lnTo>
                    <a:pt x="600868" y="890984"/>
                  </a:lnTo>
                  <a:lnTo>
                    <a:pt x="559916" y="908273"/>
                  </a:lnTo>
                  <a:lnTo>
                    <a:pt x="514350" y="914400"/>
                  </a:lnTo>
                  <a:close/>
                </a:path>
                <a:path w="914400" h="914400">
                  <a:moveTo>
                    <a:pt x="894895" y="628650"/>
                  </a:moveTo>
                  <a:lnTo>
                    <a:pt x="714375" y="628650"/>
                  </a:lnTo>
                  <a:lnTo>
                    <a:pt x="747735" y="621910"/>
                  </a:lnTo>
                  <a:lnTo>
                    <a:pt x="774985" y="603535"/>
                  </a:lnTo>
                  <a:lnTo>
                    <a:pt x="793360" y="576285"/>
                  </a:lnTo>
                  <a:lnTo>
                    <a:pt x="800100" y="542925"/>
                  </a:lnTo>
                  <a:lnTo>
                    <a:pt x="793360" y="509564"/>
                  </a:lnTo>
                  <a:lnTo>
                    <a:pt x="774985" y="482314"/>
                  </a:lnTo>
                  <a:lnTo>
                    <a:pt x="747735" y="463939"/>
                  </a:lnTo>
                  <a:lnTo>
                    <a:pt x="714375" y="457200"/>
                  </a:lnTo>
                  <a:lnTo>
                    <a:pt x="894895" y="457200"/>
                  </a:lnTo>
                  <a:lnTo>
                    <a:pt x="909121" y="497036"/>
                  </a:lnTo>
                  <a:lnTo>
                    <a:pt x="914400" y="542925"/>
                  </a:lnTo>
                  <a:lnTo>
                    <a:pt x="909121" y="588813"/>
                  </a:lnTo>
                  <a:lnTo>
                    <a:pt x="894895" y="628650"/>
                  </a:lnTo>
                  <a:close/>
                </a:path>
              </a:pathLst>
            </a:custGeom>
            <a:solidFill>
              <a:srgbClr val="B453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57574" y="3443218"/>
              <a:ext cx="285750" cy="244475"/>
            </a:xfrm>
            <a:custGeom>
              <a:avLst/>
              <a:gdLst/>
              <a:ahLst/>
              <a:cxnLst/>
              <a:rect l="l" t="t" r="r" b="b"/>
              <a:pathLst>
                <a:path w="285750" h="244475">
                  <a:moveTo>
                    <a:pt x="148623" y="244146"/>
                  </a:moveTo>
                  <a:lnTo>
                    <a:pt x="137126" y="244146"/>
                  </a:lnTo>
                  <a:lnTo>
                    <a:pt x="131601" y="241970"/>
                  </a:lnTo>
                  <a:lnTo>
                    <a:pt x="26565" y="143910"/>
                  </a:lnTo>
                  <a:lnTo>
                    <a:pt x="1765" y="99897"/>
                  </a:lnTo>
                  <a:lnTo>
                    <a:pt x="0" y="82798"/>
                  </a:lnTo>
                  <a:lnTo>
                    <a:pt x="0" y="79561"/>
                  </a:lnTo>
                  <a:lnTo>
                    <a:pt x="18898" y="27992"/>
                  </a:lnTo>
                  <a:lnTo>
                    <a:pt x="66637" y="868"/>
                  </a:lnTo>
                  <a:lnTo>
                    <a:pt x="85681" y="0"/>
                  </a:lnTo>
                  <a:lnTo>
                    <a:pt x="104128" y="3589"/>
                  </a:lnTo>
                  <a:lnTo>
                    <a:pt x="121215" y="11385"/>
                  </a:lnTo>
                  <a:lnTo>
                    <a:pt x="136177" y="23136"/>
                  </a:lnTo>
                  <a:lnTo>
                    <a:pt x="142875" y="29834"/>
                  </a:lnTo>
                  <a:lnTo>
                    <a:pt x="149572" y="23136"/>
                  </a:lnTo>
                  <a:lnTo>
                    <a:pt x="164534" y="11385"/>
                  </a:lnTo>
                  <a:lnTo>
                    <a:pt x="181621" y="3589"/>
                  </a:lnTo>
                  <a:lnTo>
                    <a:pt x="200068" y="0"/>
                  </a:lnTo>
                  <a:lnTo>
                    <a:pt x="219112" y="868"/>
                  </a:lnTo>
                  <a:lnTo>
                    <a:pt x="245746" y="10385"/>
                  </a:lnTo>
                  <a:lnTo>
                    <a:pt x="266851" y="27992"/>
                  </a:lnTo>
                  <a:lnTo>
                    <a:pt x="280745" y="51710"/>
                  </a:lnTo>
                  <a:lnTo>
                    <a:pt x="285750" y="79561"/>
                  </a:lnTo>
                  <a:lnTo>
                    <a:pt x="285750" y="82798"/>
                  </a:lnTo>
                  <a:lnTo>
                    <a:pt x="270492" y="130955"/>
                  </a:lnTo>
                  <a:lnTo>
                    <a:pt x="154148" y="241970"/>
                  </a:lnTo>
                  <a:lnTo>
                    <a:pt x="148623" y="244146"/>
                  </a:lnTo>
                  <a:close/>
                </a:path>
              </a:pathLst>
            </a:custGeom>
            <a:solidFill>
              <a:srgbClr val="F77070">
                <a:alpha val="56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843943" y="4126260"/>
            <a:ext cx="276860" cy="276860"/>
            <a:chOff x="8843943" y="4126260"/>
            <a:chExt cx="276860" cy="276860"/>
          </a:xfrm>
        </p:grpSpPr>
        <p:sp>
          <p:nvSpPr>
            <p:cNvPr id="13" name="object 13"/>
            <p:cNvSpPr/>
            <p:nvPr/>
          </p:nvSpPr>
          <p:spPr>
            <a:xfrm>
              <a:off x="8843943" y="4126260"/>
              <a:ext cx="276860" cy="276860"/>
            </a:xfrm>
            <a:custGeom>
              <a:avLst/>
              <a:gdLst/>
              <a:ahLst/>
              <a:cxnLst/>
              <a:rect l="l" t="t" r="r" b="b"/>
              <a:pathLst>
                <a:path w="276859" h="276860">
                  <a:moveTo>
                    <a:pt x="34211" y="229492"/>
                  </a:moveTo>
                  <a:lnTo>
                    <a:pt x="28178" y="222129"/>
                  </a:lnTo>
                  <a:lnTo>
                    <a:pt x="22652" y="214368"/>
                  </a:lnTo>
                  <a:lnTo>
                    <a:pt x="17659" y="206230"/>
                  </a:lnTo>
                  <a:lnTo>
                    <a:pt x="13227" y="197736"/>
                  </a:lnTo>
                  <a:lnTo>
                    <a:pt x="29858" y="191095"/>
                  </a:lnTo>
                  <a:lnTo>
                    <a:pt x="33474" y="197956"/>
                  </a:lnTo>
                  <a:lnTo>
                    <a:pt x="37525" y="204545"/>
                  </a:lnTo>
                  <a:lnTo>
                    <a:pt x="41984" y="210841"/>
                  </a:lnTo>
                  <a:lnTo>
                    <a:pt x="46825" y="216823"/>
                  </a:lnTo>
                  <a:lnTo>
                    <a:pt x="34211" y="229492"/>
                  </a:lnTo>
                  <a:close/>
                </a:path>
                <a:path w="276859" h="276860">
                  <a:moveTo>
                    <a:pt x="75567" y="261584"/>
                  </a:moveTo>
                  <a:lnTo>
                    <a:pt x="67897" y="257379"/>
                  </a:lnTo>
                  <a:lnTo>
                    <a:pt x="60547" y="252724"/>
                  </a:lnTo>
                  <a:lnTo>
                    <a:pt x="53521" y="247629"/>
                  </a:lnTo>
                  <a:lnTo>
                    <a:pt x="46825" y="242106"/>
                  </a:lnTo>
                  <a:lnTo>
                    <a:pt x="59494" y="229437"/>
                  </a:lnTo>
                  <a:lnTo>
                    <a:pt x="64870" y="233849"/>
                  </a:lnTo>
                  <a:lnTo>
                    <a:pt x="70523" y="237948"/>
                  </a:lnTo>
                  <a:lnTo>
                    <a:pt x="76438" y="241711"/>
                  </a:lnTo>
                  <a:lnTo>
                    <a:pt x="82599" y="245119"/>
                  </a:lnTo>
                  <a:lnTo>
                    <a:pt x="75567" y="261584"/>
                  </a:lnTo>
                  <a:close/>
                </a:path>
                <a:path w="276859" h="276860">
                  <a:moveTo>
                    <a:pt x="6529" y="181161"/>
                  </a:moveTo>
                  <a:lnTo>
                    <a:pt x="4136" y="172928"/>
                  </a:lnTo>
                  <a:lnTo>
                    <a:pt x="2239" y="164487"/>
                  </a:lnTo>
                  <a:lnTo>
                    <a:pt x="855" y="155857"/>
                  </a:lnTo>
                  <a:lnTo>
                    <a:pt x="0" y="147060"/>
                  </a:lnTo>
                  <a:lnTo>
                    <a:pt x="17915" y="147060"/>
                  </a:lnTo>
                  <a:lnTo>
                    <a:pt x="18632" y="154121"/>
                  </a:lnTo>
                  <a:lnTo>
                    <a:pt x="19763" y="161062"/>
                  </a:lnTo>
                  <a:lnTo>
                    <a:pt x="21282" y="167866"/>
                  </a:lnTo>
                  <a:lnTo>
                    <a:pt x="23161" y="174519"/>
                  </a:lnTo>
                  <a:lnTo>
                    <a:pt x="6529" y="181161"/>
                  </a:lnTo>
                  <a:close/>
                </a:path>
                <a:path w="276859" h="276860">
                  <a:moveTo>
                    <a:pt x="17915" y="129201"/>
                  </a:moveTo>
                  <a:lnTo>
                    <a:pt x="0" y="129201"/>
                  </a:lnTo>
                  <a:lnTo>
                    <a:pt x="959" y="119547"/>
                  </a:lnTo>
                  <a:lnTo>
                    <a:pt x="2567" y="110107"/>
                  </a:lnTo>
                  <a:lnTo>
                    <a:pt x="4803" y="100908"/>
                  </a:lnTo>
                  <a:lnTo>
                    <a:pt x="7646" y="91975"/>
                  </a:lnTo>
                  <a:lnTo>
                    <a:pt x="24110" y="99007"/>
                  </a:lnTo>
                  <a:lnTo>
                    <a:pt x="21862" y="106276"/>
                  </a:lnTo>
                  <a:lnTo>
                    <a:pt x="20070" y="113748"/>
                  </a:lnTo>
                  <a:lnTo>
                    <a:pt x="18749" y="121399"/>
                  </a:lnTo>
                  <a:lnTo>
                    <a:pt x="17915" y="129201"/>
                  </a:lnTo>
                  <a:close/>
                </a:path>
                <a:path w="276859" h="276860">
                  <a:moveTo>
                    <a:pt x="31142" y="82599"/>
                  </a:moveTo>
                  <a:lnTo>
                    <a:pt x="14678" y="75511"/>
                  </a:lnTo>
                  <a:lnTo>
                    <a:pt x="18859" y="67842"/>
                  </a:lnTo>
                  <a:lnTo>
                    <a:pt x="23517" y="60491"/>
                  </a:lnTo>
                  <a:lnTo>
                    <a:pt x="28624" y="53465"/>
                  </a:lnTo>
                  <a:lnTo>
                    <a:pt x="34156" y="46769"/>
                  </a:lnTo>
                  <a:lnTo>
                    <a:pt x="46825" y="59438"/>
                  </a:lnTo>
                  <a:lnTo>
                    <a:pt x="42420" y="64878"/>
                  </a:lnTo>
                  <a:lnTo>
                    <a:pt x="38334" y="70558"/>
                  </a:lnTo>
                  <a:lnTo>
                    <a:pt x="34573" y="76469"/>
                  </a:lnTo>
                  <a:lnTo>
                    <a:pt x="31142" y="82599"/>
                  </a:lnTo>
                  <a:close/>
                </a:path>
                <a:path w="276859" h="276860">
                  <a:moveTo>
                    <a:pt x="242106" y="229492"/>
                  </a:moveTo>
                  <a:lnTo>
                    <a:pt x="229437" y="216823"/>
                  </a:lnTo>
                  <a:lnTo>
                    <a:pt x="233841" y="211384"/>
                  </a:lnTo>
                  <a:lnTo>
                    <a:pt x="237927" y="205703"/>
                  </a:lnTo>
                  <a:lnTo>
                    <a:pt x="241688" y="199793"/>
                  </a:lnTo>
                  <a:lnTo>
                    <a:pt x="245119" y="193662"/>
                  </a:lnTo>
                  <a:lnTo>
                    <a:pt x="261584" y="200750"/>
                  </a:lnTo>
                  <a:lnTo>
                    <a:pt x="257402" y="208396"/>
                  </a:lnTo>
                  <a:lnTo>
                    <a:pt x="252745" y="215749"/>
                  </a:lnTo>
                  <a:lnTo>
                    <a:pt x="247637" y="222788"/>
                  </a:lnTo>
                  <a:lnTo>
                    <a:pt x="242106" y="229492"/>
                  </a:lnTo>
                  <a:close/>
                </a:path>
                <a:path w="276859" h="276860">
                  <a:moveTo>
                    <a:pt x="197736" y="263035"/>
                  </a:moveTo>
                  <a:lnTo>
                    <a:pt x="191095" y="246403"/>
                  </a:lnTo>
                  <a:lnTo>
                    <a:pt x="197956" y="242787"/>
                  </a:lnTo>
                  <a:lnTo>
                    <a:pt x="204545" y="238736"/>
                  </a:lnTo>
                  <a:lnTo>
                    <a:pt x="210841" y="234277"/>
                  </a:lnTo>
                  <a:lnTo>
                    <a:pt x="216823" y="229437"/>
                  </a:lnTo>
                  <a:lnTo>
                    <a:pt x="229492" y="242050"/>
                  </a:lnTo>
                  <a:lnTo>
                    <a:pt x="222129" y="248083"/>
                  </a:lnTo>
                  <a:lnTo>
                    <a:pt x="214368" y="253610"/>
                  </a:lnTo>
                  <a:lnTo>
                    <a:pt x="206230" y="258602"/>
                  </a:lnTo>
                  <a:lnTo>
                    <a:pt x="197736" y="263035"/>
                  </a:lnTo>
                  <a:close/>
                </a:path>
                <a:path w="276859" h="276860">
                  <a:moveTo>
                    <a:pt x="59438" y="46825"/>
                  </a:moveTo>
                  <a:lnTo>
                    <a:pt x="46825" y="34211"/>
                  </a:lnTo>
                  <a:lnTo>
                    <a:pt x="54156" y="28178"/>
                  </a:lnTo>
                  <a:lnTo>
                    <a:pt x="61900" y="22652"/>
                  </a:lnTo>
                  <a:lnTo>
                    <a:pt x="70032" y="17659"/>
                  </a:lnTo>
                  <a:lnTo>
                    <a:pt x="78525" y="13227"/>
                  </a:lnTo>
                  <a:lnTo>
                    <a:pt x="85166" y="29858"/>
                  </a:lnTo>
                  <a:lnTo>
                    <a:pt x="78305" y="33474"/>
                  </a:lnTo>
                  <a:lnTo>
                    <a:pt x="71716" y="37525"/>
                  </a:lnTo>
                  <a:lnTo>
                    <a:pt x="65420" y="41984"/>
                  </a:lnTo>
                  <a:lnTo>
                    <a:pt x="59438" y="46825"/>
                  </a:lnTo>
                  <a:close/>
                </a:path>
                <a:path w="276859" h="276860">
                  <a:moveTo>
                    <a:pt x="268616" y="184286"/>
                  </a:moveTo>
                  <a:lnTo>
                    <a:pt x="252152" y="177254"/>
                  </a:lnTo>
                  <a:lnTo>
                    <a:pt x="254399" y="169985"/>
                  </a:lnTo>
                  <a:lnTo>
                    <a:pt x="256191" y="162513"/>
                  </a:lnTo>
                  <a:lnTo>
                    <a:pt x="257512" y="154862"/>
                  </a:lnTo>
                  <a:lnTo>
                    <a:pt x="258347" y="147060"/>
                  </a:lnTo>
                  <a:lnTo>
                    <a:pt x="276206" y="147004"/>
                  </a:lnTo>
                  <a:lnTo>
                    <a:pt x="275279" y="156660"/>
                  </a:lnTo>
                  <a:lnTo>
                    <a:pt x="273687" y="166106"/>
                  </a:lnTo>
                  <a:lnTo>
                    <a:pt x="271458" y="175321"/>
                  </a:lnTo>
                  <a:lnTo>
                    <a:pt x="268616" y="184286"/>
                  </a:lnTo>
                  <a:close/>
                </a:path>
                <a:path w="276859" h="276860">
                  <a:moveTo>
                    <a:pt x="147060" y="276262"/>
                  </a:moveTo>
                  <a:lnTo>
                    <a:pt x="147060" y="258347"/>
                  </a:lnTo>
                  <a:lnTo>
                    <a:pt x="154121" y="257637"/>
                  </a:lnTo>
                  <a:lnTo>
                    <a:pt x="161062" y="256519"/>
                  </a:lnTo>
                  <a:lnTo>
                    <a:pt x="167866" y="255003"/>
                  </a:lnTo>
                  <a:lnTo>
                    <a:pt x="174519" y="253100"/>
                  </a:lnTo>
                  <a:lnTo>
                    <a:pt x="181161" y="269732"/>
                  </a:lnTo>
                  <a:lnTo>
                    <a:pt x="172928" y="272126"/>
                  </a:lnTo>
                  <a:lnTo>
                    <a:pt x="164487" y="274022"/>
                  </a:lnTo>
                  <a:lnTo>
                    <a:pt x="155857" y="275406"/>
                  </a:lnTo>
                  <a:lnTo>
                    <a:pt x="147060" y="276262"/>
                  </a:lnTo>
                  <a:close/>
                </a:path>
                <a:path w="276859" h="276860">
                  <a:moveTo>
                    <a:pt x="129257" y="276206"/>
                  </a:moveTo>
                  <a:lnTo>
                    <a:pt x="119601" y="275279"/>
                  </a:lnTo>
                  <a:lnTo>
                    <a:pt x="110156" y="273687"/>
                  </a:lnTo>
                  <a:lnTo>
                    <a:pt x="100940" y="271458"/>
                  </a:lnTo>
                  <a:lnTo>
                    <a:pt x="91975" y="268616"/>
                  </a:lnTo>
                  <a:lnTo>
                    <a:pt x="99007" y="252152"/>
                  </a:lnTo>
                  <a:lnTo>
                    <a:pt x="106276" y="254399"/>
                  </a:lnTo>
                  <a:lnTo>
                    <a:pt x="113748" y="256191"/>
                  </a:lnTo>
                  <a:lnTo>
                    <a:pt x="121399" y="257512"/>
                  </a:lnTo>
                  <a:lnTo>
                    <a:pt x="129201" y="258347"/>
                  </a:lnTo>
                  <a:lnTo>
                    <a:pt x="129257" y="276206"/>
                  </a:lnTo>
                  <a:close/>
                </a:path>
                <a:path w="276859" h="276860">
                  <a:moveTo>
                    <a:pt x="276262" y="129201"/>
                  </a:moveTo>
                  <a:lnTo>
                    <a:pt x="258347" y="129201"/>
                  </a:lnTo>
                  <a:lnTo>
                    <a:pt x="257637" y="122140"/>
                  </a:lnTo>
                  <a:lnTo>
                    <a:pt x="256519" y="115199"/>
                  </a:lnTo>
                  <a:lnTo>
                    <a:pt x="255003" y="108395"/>
                  </a:lnTo>
                  <a:lnTo>
                    <a:pt x="253100" y="101742"/>
                  </a:lnTo>
                  <a:lnTo>
                    <a:pt x="269732" y="95101"/>
                  </a:lnTo>
                  <a:lnTo>
                    <a:pt x="272126" y="103333"/>
                  </a:lnTo>
                  <a:lnTo>
                    <a:pt x="274022" y="111774"/>
                  </a:lnTo>
                  <a:lnTo>
                    <a:pt x="275406" y="120404"/>
                  </a:lnTo>
                  <a:lnTo>
                    <a:pt x="276262" y="129201"/>
                  </a:lnTo>
                  <a:close/>
                </a:path>
                <a:path w="276859" h="276860">
                  <a:moveTo>
                    <a:pt x="177254" y="24110"/>
                  </a:moveTo>
                  <a:lnTo>
                    <a:pt x="169962" y="21862"/>
                  </a:lnTo>
                  <a:lnTo>
                    <a:pt x="162492" y="20070"/>
                  </a:lnTo>
                  <a:lnTo>
                    <a:pt x="154855" y="18749"/>
                  </a:lnTo>
                  <a:lnTo>
                    <a:pt x="147060" y="17915"/>
                  </a:lnTo>
                  <a:lnTo>
                    <a:pt x="147060" y="0"/>
                  </a:lnTo>
                  <a:lnTo>
                    <a:pt x="156715" y="959"/>
                  </a:lnTo>
                  <a:lnTo>
                    <a:pt x="166154" y="2567"/>
                  </a:lnTo>
                  <a:lnTo>
                    <a:pt x="175354" y="4803"/>
                  </a:lnTo>
                  <a:lnTo>
                    <a:pt x="184286" y="7646"/>
                  </a:lnTo>
                  <a:lnTo>
                    <a:pt x="177254" y="24110"/>
                  </a:lnTo>
                  <a:close/>
                </a:path>
                <a:path w="276859" h="276860">
                  <a:moveTo>
                    <a:pt x="101742" y="23161"/>
                  </a:moveTo>
                  <a:lnTo>
                    <a:pt x="129201" y="0"/>
                  </a:lnTo>
                  <a:lnTo>
                    <a:pt x="129201" y="17915"/>
                  </a:lnTo>
                  <a:lnTo>
                    <a:pt x="122140" y="18625"/>
                  </a:lnTo>
                  <a:lnTo>
                    <a:pt x="115199" y="19742"/>
                  </a:lnTo>
                  <a:lnTo>
                    <a:pt x="108395" y="21258"/>
                  </a:lnTo>
                  <a:lnTo>
                    <a:pt x="101742" y="23161"/>
                  </a:lnTo>
                  <a:close/>
                </a:path>
                <a:path w="276859" h="276860">
                  <a:moveTo>
                    <a:pt x="216823" y="46825"/>
                  </a:moveTo>
                  <a:lnTo>
                    <a:pt x="211408" y="42420"/>
                  </a:lnTo>
                  <a:lnTo>
                    <a:pt x="205731" y="38334"/>
                  </a:lnTo>
                  <a:lnTo>
                    <a:pt x="199824" y="34573"/>
                  </a:lnTo>
                  <a:lnTo>
                    <a:pt x="193718" y="31142"/>
                  </a:lnTo>
                  <a:lnTo>
                    <a:pt x="200750" y="14678"/>
                  </a:lnTo>
                  <a:lnTo>
                    <a:pt x="208420" y="18859"/>
                  </a:lnTo>
                  <a:lnTo>
                    <a:pt x="215770" y="23517"/>
                  </a:lnTo>
                  <a:lnTo>
                    <a:pt x="222796" y="28624"/>
                  </a:lnTo>
                  <a:lnTo>
                    <a:pt x="229492" y="34156"/>
                  </a:lnTo>
                  <a:lnTo>
                    <a:pt x="216823" y="46825"/>
                  </a:lnTo>
                  <a:close/>
                </a:path>
                <a:path w="276859" h="276860">
                  <a:moveTo>
                    <a:pt x="246459" y="85166"/>
                  </a:moveTo>
                  <a:lnTo>
                    <a:pt x="242810" y="78305"/>
                  </a:lnTo>
                  <a:lnTo>
                    <a:pt x="238743" y="71716"/>
                  </a:lnTo>
                  <a:lnTo>
                    <a:pt x="234278" y="65420"/>
                  </a:lnTo>
                  <a:lnTo>
                    <a:pt x="229437" y="59438"/>
                  </a:lnTo>
                  <a:lnTo>
                    <a:pt x="242106" y="46769"/>
                  </a:lnTo>
                  <a:lnTo>
                    <a:pt x="248139" y="54132"/>
                  </a:lnTo>
                  <a:lnTo>
                    <a:pt x="253665" y="61893"/>
                  </a:lnTo>
                  <a:lnTo>
                    <a:pt x="258658" y="70031"/>
                  </a:lnTo>
                  <a:lnTo>
                    <a:pt x="263090" y="78525"/>
                  </a:lnTo>
                  <a:lnTo>
                    <a:pt x="246459" y="85166"/>
                  </a:lnTo>
                  <a:close/>
                </a:path>
              </a:pathLst>
            </a:custGeom>
            <a:solidFill>
              <a:srgbClr val="FACC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66759" y="4189615"/>
              <a:ext cx="31115" cy="150495"/>
            </a:xfrm>
            <a:custGeom>
              <a:avLst/>
              <a:gdLst/>
              <a:ahLst/>
              <a:cxnLst/>
              <a:rect l="l" t="t" r="r" b="b"/>
              <a:pathLst>
                <a:path w="31115" h="150495">
                  <a:moveTo>
                    <a:pt x="28587" y="3175"/>
                  </a:moveTo>
                  <a:lnTo>
                    <a:pt x="25527" y="0"/>
                  </a:lnTo>
                  <a:lnTo>
                    <a:pt x="5092" y="0"/>
                  </a:lnTo>
                  <a:lnTo>
                    <a:pt x="2032" y="3175"/>
                  </a:lnTo>
                  <a:lnTo>
                    <a:pt x="2197" y="6972"/>
                  </a:lnTo>
                  <a:lnTo>
                    <a:pt x="6096" y="100736"/>
                  </a:lnTo>
                  <a:lnTo>
                    <a:pt x="6273" y="104305"/>
                  </a:lnTo>
                  <a:lnTo>
                    <a:pt x="9220" y="107149"/>
                  </a:lnTo>
                  <a:lnTo>
                    <a:pt x="21386" y="107149"/>
                  </a:lnTo>
                  <a:lnTo>
                    <a:pt x="24345" y="104305"/>
                  </a:lnTo>
                  <a:lnTo>
                    <a:pt x="24523" y="100736"/>
                  </a:lnTo>
                  <a:lnTo>
                    <a:pt x="28422" y="6972"/>
                  </a:lnTo>
                  <a:lnTo>
                    <a:pt x="28587" y="3175"/>
                  </a:lnTo>
                  <a:close/>
                </a:path>
                <a:path w="31115" h="150495">
                  <a:moveTo>
                    <a:pt x="30607" y="133032"/>
                  </a:moveTo>
                  <a:lnTo>
                    <a:pt x="17335" y="119748"/>
                  </a:lnTo>
                  <a:lnTo>
                    <a:pt x="13284" y="119748"/>
                  </a:lnTo>
                  <a:lnTo>
                    <a:pt x="0" y="133032"/>
                  </a:lnTo>
                  <a:lnTo>
                    <a:pt x="0" y="137083"/>
                  </a:lnTo>
                  <a:lnTo>
                    <a:pt x="13284" y="150355"/>
                  </a:lnTo>
                  <a:lnTo>
                    <a:pt x="17335" y="150355"/>
                  </a:lnTo>
                  <a:lnTo>
                    <a:pt x="30607" y="137083"/>
                  </a:lnTo>
                  <a:lnTo>
                    <a:pt x="30607" y="135051"/>
                  </a:lnTo>
                  <a:lnTo>
                    <a:pt x="30607" y="133032"/>
                  </a:lnTo>
                  <a:close/>
                </a:path>
              </a:pathLst>
            </a:custGeom>
            <a:solidFill>
              <a:srgbClr val="FACC15">
                <a:alpha val="958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238625" y="200025"/>
            <a:ext cx="485775" cy="457200"/>
          </a:xfrm>
          <a:custGeom>
            <a:avLst/>
            <a:gdLst/>
            <a:ahLst/>
            <a:cxnLst/>
            <a:rect l="l" t="t" r="r" b="b"/>
            <a:pathLst>
              <a:path w="485775" h="457200">
                <a:moveTo>
                  <a:pt x="231457" y="114300"/>
                </a:moveTo>
                <a:lnTo>
                  <a:pt x="225742" y="114300"/>
                </a:lnTo>
                <a:lnTo>
                  <a:pt x="223152" y="112514"/>
                </a:lnTo>
                <a:lnTo>
                  <a:pt x="222170" y="109835"/>
                </a:lnTo>
                <a:lnTo>
                  <a:pt x="209579" y="76170"/>
                </a:lnTo>
                <a:lnTo>
                  <a:pt x="173235" y="62597"/>
                </a:lnTo>
                <a:lnTo>
                  <a:pt x="171450" y="60007"/>
                </a:lnTo>
                <a:lnTo>
                  <a:pt x="171450" y="54292"/>
                </a:lnTo>
                <a:lnTo>
                  <a:pt x="173235" y="51702"/>
                </a:lnTo>
                <a:lnTo>
                  <a:pt x="209579" y="38129"/>
                </a:lnTo>
                <a:lnTo>
                  <a:pt x="222170" y="4464"/>
                </a:lnTo>
                <a:lnTo>
                  <a:pt x="223152" y="1785"/>
                </a:lnTo>
                <a:lnTo>
                  <a:pt x="225742" y="0"/>
                </a:lnTo>
                <a:lnTo>
                  <a:pt x="231457" y="0"/>
                </a:lnTo>
                <a:lnTo>
                  <a:pt x="234047" y="1785"/>
                </a:lnTo>
                <a:lnTo>
                  <a:pt x="235029" y="4464"/>
                </a:lnTo>
                <a:lnTo>
                  <a:pt x="247620" y="38129"/>
                </a:lnTo>
                <a:lnTo>
                  <a:pt x="283964" y="51702"/>
                </a:lnTo>
                <a:lnTo>
                  <a:pt x="285750" y="54292"/>
                </a:lnTo>
                <a:lnTo>
                  <a:pt x="285750" y="60007"/>
                </a:lnTo>
                <a:lnTo>
                  <a:pt x="283964" y="62597"/>
                </a:lnTo>
                <a:lnTo>
                  <a:pt x="247620" y="76170"/>
                </a:lnTo>
                <a:lnTo>
                  <a:pt x="234963" y="110013"/>
                </a:lnTo>
                <a:lnTo>
                  <a:pt x="234047" y="112514"/>
                </a:lnTo>
                <a:lnTo>
                  <a:pt x="231457" y="114300"/>
                </a:lnTo>
                <a:close/>
              </a:path>
              <a:path w="485775" h="457200">
                <a:moveTo>
                  <a:pt x="102345" y="457133"/>
                </a:moveTo>
                <a:lnTo>
                  <a:pt x="41165" y="413712"/>
                </a:lnTo>
                <a:lnTo>
                  <a:pt x="28641" y="383362"/>
                </a:lnTo>
                <a:lnTo>
                  <a:pt x="31772" y="367237"/>
                </a:lnTo>
                <a:lnTo>
                  <a:pt x="41165" y="353079"/>
                </a:lnTo>
                <a:lnTo>
                  <a:pt x="381654" y="12590"/>
                </a:lnTo>
                <a:lnTo>
                  <a:pt x="395862" y="3197"/>
                </a:lnTo>
                <a:lnTo>
                  <a:pt x="412004" y="66"/>
                </a:lnTo>
                <a:lnTo>
                  <a:pt x="428129" y="3197"/>
                </a:lnTo>
                <a:lnTo>
                  <a:pt x="442287" y="12590"/>
                </a:lnTo>
                <a:lnTo>
                  <a:pt x="473184" y="43398"/>
                </a:lnTo>
                <a:lnTo>
                  <a:pt x="479500" y="52953"/>
                </a:lnTo>
                <a:lnTo>
                  <a:pt x="411926" y="52953"/>
                </a:lnTo>
                <a:lnTo>
                  <a:pt x="318164" y="146714"/>
                </a:lnTo>
                <a:lnTo>
                  <a:pt x="338970" y="167520"/>
                </a:lnTo>
                <a:lnTo>
                  <a:pt x="409710" y="167520"/>
                </a:lnTo>
                <a:lnTo>
                  <a:pt x="132695" y="444609"/>
                </a:lnTo>
                <a:lnTo>
                  <a:pt x="118487" y="454002"/>
                </a:lnTo>
                <a:lnTo>
                  <a:pt x="102345" y="457133"/>
                </a:lnTo>
                <a:close/>
              </a:path>
              <a:path w="485775" h="457200">
                <a:moveTo>
                  <a:pt x="90011" y="200025"/>
                </a:moveTo>
                <a:lnTo>
                  <a:pt x="81438" y="200025"/>
                </a:lnTo>
                <a:lnTo>
                  <a:pt x="77598" y="197346"/>
                </a:lnTo>
                <a:lnTo>
                  <a:pt x="57150" y="142875"/>
                </a:lnTo>
                <a:lnTo>
                  <a:pt x="2678" y="122426"/>
                </a:lnTo>
                <a:lnTo>
                  <a:pt x="0" y="118586"/>
                </a:lnTo>
                <a:lnTo>
                  <a:pt x="124" y="109835"/>
                </a:lnTo>
                <a:lnTo>
                  <a:pt x="2678" y="106173"/>
                </a:lnTo>
                <a:lnTo>
                  <a:pt x="57150" y="85725"/>
                </a:lnTo>
                <a:lnTo>
                  <a:pt x="77598" y="31253"/>
                </a:lnTo>
                <a:lnTo>
                  <a:pt x="81438" y="28575"/>
                </a:lnTo>
                <a:lnTo>
                  <a:pt x="90011" y="28575"/>
                </a:lnTo>
                <a:lnTo>
                  <a:pt x="93851" y="31253"/>
                </a:lnTo>
                <a:lnTo>
                  <a:pt x="114300" y="85725"/>
                </a:lnTo>
                <a:lnTo>
                  <a:pt x="168771" y="106173"/>
                </a:lnTo>
                <a:lnTo>
                  <a:pt x="171325" y="109835"/>
                </a:lnTo>
                <a:lnTo>
                  <a:pt x="171450" y="118586"/>
                </a:lnTo>
                <a:lnTo>
                  <a:pt x="168771" y="122426"/>
                </a:lnTo>
                <a:lnTo>
                  <a:pt x="114300" y="142875"/>
                </a:lnTo>
                <a:lnTo>
                  <a:pt x="93851" y="197346"/>
                </a:lnTo>
                <a:lnTo>
                  <a:pt x="90011" y="200025"/>
                </a:lnTo>
                <a:close/>
              </a:path>
              <a:path w="485775" h="457200">
                <a:moveTo>
                  <a:pt x="409710" y="167520"/>
                </a:moveTo>
                <a:lnTo>
                  <a:pt x="338970" y="167520"/>
                </a:lnTo>
                <a:lnTo>
                  <a:pt x="432732" y="73759"/>
                </a:lnTo>
                <a:lnTo>
                  <a:pt x="411926" y="52953"/>
                </a:lnTo>
                <a:lnTo>
                  <a:pt x="479500" y="52953"/>
                </a:lnTo>
                <a:lnTo>
                  <a:pt x="482577" y="57606"/>
                </a:lnTo>
                <a:lnTo>
                  <a:pt x="485705" y="73759"/>
                </a:lnTo>
                <a:lnTo>
                  <a:pt x="482577" y="89873"/>
                </a:lnTo>
                <a:lnTo>
                  <a:pt x="473184" y="104030"/>
                </a:lnTo>
                <a:lnTo>
                  <a:pt x="409710" y="167520"/>
                </a:lnTo>
                <a:close/>
              </a:path>
              <a:path w="485775" h="457200">
                <a:moveTo>
                  <a:pt x="404336" y="428625"/>
                </a:moveTo>
                <a:lnTo>
                  <a:pt x="395763" y="428625"/>
                </a:lnTo>
                <a:lnTo>
                  <a:pt x="391924" y="425946"/>
                </a:lnTo>
                <a:lnTo>
                  <a:pt x="371475" y="371475"/>
                </a:lnTo>
                <a:lnTo>
                  <a:pt x="317003" y="351026"/>
                </a:lnTo>
                <a:lnTo>
                  <a:pt x="314325" y="347186"/>
                </a:lnTo>
                <a:lnTo>
                  <a:pt x="314325" y="338613"/>
                </a:lnTo>
                <a:lnTo>
                  <a:pt x="317003" y="334773"/>
                </a:lnTo>
                <a:lnTo>
                  <a:pt x="371475" y="314325"/>
                </a:lnTo>
                <a:lnTo>
                  <a:pt x="391923" y="259853"/>
                </a:lnTo>
                <a:lnTo>
                  <a:pt x="395763" y="257175"/>
                </a:lnTo>
                <a:lnTo>
                  <a:pt x="404336" y="257175"/>
                </a:lnTo>
                <a:lnTo>
                  <a:pt x="408176" y="259853"/>
                </a:lnTo>
                <a:lnTo>
                  <a:pt x="428625" y="314325"/>
                </a:lnTo>
                <a:lnTo>
                  <a:pt x="483096" y="334774"/>
                </a:lnTo>
                <a:lnTo>
                  <a:pt x="485775" y="338613"/>
                </a:lnTo>
                <a:lnTo>
                  <a:pt x="485775" y="347186"/>
                </a:lnTo>
                <a:lnTo>
                  <a:pt x="483096" y="351026"/>
                </a:lnTo>
                <a:lnTo>
                  <a:pt x="428625" y="371475"/>
                </a:lnTo>
                <a:lnTo>
                  <a:pt x="408176" y="425946"/>
                </a:lnTo>
                <a:lnTo>
                  <a:pt x="404336" y="428625"/>
                </a:lnTo>
                <a:close/>
              </a:path>
            </a:pathLst>
          </a:custGeom>
          <a:solidFill>
            <a:srgbClr val="FACC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055879" y="130175"/>
            <a:ext cx="2882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魔法愿望清单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508227" y="6418311"/>
            <a:ext cx="117538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465469"/>
                </a:solidFill>
                <a:latin typeface="微软雅黑"/>
                <a:cs typeface="微软雅黑"/>
              </a:rPr>
              <a:t>假如我会魔法 </a:t>
            </a:r>
            <a:r>
              <a:rPr sz="1400" spc="30" dirty="0">
                <a:solidFill>
                  <a:srgbClr val="465469"/>
                </a:solidFill>
                <a:latin typeface="Segoe UI Symbol"/>
                <a:cs typeface="Segoe UI Symbol"/>
              </a:rPr>
              <a:t>✨</a:t>
            </a:r>
            <a:endParaRPr sz="1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0335" y="5725735"/>
            <a:ext cx="664845" cy="664845"/>
            <a:chOff x="620335" y="5725735"/>
            <a:chExt cx="664845" cy="664845"/>
          </a:xfrm>
        </p:grpSpPr>
        <p:sp>
          <p:nvSpPr>
            <p:cNvPr id="3" name="object 3"/>
            <p:cNvSpPr/>
            <p:nvPr/>
          </p:nvSpPr>
          <p:spPr>
            <a:xfrm>
              <a:off x="620335" y="5725735"/>
              <a:ext cx="664845" cy="664845"/>
            </a:xfrm>
            <a:custGeom>
              <a:avLst/>
              <a:gdLst/>
              <a:ahLst/>
              <a:cxnLst/>
              <a:rect l="l" t="t" r="r" b="b"/>
              <a:pathLst>
                <a:path w="664844" h="664845">
                  <a:moveTo>
                    <a:pt x="42620" y="494787"/>
                  </a:moveTo>
                  <a:lnTo>
                    <a:pt x="32130" y="474490"/>
                  </a:lnTo>
                  <a:lnTo>
                    <a:pt x="23030" y="453513"/>
                  </a:lnTo>
                  <a:lnTo>
                    <a:pt x="15370" y="431917"/>
                  </a:lnTo>
                  <a:lnTo>
                    <a:pt x="9203" y="409766"/>
                  </a:lnTo>
                  <a:lnTo>
                    <a:pt x="51560" y="402474"/>
                  </a:lnTo>
                  <a:lnTo>
                    <a:pt x="56626" y="420385"/>
                  </a:lnTo>
                  <a:lnTo>
                    <a:pt x="62847" y="437875"/>
                  </a:lnTo>
                  <a:lnTo>
                    <a:pt x="70173" y="454880"/>
                  </a:lnTo>
                  <a:lnTo>
                    <a:pt x="78552" y="471339"/>
                  </a:lnTo>
                  <a:lnTo>
                    <a:pt x="42620" y="494787"/>
                  </a:lnTo>
                  <a:close/>
                </a:path>
                <a:path w="664844" h="664845">
                  <a:moveTo>
                    <a:pt x="123691" y="590758"/>
                  </a:moveTo>
                  <a:lnTo>
                    <a:pt x="107785" y="577060"/>
                  </a:lnTo>
                  <a:lnTo>
                    <a:pt x="92852" y="562464"/>
                  </a:lnTo>
                  <a:lnTo>
                    <a:pt x="78900" y="546999"/>
                  </a:lnTo>
                  <a:lnTo>
                    <a:pt x="65936" y="530691"/>
                  </a:lnTo>
                  <a:lnTo>
                    <a:pt x="101999" y="507271"/>
                  </a:lnTo>
                  <a:lnTo>
                    <a:pt x="112418" y="520312"/>
                  </a:lnTo>
                  <a:lnTo>
                    <a:pt x="123644" y="532755"/>
                  </a:lnTo>
                  <a:lnTo>
                    <a:pt x="135652" y="544542"/>
                  </a:lnTo>
                  <a:lnTo>
                    <a:pt x="148415" y="555617"/>
                  </a:lnTo>
                  <a:lnTo>
                    <a:pt x="123691" y="590758"/>
                  </a:lnTo>
                  <a:close/>
                </a:path>
                <a:path w="664844" h="664845">
                  <a:moveTo>
                    <a:pt x="1752" y="367512"/>
                  </a:moveTo>
                  <a:lnTo>
                    <a:pt x="240" y="346992"/>
                  </a:lnTo>
                  <a:lnTo>
                    <a:pt x="0" y="326229"/>
                  </a:lnTo>
                  <a:lnTo>
                    <a:pt x="1057" y="305280"/>
                  </a:lnTo>
                  <a:lnTo>
                    <a:pt x="3438" y="284201"/>
                  </a:lnTo>
                  <a:lnTo>
                    <a:pt x="45495" y="293141"/>
                  </a:lnTo>
                  <a:lnTo>
                    <a:pt x="43657" y="310075"/>
                  </a:lnTo>
                  <a:lnTo>
                    <a:pt x="42848" y="326933"/>
                  </a:lnTo>
                  <a:lnTo>
                    <a:pt x="43017" y="343664"/>
                  </a:lnTo>
                  <a:lnTo>
                    <a:pt x="44109" y="360220"/>
                  </a:lnTo>
                  <a:lnTo>
                    <a:pt x="1752" y="367512"/>
                  </a:lnTo>
                  <a:close/>
                </a:path>
                <a:path w="664844" h="664845">
                  <a:moveTo>
                    <a:pt x="54407" y="251215"/>
                  </a:moveTo>
                  <a:lnTo>
                    <a:pt x="12350" y="242276"/>
                  </a:lnTo>
                  <a:lnTo>
                    <a:pt x="19419" y="220090"/>
                  </a:lnTo>
                  <a:lnTo>
                    <a:pt x="27904" y="198732"/>
                  </a:lnTo>
                  <a:lnTo>
                    <a:pt x="37744" y="178252"/>
                  </a:lnTo>
                  <a:lnTo>
                    <a:pt x="48874" y="158702"/>
                  </a:lnTo>
                  <a:lnTo>
                    <a:pt x="84016" y="183425"/>
                  </a:lnTo>
                  <a:lnTo>
                    <a:pt x="75113" y="199367"/>
                  </a:lnTo>
                  <a:lnTo>
                    <a:pt x="67178" y="216015"/>
                  </a:lnTo>
                  <a:lnTo>
                    <a:pt x="60259" y="233315"/>
                  </a:lnTo>
                  <a:lnTo>
                    <a:pt x="54407" y="251215"/>
                  </a:lnTo>
                  <a:close/>
                </a:path>
                <a:path w="664844" h="664845">
                  <a:moveTo>
                    <a:pt x="108712" y="148415"/>
                  </a:moveTo>
                  <a:lnTo>
                    <a:pt x="73598" y="123560"/>
                  </a:lnTo>
                  <a:lnTo>
                    <a:pt x="87241" y="107642"/>
                  </a:lnTo>
                  <a:lnTo>
                    <a:pt x="101843" y="92710"/>
                  </a:lnTo>
                  <a:lnTo>
                    <a:pt x="117339" y="78765"/>
                  </a:lnTo>
                  <a:lnTo>
                    <a:pt x="133666" y="65805"/>
                  </a:lnTo>
                  <a:lnTo>
                    <a:pt x="157085" y="101868"/>
                  </a:lnTo>
                  <a:lnTo>
                    <a:pt x="144031" y="112440"/>
                  </a:lnTo>
                  <a:lnTo>
                    <a:pt x="131605" y="123737"/>
                  </a:lnTo>
                  <a:lnTo>
                    <a:pt x="119826" y="135736"/>
                  </a:lnTo>
                  <a:lnTo>
                    <a:pt x="108712" y="148415"/>
                  </a:lnTo>
                  <a:close/>
                </a:path>
                <a:path w="664844" h="664845">
                  <a:moveTo>
                    <a:pt x="530663" y="598523"/>
                  </a:moveTo>
                  <a:lnTo>
                    <a:pt x="507243" y="562461"/>
                  </a:lnTo>
                  <a:lnTo>
                    <a:pt x="520298" y="551888"/>
                  </a:lnTo>
                  <a:lnTo>
                    <a:pt x="532723" y="540592"/>
                  </a:lnTo>
                  <a:lnTo>
                    <a:pt x="544502" y="528593"/>
                  </a:lnTo>
                  <a:lnTo>
                    <a:pt x="555617" y="515914"/>
                  </a:lnTo>
                  <a:lnTo>
                    <a:pt x="590730" y="540768"/>
                  </a:lnTo>
                  <a:lnTo>
                    <a:pt x="577099" y="556631"/>
                  </a:lnTo>
                  <a:lnTo>
                    <a:pt x="562496" y="571569"/>
                  </a:lnTo>
                  <a:lnTo>
                    <a:pt x="546993" y="585545"/>
                  </a:lnTo>
                  <a:lnTo>
                    <a:pt x="530663" y="598523"/>
                  </a:lnTo>
                  <a:close/>
                </a:path>
                <a:path w="664844" h="664845">
                  <a:moveTo>
                    <a:pt x="409766" y="655126"/>
                  </a:moveTo>
                  <a:lnTo>
                    <a:pt x="402474" y="612768"/>
                  </a:lnTo>
                  <a:lnTo>
                    <a:pt x="420385" y="607702"/>
                  </a:lnTo>
                  <a:lnTo>
                    <a:pt x="437875" y="601481"/>
                  </a:lnTo>
                  <a:lnTo>
                    <a:pt x="454880" y="594156"/>
                  </a:lnTo>
                  <a:lnTo>
                    <a:pt x="471339" y="585777"/>
                  </a:lnTo>
                  <a:lnTo>
                    <a:pt x="494787" y="621709"/>
                  </a:lnTo>
                  <a:lnTo>
                    <a:pt x="474490" y="632199"/>
                  </a:lnTo>
                  <a:lnTo>
                    <a:pt x="453513" y="641299"/>
                  </a:lnTo>
                  <a:lnTo>
                    <a:pt x="431917" y="648958"/>
                  </a:lnTo>
                  <a:lnTo>
                    <a:pt x="409766" y="655126"/>
                  </a:lnTo>
                  <a:close/>
                </a:path>
                <a:path w="664844" h="664845">
                  <a:moveTo>
                    <a:pt x="192989" y="78552"/>
                  </a:moveTo>
                  <a:lnTo>
                    <a:pt x="169673" y="42648"/>
                  </a:lnTo>
                  <a:lnTo>
                    <a:pt x="189894" y="32141"/>
                  </a:lnTo>
                  <a:lnTo>
                    <a:pt x="210832" y="23033"/>
                  </a:lnTo>
                  <a:lnTo>
                    <a:pt x="232413" y="15371"/>
                  </a:lnTo>
                  <a:lnTo>
                    <a:pt x="254562" y="9203"/>
                  </a:lnTo>
                  <a:lnTo>
                    <a:pt x="261855" y="51560"/>
                  </a:lnTo>
                  <a:lnTo>
                    <a:pt x="243943" y="56626"/>
                  </a:lnTo>
                  <a:lnTo>
                    <a:pt x="226453" y="62847"/>
                  </a:lnTo>
                  <a:lnTo>
                    <a:pt x="209448" y="70173"/>
                  </a:lnTo>
                  <a:lnTo>
                    <a:pt x="192989" y="78552"/>
                  </a:lnTo>
                  <a:close/>
                </a:path>
                <a:path w="664844" h="664845">
                  <a:moveTo>
                    <a:pt x="615454" y="505627"/>
                  </a:moveTo>
                  <a:lnTo>
                    <a:pt x="580313" y="480903"/>
                  </a:lnTo>
                  <a:lnTo>
                    <a:pt x="589215" y="464961"/>
                  </a:lnTo>
                  <a:lnTo>
                    <a:pt x="597151" y="448313"/>
                  </a:lnTo>
                  <a:lnTo>
                    <a:pt x="604069" y="431013"/>
                  </a:lnTo>
                  <a:lnTo>
                    <a:pt x="609922" y="413113"/>
                  </a:lnTo>
                  <a:lnTo>
                    <a:pt x="609950" y="412982"/>
                  </a:lnTo>
                  <a:lnTo>
                    <a:pt x="651875" y="421894"/>
                  </a:lnTo>
                  <a:lnTo>
                    <a:pt x="644882" y="444098"/>
                  </a:lnTo>
                  <a:lnTo>
                    <a:pt x="636432" y="465478"/>
                  </a:lnTo>
                  <a:lnTo>
                    <a:pt x="626599" y="486000"/>
                  </a:lnTo>
                  <a:lnTo>
                    <a:pt x="615454" y="505627"/>
                  </a:lnTo>
                  <a:close/>
                </a:path>
                <a:path w="664844" h="664845">
                  <a:moveTo>
                    <a:pt x="284201" y="660890"/>
                  </a:moveTo>
                  <a:lnTo>
                    <a:pt x="293141" y="618833"/>
                  </a:lnTo>
                  <a:lnTo>
                    <a:pt x="310071" y="620690"/>
                  </a:lnTo>
                  <a:lnTo>
                    <a:pt x="326922" y="621529"/>
                  </a:lnTo>
                  <a:lnTo>
                    <a:pt x="343652" y="621367"/>
                  </a:lnTo>
                  <a:lnTo>
                    <a:pt x="360220" y="620219"/>
                  </a:lnTo>
                  <a:lnTo>
                    <a:pt x="367512" y="662577"/>
                  </a:lnTo>
                  <a:lnTo>
                    <a:pt x="346992" y="664089"/>
                  </a:lnTo>
                  <a:lnTo>
                    <a:pt x="326229" y="664329"/>
                  </a:lnTo>
                  <a:lnTo>
                    <a:pt x="305280" y="663272"/>
                  </a:lnTo>
                  <a:lnTo>
                    <a:pt x="284201" y="660890"/>
                  </a:lnTo>
                  <a:close/>
                </a:path>
                <a:path w="664844" h="664845">
                  <a:moveTo>
                    <a:pt x="242434" y="651875"/>
                  </a:moveTo>
                  <a:lnTo>
                    <a:pt x="220231" y="644882"/>
                  </a:lnTo>
                  <a:lnTo>
                    <a:pt x="198850" y="636432"/>
                  </a:lnTo>
                  <a:lnTo>
                    <a:pt x="178328" y="626599"/>
                  </a:lnTo>
                  <a:lnTo>
                    <a:pt x="158702" y="615454"/>
                  </a:lnTo>
                  <a:lnTo>
                    <a:pt x="183425" y="580313"/>
                  </a:lnTo>
                  <a:lnTo>
                    <a:pt x="199367" y="589215"/>
                  </a:lnTo>
                  <a:lnTo>
                    <a:pt x="216015" y="597151"/>
                  </a:lnTo>
                  <a:lnTo>
                    <a:pt x="233315" y="604069"/>
                  </a:lnTo>
                  <a:lnTo>
                    <a:pt x="251215" y="609922"/>
                  </a:lnTo>
                  <a:lnTo>
                    <a:pt x="251346" y="609950"/>
                  </a:lnTo>
                  <a:lnTo>
                    <a:pt x="242434" y="651875"/>
                  </a:lnTo>
                  <a:close/>
                </a:path>
                <a:path w="664844" h="664845">
                  <a:moveTo>
                    <a:pt x="660890" y="380127"/>
                  </a:moveTo>
                  <a:lnTo>
                    <a:pt x="618833" y="371188"/>
                  </a:lnTo>
                  <a:lnTo>
                    <a:pt x="620690" y="354258"/>
                  </a:lnTo>
                  <a:lnTo>
                    <a:pt x="621529" y="337406"/>
                  </a:lnTo>
                  <a:lnTo>
                    <a:pt x="621367" y="320676"/>
                  </a:lnTo>
                  <a:lnTo>
                    <a:pt x="620219" y="304109"/>
                  </a:lnTo>
                  <a:lnTo>
                    <a:pt x="662577" y="296817"/>
                  </a:lnTo>
                  <a:lnTo>
                    <a:pt x="664089" y="317336"/>
                  </a:lnTo>
                  <a:lnTo>
                    <a:pt x="664329" y="338099"/>
                  </a:lnTo>
                  <a:lnTo>
                    <a:pt x="663272" y="359048"/>
                  </a:lnTo>
                  <a:lnTo>
                    <a:pt x="660890" y="380127"/>
                  </a:lnTo>
                  <a:close/>
                </a:path>
                <a:path w="664844" h="664845">
                  <a:moveTo>
                    <a:pt x="480903" y="84016"/>
                  </a:moveTo>
                  <a:lnTo>
                    <a:pt x="464906" y="75102"/>
                  </a:lnTo>
                  <a:lnTo>
                    <a:pt x="448264" y="67167"/>
                  </a:lnTo>
                  <a:lnTo>
                    <a:pt x="430995" y="60255"/>
                  </a:lnTo>
                  <a:lnTo>
                    <a:pt x="413113" y="54407"/>
                  </a:lnTo>
                  <a:lnTo>
                    <a:pt x="422053" y="12350"/>
                  </a:lnTo>
                  <a:lnTo>
                    <a:pt x="444238" y="19419"/>
                  </a:lnTo>
                  <a:lnTo>
                    <a:pt x="465597" y="27904"/>
                  </a:lnTo>
                  <a:lnTo>
                    <a:pt x="486076" y="37744"/>
                  </a:lnTo>
                  <a:lnTo>
                    <a:pt x="505627" y="48874"/>
                  </a:lnTo>
                  <a:lnTo>
                    <a:pt x="480903" y="84016"/>
                  </a:lnTo>
                  <a:close/>
                </a:path>
                <a:path w="664844" h="664845">
                  <a:moveTo>
                    <a:pt x="304109" y="44109"/>
                  </a:moveTo>
                  <a:lnTo>
                    <a:pt x="296817" y="1752"/>
                  </a:lnTo>
                  <a:lnTo>
                    <a:pt x="317336" y="240"/>
                  </a:lnTo>
                  <a:lnTo>
                    <a:pt x="338099" y="0"/>
                  </a:lnTo>
                  <a:lnTo>
                    <a:pt x="359048" y="1057"/>
                  </a:lnTo>
                  <a:lnTo>
                    <a:pt x="380127" y="3438"/>
                  </a:lnTo>
                  <a:lnTo>
                    <a:pt x="371188" y="45495"/>
                  </a:lnTo>
                  <a:lnTo>
                    <a:pt x="354258" y="43638"/>
                  </a:lnTo>
                  <a:lnTo>
                    <a:pt x="337406" y="42799"/>
                  </a:lnTo>
                  <a:lnTo>
                    <a:pt x="320676" y="42962"/>
                  </a:lnTo>
                  <a:lnTo>
                    <a:pt x="304109" y="44109"/>
                  </a:lnTo>
                  <a:close/>
                </a:path>
                <a:path w="664844" h="664845">
                  <a:moveTo>
                    <a:pt x="562461" y="157085"/>
                  </a:moveTo>
                  <a:lnTo>
                    <a:pt x="551946" y="144043"/>
                  </a:lnTo>
                  <a:lnTo>
                    <a:pt x="540657" y="131619"/>
                  </a:lnTo>
                  <a:lnTo>
                    <a:pt x="528667" y="119842"/>
                  </a:lnTo>
                  <a:lnTo>
                    <a:pt x="516045" y="108740"/>
                  </a:lnTo>
                  <a:lnTo>
                    <a:pt x="540768" y="73598"/>
                  </a:lnTo>
                  <a:lnTo>
                    <a:pt x="556687" y="87241"/>
                  </a:lnTo>
                  <a:lnTo>
                    <a:pt x="571618" y="101843"/>
                  </a:lnTo>
                  <a:lnTo>
                    <a:pt x="585563" y="117339"/>
                  </a:lnTo>
                  <a:lnTo>
                    <a:pt x="598523" y="133666"/>
                  </a:lnTo>
                  <a:lnTo>
                    <a:pt x="562461" y="157085"/>
                  </a:lnTo>
                  <a:close/>
                </a:path>
                <a:path w="664844" h="664845">
                  <a:moveTo>
                    <a:pt x="612899" y="261882"/>
                  </a:moveTo>
                  <a:lnTo>
                    <a:pt x="607758" y="243955"/>
                  </a:lnTo>
                  <a:lnTo>
                    <a:pt x="601497" y="226457"/>
                  </a:lnTo>
                  <a:lnTo>
                    <a:pt x="594158" y="209448"/>
                  </a:lnTo>
                  <a:lnTo>
                    <a:pt x="585777" y="192989"/>
                  </a:lnTo>
                  <a:lnTo>
                    <a:pt x="621840" y="169570"/>
                  </a:lnTo>
                  <a:lnTo>
                    <a:pt x="632330" y="189867"/>
                  </a:lnTo>
                  <a:lnTo>
                    <a:pt x="641430" y="210844"/>
                  </a:lnTo>
                  <a:lnTo>
                    <a:pt x="649089" y="232439"/>
                  </a:lnTo>
                  <a:lnTo>
                    <a:pt x="655257" y="254590"/>
                  </a:lnTo>
                  <a:lnTo>
                    <a:pt x="612899" y="261882"/>
                  </a:lnTo>
                  <a:close/>
                </a:path>
              </a:pathLst>
            </a:custGeom>
            <a:solidFill>
              <a:srgbClr val="D8B4F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4640" y="6161616"/>
              <a:ext cx="75566" cy="755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6542" y="5877239"/>
              <a:ext cx="102870" cy="259715"/>
            </a:xfrm>
            <a:custGeom>
              <a:avLst/>
              <a:gdLst/>
              <a:ahLst/>
              <a:cxnLst/>
              <a:rect l="l" t="t" r="r" b="b"/>
              <a:pathLst>
                <a:path w="102869" h="259714">
                  <a:moveTo>
                    <a:pt x="34085" y="259686"/>
                  </a:moveTo>
                  <a:lnTo>
                    <a:pt x="5523" y="253615"/>
                  </a:lnTo>
                  <a:lnTo>
                    <a:pt x="0" y="245457"/>
                  </a:lnTo>
                  <a:lnTo>
                    <a:pt x="1389" y="236989"/>
                  </a:lnTo>
                  <a:lnTo>
                    <a:pt x="39003" y="14929"/>
                  </a:lnTo>
                  <a:lnTo>
                    <a:pt x="40504" y="5936"/>
                  </a:lnTo>
                  <a:lnTo>
                    <a:pt x="49298" y="0"/>
                  </a:lnTo>
                  <a:lnTo>
                    <a:pt x="97250" y="10192"/>
                  </a:lnTo>
                  <a:lnTo>
                    <a:pt x="102869" y="19192"/>
                  </a:lnTo>
                  <a:lnTo>
                    <a:pt x="100582" y="28018"/>
                  </a:lnTo>
                  <a:lnTo>
                    <a:pt x="44625" y="246179"/>
                  </a:lnTo>
                  <a:lnTo>
                    <a:pt x="42449" y="254480"/>
                  </a:lnTo>
                  <a:lnTo>
                    <a:pt x="34085" y="259686"/>
                  </a:lnTo>
                  <a:close/>
                </a:path>
              </a:pathLst>
            </a:custGeom>
            <a:solidFill>
              <a:srgbClr val="D8B4F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9845099" y="643927"/>
            <a:ext cx="1551940" cy="1126490"/>
          </a:xfrm>
          <a:custGeom>
            <a:avLst/>
            <a:gdLst/>
            <a:ahLst/>
            <a:cxnLst/>
            <a:rect l="l" t="t" r="r" b="b"/>
            <a:pathLst>
              <a:path w="1551940" h="1126489">
                <a:moveTo>
                  <a:pt x="687274" y="1070211"/>
                </a:moveTo>
                <a:lnTo>
                  <a:pt x="639456" y="1073884"/>
                </a:lnTo>
                <a:lnTo>
                  <a:pt x="590160" y="1071378"/>
                </a:lnTo>
                <a:lnTo>
                  <a:pt x="540016" y="1062561"/>
                </a:lnTo>
                <a:lnTo>
                  <a:pt x="489916" y="1048541"/>
                </a:lnTo>
                <a:lnTo>
                  <a:pt x="441018" y="1031669"/>
                </a:lnTo>
                <a:lnTo>
                  <a:pt x="393949" y="1011811"/>
                </a:lnTo>
                <a:lnTo>
                  <a:pt x="349603" y="990076"/>
                </a:lnTo>
                <a:lnTo>
                  <a:pt x="309136" y="968815"/>
                </a:lnTo>
                <a:lnTo>
                  <a:pt x="265069" y="939230"/>
                </a:lnTo>
                <a:lnTo>
                  <a:pt x="226884" y="904501"/>
                </a:lnTo>
                <a:lnTo>
                  <a:pt x="193853" y="862183"/>
                </a:lnTo>
                <a:lnTo>
                  <a:pt x="166829" y="817291"/>
                </a:lnTo>
                <a:lnTo>
                  <a:pt x="145085" y="767381"/>
                </a:lnTo>
                <a:lnTo>
                  <a:pt x="7391" y="396750"/>
                </a:lnTo>
                <a:lnTo>
                  <a:pt x="0" y="363265"/>
                </a:lnTo>
                <a:lnTo>
                  <a:pt x="792" y="346218"/>
                </a:lnTo>
                <a:lnTo>
                  <a:pt x="15859" y="309258"/>
                </a:lnTo>
                <a:lnTo>
                  <a:pt x="52246" y="256080"/>
                </a:lnTo>
                <a:lnTo>
                  <a:pt x="80736" y="226654"/>
                </a:lnTo>
                <a:lnTo>
                  <a:pt x="117263" y="195519"/>
                </a:lnTo>
                <a:lnTo>
                  <a:pt x="162644" y="162503"/>
                </a:lnTo>
                <a:lnTo>
                  <a:pt x="217956" y="128673"/>
                </a:lnTo>
                <a:lnTo>
                  <a:pt x="284279" y="95100"/>
                </a:lnTo>
                <a:lnTo>
                  <a:pt x="362691" y="62853"/>
                </a:lnTo>
                <a:lnTo>
                  <a:pt x="442951" y="35406"/>
                </a:lnTo>
                <a:lnTo>
                  <a:pt x="514904" y="17515"/>
                </a:lnTo>
                <a:lnTo>
                  <a:pt x="578303" y="5338"/>
                </a:lnTo>
                <a:lnTo>
                  <a:pt x="633959" y="0"/>
                </a:lnTo>
                <a:lnTo>
                  <a:pt x="682154" y="142"/>
                </a:lnTo>
                <a:lnTo>
                  <a:pt x="723171" y="4408"/>
                </a:lnTo>
                <a:lnTo>
                  <a:pt x="784799" y="19872"/>
                </a:lnTo>
                <a:lnTo>
                  <a:pt x="812621" y="32136"/>
                </a:lnTo>
                <a:lnTo>
                  <a:pt x="746660" y="56543"/>
                </a:lnTo>
                <a:lnTo>
                  <a:pt x="692147" y="82412"/>
                </a:lnTo>
                <a:lnTo>
                  <a:pt x="648596" y="111145"/>
                </a:lnTo>
                <a:lnTo>
                  <a:pt x="614465" y="139174"/>
                </a:lnTo>
                <a:lnTo>
                  <a:pt x="568874" y="195606"/>
                </a:lnTo>
                <a:lnTo>
                  <a:pt x="553170" y="257371"/>
                </a:lnTo>
                <a:lnTo>
                  <a:pt x="553219" y="284626"/>
                </a:lnTo>
                <a:lnTo>
                  <a:pt x="559085" y="378160"/>
                </a:lnTo>
                <a:lnTo>
                  <a:pt x="412383" y="409343"/>
                </a:lnTo>
                <a:lnTo>
                  <a:pt x="404884" y="414832"/>
                </a:lnTo>
                <a:lnTo>
                  <a:pt x="404652" y="414881"/>
                </a:lnTo>
                <a:lnTo>
                  <a:pt x="392423" y="426569"/>
                </a:lnTo>
                <a:lnTo>
                  <a:pt x="378530" y="436014"/>
                </a:lnTo>
                <a:lnTo>
                  <a:pt x="372589" y="439874"/>
                </a:lnTo>
                <a:lnTo>
                  <a:pt x="270120" y="461654"/>
                </a:lnTo>
                <a:lnTo>
                  <a:pt x="262895" y="467085"/>
                </a:lnTo>
                <a:lnTo>
                  <a:pt x="258423" y="473229"/>
                </a:lnTo>
                <a:lnTo>
                  <a:pt x="258783" y="482241"/>
                </a:lnTo>
                <a:lnTo>
                  <a:pt x="259280" y="483434"/>
                </a:lnTo>
                <a:lnTo>
                  <a:pt x="259544" y="484676"/>
                </a:lnTo>
                <a:lnTo>
                  <a:pt x="260041" y="485869"/>
                </a:lnTo>
                <a:lnTo>
                  <a:pt x="279804" y="518022"/>
                </a:lnTo>
                <a:lnTo>
                  <a:pt x="309053" y="539071"/>
                </a:lnTo>
                <a:lnTo>
                  <a:pt x="343917" y="547241"/>
                </a:lnTo>
                <a:lnTo>
                  <a:pt x="380791" y="542000"/>
                </a:lnTo>
                <a:lnTo>
                  <a:pt x="566881" y="502446"/>
                </a:lnTo>
                <a:lnTo>
                  <a:pt x="572988" y="599824"/>
                </a:lnTo>
                <a:lnTo>
                  <a:pt x="567196" y="602353"/>
                </a:lnTo>
                <a:lnTo>
                  <a:pt x="560907" y="603690"/>
                </a:lnTo>
                <a:lnTo>
                  <a:pt x="555115" y="606219"/>
                </a:lnTo>
                <a:lnTo>
                  <a:pt x="511447" y="629783"/>
                </a:lnTo>
                <a:lnTo>
                  <a:pt x="475995" y="661988"/>
                </a:lnTo>
                <a:lnTo>
                  <a:pt x="449793" y="701315"/>
                </a:lnTo>
                <a:lnTo>
                  <a:pt x="433873" y="746247"/>
                </a:lnTo>
                <a:lnTo>
                  <a:pt x="429005" y="794023"/>
                </a:lnTo>
                <a:lnTo>
                  <a:pt x="433429" y="806067"/>
                </a:lnTo>
                <a:lnTo>
                  <a:pt x="443478" y="811721"/>
                </a:lnTo>
                <a:lnTo>
                  <a:pt x="455965" y="811663"/>
                </a:lnTo>
                <a:lnTo>
                  <a:pt x="595429" y="782019"/>
                </a:lnTo>
                <a:lnTo>
                  <a:pt x="602222" y="806543"/>
                </a:lnTo>
                <a:lnTo>
                  <a:pt x="619191" y="850976"/>
                </a:lnTo>
                <a:lnTo>
                  <a:pt x="640445" y="891901"/>
                </a:lnTo>
                <a:lnTo>
                  <a:pt x="666849" y="931732"/>
                </a:lnTo>
                <a:lnTo>
                  <a:pt x="698477" y="969154"/>
                </a:lnTo>
                <a:lnTo>
                  <a:pt x="715011" y="985115"/>
                </a:lnTo>
                <a:lnTo>
                  <a:pt x="733101" y="1003342"/>
                </a:lnTo>
                <a:lnTo>
                  <a:pt x="752194" y="1021356"/>
                </a:lnTo>
                <a:lnTo>
                  <a:pt x="772271" y="1039161"/>
                </a:lnTo>
                <a:lnTo>
                  <a:pt x="762712" y="1045088"/>
                </a:lnTo>
                <a:lnTo>
                  <a:pt x="742806" y="1054513"/>
                </a:lnTo>
                <a:lnTo>
                  <a:pt x="732457" y="1058011"/>
                </a:lnTo>
                <a:lnTo>
                  <a:pt x="687274" y="1070211"/>
                </a:lnTo>
                <a:close/>
              </a:path>
              <a:path w="1551940" h="1126489">
                <a:moveTo>
                  <a:pt x="1179043" y="1118891"/>
                </a:moveTo>
                <a:lnTo>
                  <a:pt x="1132795" y="1126124"/>
                </a:lnTo>
                <a:lnTo>
                  <a:pt x="1086040" y="1124377"/>
                </a:lnTo>
                <a:lnTo>
                  <a:pt x="1039061" y="1113589"/>
                </a:lnTo>
                <a:lnTo>
                  <a:pt x="992629" y="1096192"/>
                </a:lnTo>
                <a:lnTo>
                  <a:pt x="947251" y="1073378"/>
                </a:lnTo>
                <a:lnTo>
                  <a:pt x="903171" y="1045095"/>
                </a:lnTo>
                <a:lnTo>
                  <a:pt x="861160" y="1013775"/>
                </a:lnTo>
                <a:lnTo>
                  <a:pt x="821991" y="981851"/>
                </a:lnTo>
                <a:lnTo>
                  <a:pt x="785642" y="948030"/>
                </a:lnTo>
                <a:lnTo>
                  <a:pt x="753149" y="915985"/>
                </a:lnTo>
                <a:lnTo>
                  <a:pt x="753382" y="915936"/>
                </a:lnTo>
                <a:lnTo>
                  <a:pt x="719482" y="873803"/>
                </a:lnTo>
                <a:lnTo>
                  <a:pt x="693166" y="828760"/>
                </a:lnTo>
                <a:lnTo>
                  <a:pt x="673691" y="779666"/>
                </a:lnTo>
                <a:lnTo>
                  <a:pt x="660838" y="727867"/>
                </a:lnTo>
                <a:lnTo>
                  <a:pt x="654391" y="674705"/>
                </a:lnTo>
                <a:lnTo>
                  <a:pt x="629432" y="280112"/>
                </a:lnTo>
                <a:lnTo>
                  <a:pt x="629251" y="261973"/>
                </a:lnTo>
                <a:lnTo>
                  <a:pt x="631736" y="244566"/>
                </a:lnTo>
                <a:lnTo>
                  <a:pt x="662691" y="197737"/>
                </a:lnTo>
                <a:lnTo>
                  <a:pt x="712648" y="158554"/>
                </a:lnTo>
                <a:lnTo>
                  <a:pt x="748611" y="139224"/>
                </a:lnTo>
                <a:lnTo>
                  <a:pt x="792543" y="119499"/>
                </a:lnTo>
                <a:lnTo>
                  <a:pt x="845522" y="101746"/>
                </a:lnTo>
                <a:lnTo>
                  <a:pt x="908098" y="85849"/>
                </a:lnTo>
                <a:lnTo>
                  <a:pt x="981350" y="74174"/>
                </a:lnTo>
                <a:lnTo>
                  <a:pt x="1065827" y="66605"/>
                </a:lnTo>
                <a:lnTo>
                  <a:pt x="1150576" y="64171"/>
                </a:lnTo>
                <a:lnTo>
                  <a:pt x="1224820" y="67866"/>
                </a:lnTo>
                <a:lnTo>
                  <a:pt x="1288846" y="75030"/>
                </a:lnTo>
                <a:lnTo>
                  <a:pt x="1343732" y="86735"/>
                </a:lnTo>
                <a:lnTo>
                  <a:pt x="1390030" y="101563"/>
                </a:lnTo>
                <a:lnTo>
                  <a:pt x="1428025" y="116858"/>
                </a:lnTo>
                <a:lnTo>
                  <a:pt x="1482631" y="149395"/>
                </a:lnTo>
                <a:lnTo>
                  <a:pt x="1511428" y="177032"/>
                </a:lnTo>
                <a:lnTo>
                  <a:pt x="1526218" y="227122"/>
                </a:lnTo>
                <a:lnTo>
                  <a:pt x="1527838" y="252745"/>
                </a:lnTo>
                <a:lnTo>
                  <a:pt x="935918" y="378561"/>
                </a:lnTo>
                <a:lnTo>
                  <a:pt x="899836" y="387529"/>
                </a:lnTo>
                <a:lnTo>
                  <a:pt x="871309" y="409173"/>
                </a:lnTo>
                <a:lnTo>
                  <a:pt x="853151" y="440299"/>
                </a:lnTo>
                <a:lnTo>
                  <a:pt x="848174" y="477711"/>
                </a:lnTo>
                <a:lnTo>
                  <a:pt x="848205" y="479003"/>
                </a:lnTo>
                <a:lnTo>
                  <a:pt x="848469" y="480245"/>
                </a:lnTo>
                <a:lnTo>
                  <a:pt x="848500" y="481537"/>
                </a:lnTo>
                <a:lnTo>
                  <a:pt x="851837" y="489916"/>
                </a:lnTo>
                <a:lnTo>
                  <a:pt x="858685" y="494952"/>
                </a:lnTo>
                <a:lnTo>
                  <a:pt x="867231" y="495733"/>
                </a:lnTo>
                <a:lnTo>
                  <a:pt x="969791" y="473933"/>
                </a:lnTo>
                <a:lnTo>
                  <a:pt x="976784" y="475043"/>
                </a:lnTo>
                <a:lnTo>
                  <a:pt x="993527" y="479274"/>
                </a:lnTo>
                <a:lnTo>
                  <a:pt x="1009419" y="484985"/>
                </a:lnTo>
                <a:lnTo>
                  <a:pt x="1009653" y="484935"/>
                </a:lnTo>
                <a:lnTo>
                  <a:pt x="1018735" y="486900"/>
                </a:lnTo>
                <a:lnTo>
                  <a:pt x="1147611" y="459507"/>
                </a:lnTo>
                <a:lnTo>
                  <a:pt x="1147434" y="460843"/>
                </a:lnTo>
                <a:lnTo>
                  <a:pt x="1147465" y="462134"/>
                </a:lnTo>
                <a:lnTo>
                  <a:pt x="1147729" y="463377"/>
                </a:lnTo>
                <a:lnTo>
                  <a:pt x="1147760" y="464668"/>
                </a:lnTo>
                <a:lnTo>
                  <a:pt x="1150833" y="471806"/>
                </a:lnTo>
                <a:lnTo>
                  <a:pt x="1157681" y="476842"/>
                </a:lnTo>
                <a:lnTo>
                  <a:pt x="1166227" y="477622"/>
                </a:lnTo>
                <a:lnTo>
                  <a:pt x="1267171" y="456166"/>
                </a:lnTo>
                <a:lnTo>
                  <a:pt x="1275780" y="456932"/>
                </a:lnTo>
                <a:lnTo>
                  <a:pt x="1292523" y="461164"/>
                </a:lnTo>
                <a:lnTo>
                  <a:pt x="1308415" y="466874"/>
                </a:lnTo>
                <a:lnTo>
                  <a:pt x="1317498" y="468839"/>
                </a:lnTo>
                <a:lnTo>
                  <a:pt x="1538535" y="421856"/>
                </a:lnTo>
                <a:lnTo>
                  <a:pt x="1546639" y="549971"/>
                </a:lnTo>
                <a:lnTo>
                  <a:pt x="872859" y="693187"/>
                </a:lnTo>
                <a:lnTo>
                  <a:pt x="861359" y="698228"/>
                </a:lnTo>
                <a:lnTo>
                  <a:pt x="854103" y="707561"/>
                </a:lnTo>
                <a:lnTo>
                  <a:pt x="854258" y="720512"/>
                </a:lnTo>
                <a:lnTo>
                  <a:pt x="874243" y="764304"/>
                </a:lnTo>
                <a:lnTo>
                  <a:pt x="902116" y="805120"/>
                </a:lnTo>
                <a:lnTo>
                  <a:pt x="936340" y="839394"/>
                </a:lnTo>
                <a:lnTo>
                  <a:pt x="975906" y="866040"/>
                </a:lnTo>
                <a:lnTo>
                  <a:pt x="1020332" y="886459"/>
                </a:lnTo>
                <a:lnTo>
                  <a:pt x="1068079" y="897084"/>
                </a:lnTo>
                <a:lnTo>
                  <a:pt x="1118668" y="899315"/>
                </a:lnTo>
                <a:lnTo>
                  <a:pt x="1168540" y="891311"/>
                </a:lnTo>
                <a:lnTo>
                  <a:pt x="1515683" y="817524"/>
                </a:lnTo>
                <a:lnTo>
                  <a:pt x="1511463" y="827509"/>
                </a:lnTo>
                <a:lnTo>
                  <a:pt x="1483239" y="872460"/>
                </a:lnTo>
                <a:lnTo>
                  <a:pt x="1454980" y="908329"/>
                </a:lnTo>
                <a:lnTo>
                  <a:pt x="1423341" y="946215"/>
                </a:lnTo>
                <a:lnTo>
                  <a:pt x="1388428" y="983498"/>
                </a:lnTo>
                <a:lnTo>
                  <a:pt x="1350611" y="1018802"/>
                </a:lnTo>
                <a:lnTo>
                  <a:pt x="1310526" y="1051992"/>
                </a:lnTo>
                <a:lnTo>
                  <a:pt x="1268279" y="1080447"/>
                </a:lnTo>
                <a:lnTo>
                  <a:pt x="1224239" y="1102792"/>
                </a:lnTo>
                <a:lnTo>
                  <a:pt x="1179043" y="1118891"/>
                </a:lnTo>
                <a:close/>
              </a:path>
              <a:path w="1551940" h="1126489">
                <a:moveTo>
                  <a:pt x="566881" y="502446"/>
                </a:moveTo>
                <a:lnTo>
                  <a:pt x="380791" y="542000"/>
                </a:lnTo>
                <a:lnTo>
                  <a:pt x="412108" y="521061"/>
                </a:lnTo>
                <a:lnTo>
                  <a:pt x="432993" y="491953"/>
                </a:lnTo>
                <a:lnTo>
                  <a:pt x="441242" y="456442"/>
                </a:lnTo>
                <a:lnTo>
                  <a:pt x="435444" y="420021"/>
                </a:lnTo>
                <a:lnTo>
                  <a:pt x="433954" y="416443"/>
                </a:lnTo>
                <a:lnTo>
                  <a:pt x="428533" y="409805"/>
                </a:lnTo>
                <a:lnTo>
                  <a:pt x="420804" y="407553"/>
                </a:lnTo>
                <a:lnTo>
                  <a:pt x="559085" y="378160"/>
                </a:lnTo>
                <a:lnTo>
                  <a:pt x="566881" y="502446"/>
                </a:lnTo>
                <a:close/>
              </a:path>
              <a:path w="1551940" h="1126489">
                <a:moveTo>
                  <a:pt x="330548" y="457898"/>
                </a:moveTo>
                <a:lnTo>
                  <a:pt x="313563" y="461509"/>
                </a:lnTo>
                <a:lnTo>
                  <a:pt x="296443" y="462551"/>
                </a:lnTo>
                <a:lnTo>
                  <a:pt x="279341" y="460993"/>
                </a:lnTo>
                <a:lnTo>
                  <a:pt x="270120" y="461654"/>
                </a:lnTo>
                <a:lnTo>
                  <a:pt x="372589" y="439874"/>
                </a:lnTo>
                <a:lnTo>
                  <a:pt x="363677" y="445663"/>
                </a:lnTo>
                <a:lnTo>
                  <a:pt x="347510" y="452995"/>
                </a:lnTo>
                <a:lnTo>
                  <a:pt x="330548" y="457898"/>
                </a:lnTo>
                <a:close/>
              </a:path>
              <a:path w="1551940" h="1126489">
                <a:moveTo>
                  <a:pt x="1147611" y="459507"/>
                </a:moveTo>
                <a:lnTo>
                  <a:pt x="1027157" y="485110"/>
                </a:lnTo>
                <a:lnTo>
                  <a:pt x="1033037" y="478666"/>
                </a:lnTo>
                <a:lnTo>
                  <a:pt x="1035553" y="471640"/>
                </a:lnTo>
                <a:lnTo>
                  <a:pt x="1035522" y="470348"/>
                </a:lnTo>
                <a:lnTo>
                  <a:pt x="1035227" y="467814"/>
                </a:lnTo>
                <a:lnTo>
                  <a:pt x="1035460" y="467765"/>
                </a:lnTo>
                <a:lnTo>
                  <a:pt x="1025678" y="430893"/>
                </a:lnTo>
                <a:lnTo>
                  <a:pt x="1003699" y="401807"/>
                </a:lnTo>
                <a:lnTo>
                  <a:pt x="972780" y="383710"/>
                </a:lnTo>
                <a:lnTo>
                  <a:pt x="935918" y="378561"/>
                </a:lnTo>
                <a:lnTo>
                  <a:pt x="1527838" y="252745"/>
                </a:lnTo>
                <a:lnTo>
                  <a:pt x="1530675" y="297585"/>
                </a:lnTo>
                <a:lnTo>
                  <a:pt x="1234914" y="360451"/>
                </a:lnTo>
                <a:lnTo>
                  <a:pt x="1198832" y="369419"/>
                </a:lnTo>
                <a:lnTo>
                  <a:pt x="1170569" y="392305"/>
                </a:lnTo>
                <a:lnTo>
                  <a:pt x="1152411" y="423430"/>
                </a:lnTo>
                <a:lnTo>
                  <a:pt x="1147611" y="459507"/>
                </a:lnTo>
                <a:close/>
              </a:path>
              <a:path w="1551940" h="1126489">
                <a:moveTo>
                  <a:pt x="1538535" y="421856"/>
                </a:moveTo>
                <a:lnTo>
                  <a:pt x="1325920" y="467049"/>
                </a:lnTo>
                <a:lnTo>
                  <a:pt x="1332064" y="461848"/>
                </a:lnTo>
                <a:lnTo>
                  <a:pt x="1334316" y="453579"/>
                </a:lnTo>
                <a:lnTo>
                  <a:pt x="1334549" y="453529"/>
                </a:lnTo>
                <a:lnTo>
                  <a:pt x="1334455" y="449654"/>
                </a:lnTo>
                <a:lnTo>
                  <a:pt x="1324674" y="412782"/>
                </a:lnTo>
                <a:lnTo>
                  <a:pt x="1302695" y="383696"/>
                </a:lnTo>
                <a:lnTo>
                  <a:pt x="1271776" y="365599"/>
                </a:lnTo>
                <a:lnTo>
                  <a:pt x="1234914" y="360451"/>
                </a:lnTo>
                <a:lnTo>
                  <a:pt x="1530675" y="297585"/>
                </a:lnTo>
                <a:lnTo>
                  <a:pt x="1538535" y="421856"/>
                </a:lnTo>
                <a:close/>
              </a:path>
              <a:path w="1551940" h="1126489">
                <a:moveTo>
                  <a:pt x="969791" y="473933"/>
                </a:moveTo>
                <a:lnTo>
                  <a:pt x="867231" y="495733"/>
                </a:lnTo>
                <a:lnTo>
                  <a:pt x="875923" y="492586"/>
                </a:lnTo>
                <a:lnTo>
                  <a:pt x="890782" y="484235"/>
                </a:lnTo>
                <a:lnTo>
                  <a:pt x="923831" y="474613"/>
                </a:lnTo>
                <a:lnTo>
                  <a:pt x="941452" y="472166"/>
                </a:lnTo>
                <a:lnTo>
                  <a:pt x="959302" y="472267"/>
                </a:lnTo>
                <a:lnTo>
                  <a:pt x="969791" y="473933"/>
                </a:lnTo>
                <a:close/>
              </a:path>
              <a:path w="1551940" h="1126489">
                <a:moveTo>
                  <a:pt x="1267171" y="456166"/>
                </a:moveTo>
                <a:lnTo>
                  <a:pt x="1166227" y="477622"/>
                </a:lnTo>
                <a:lnTo>
                  <a:pt x="1174919" y="474476"/>
                </a:lnTo>
                <a:lnTo>
                  <a:pt x="1190042" y="467366"/>
                </a:lnTo>
                <a:lnTo>
                  <a:pt x="1206062" y="461364"/>
                </a:lnTo>
                <a:lnTo>
                  <a:pt x="1222827" y="456503"/>
                </a:lnTo>
                <a:lnTo>
                  <a:pt x="1240712" y="455298"/>
                </a:lnTo>
                <a:lnTo>
                  <a:pt x="1258562" y="455399"/>
                </a:lnTo>
                <a:lnTo>
                  <a:pt x="1267171" y="456166"/>
                </a:lnTo>
                <a:close/>
              </a:path>
              <a:path w="1551940" h="1126489">
                <a:moveTo>
                  <a:pt x="595429" y="782019"/>
                </a:moveTo>
                <a:lnTo>
                  <a:pt x="455965" y="811663"/>
                </a:lnTo>
                <a:lnTo>
                  <a:pt x="466910" y="802845"/>
                </a:lnTo>
                <a:lnTo>
                  <a:pt x="491076" y="776934"/>
                </a:lnTo>
                <a:lnTo>
                  <a:pt x="518502" y="754226"/>
                </a:lnTo>
                <a:lnTo>
                  <a:pt x="548683" y="733529"/>
                </a:lnTo>
                <a:lnTo>
                  <a:pt x="581908" y="717378"/>
                </a:lnTo>
                <a:lnTo>
                  <a:pt x="589545" y="759899"/>
                </a:lnTo>
                <a:lnTo>
                  <a:pt x="590334" y="763627"/>
                </a:lnTo>
                <a:lnTo>
                  <a:pt x="595429" y="782019"/>
                </a:lnTo>
                <a:close/>
              </a:path>
              <a:path w="1551940" h="1126489">
                <a:moveTo>
                  <a:pt x="1156153" y="742034"/>
                </a:moveTo>
                <a:lnTo>
                  <a:pt x="1108939" y="748175"/>
                </a:lnTo>
                <a:lnTo>
                  <a:pt x="1061222" y="747931"/>
                </a:lnTo>
                <a:lnTo>
                  <a:pt x="1014753" y="742227"/>
                </a:lnTo>
                <a:lnTo>
                  <a:pt x="970029" y="732258"/>
                </a:lnTo>
                <a:lnTo>
                  <a:pt x="927022" y="716731"/>
                </a:lnTo>
                <a:lnTo>
                  <a:pt x="886230" y="696837"/>
                </a:lnTo>
                <a:lnTo>
                  <a:pt x="872859" y="693187"/>
                </a:lnTo>
                <a:lnTo>
                  <a:pt x="1546639" y="549971"/>
                </a:lnTo>
                <a:lnTo>
                  <a:pt x="1551096" y="620434"/>
                </a:lnTo>
                <a:lnTo>
                  <a:pt x="1336283" y="666094"/>
                </a:lnTo>
                <a:lnTo>
                  <a:pt x="1323644" y="671377"/>
                </a:lnTo>
                <a:lnTo>
                  <a:pt x="1285534" y="695058"/>
                </a:lnTo>
                <a:lnTo>
                  <a:pt x="1244808" y="715400"/>
                </a:lnTo>
                <a:lnTo>
                  <a:pt x="1201562" y="731084"/>
                </a:lnTo>
                <a:lnTo>
                  <a:pt x="1156153" y="742034"/>
                </a:lnTo>
                <a:close/>
              </a:path>
              <a:path w="1551940" h="1126489">
                <a:moveTo>
                  <a:pt x="1515683" y="817524"/>
                </a:moveTo>
                <a:lnTo>
                  <a:pt x="1168540" y="891311"/>
                </a:lnTo>
                <a:lnTo>
                  <a:pt x="1214755" y="874996"/>
                </a:lnTo>
                <a:lnTo>
                  <a:pt x="1256037" y="849342"/>
                </a:lnTo>
                <a:lnTo>
                  <a:pt x="1292170" y="818291"/>
                </a:lnTo>
                <a:lnTo>
                  <a:pt x="1321614" y="779574"/>
                </a:lnTo>
                <a:lnTo>
                  <a:pt x="1344151" y="737130"/>
                </a:lnTo>
                <a:lnTo>
                  <a:pt x="1358506" y="689934"/>
                </a:lnTo>
                <a:lnTo>
                  <a:pt x="1358273" y="689984"/>
                </a:lnTo>
                <a:lnTo>
                  <a:pt x="1356877" y="677297"/>
                </a:lnTo>
                <a:lnTo>
                  <a:pt x="1348454" y="668700"/>
                </a:lnTo>
                <a:lnTo>
                  <a:pt x="1336283" y="666094"/>
                </a:lnTo>
                <a:lnTo>
                  <a:pt x="1551096" y="620434"/>
                </a:lnTo>
                <a:lnTo>
                  <a:pt x="1551177" y="621715"/>
                </a:lnTo>
                <a:lnTo>
                  <a:pt x="1551349" y="674912"/>
                </a:lnTo>
                <a:lnTo>
                  <a:pt x="1545185" y="728157"/>
                </a:lnTo>
                <a:lnTo>
                  <a:pt x="1531957" y="779008"/>
                </a:lnTo>
                <a:lnTo>
                  <a:pt x="1515683" y="817524"/>
                </a:lnTo>
                <a:close/>
              </a:path>
            </a:pathLst>
          </a:custGeom>
          <a:solidFill>
            <a:srgbClr val="FDDF46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54549" y="3054349"/>
            <a:ext cx="2882900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500" b="1" spc="-10" dirty="0">
                <a:solidFill>
                  <a:srgbClr val="9333E9"/>
                </a:solidFill>
                <a:latin typeface="微软雅黑"/>
                <a:cs typeface="微软雅黑"/>
              </a:rPr>
              <a:t>魔法小剧场</a:t>
            </a:r>
            <a:endParaRPr sz="45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025"/>
              </a:spcBef>
            </a:pPr>
            <a:r>
              <a:rPr sz="2250" spc="-10" dirty="0">
                <a:solidFill>
                  <a:srgbClr val="465469"/>
                </a:solidFill>
                <a:latin typeface="微软雅黑"/>
                <a:cs typeface="微软雅黑"/>
              </a:rPr>
              <a:t>精彩故事即将上演</a:t>
            </a:r>
            <a:endParaRPr sz="225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52974" y="200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84933" y="371475"/>
                </a:moveTo>
                <a:lnTo>
                  <a:pt x="57150" y="371475"/>
                </a:lnTo>
                <a:lnTo>
                  <a:pt x="150554" y="161359"/>
                </a:lnTo>
                <a:lnTo>
                  <a:pt x="177209" y="119233"/>
                </a:lnTo>
                <a:lnTo>
                  <a:pt x="214848" y="86617"/>
                </a:lnTo>
                <a:lnTo>
                  <a:pt x="348704" y="982"/>
                </a:lnTo>
                <a:lnTo>
                  <a:pt x="364063" y="0"/>
                </a:lnTo>
                <a:lnTo>
                  <a:pt x="371475" y="7411"/>
                </a:lnTo>
                <a:lnTo>
                  <a:pt x="371475" y="20359"/>
                </a:lnTo>
                <a:lnTo>
                  <a:pt x="371028" y="22592"/>
                </a:lnTo>
                <a:lnTo>
                  <a:pt x="370224" y="24735"/>
                </a:lnTo>
                <a:lnTo>
                  <a:pt x="331463" y="121443"/>
                </a:lnTo>
                <a:lnTo>
                  <a:pt x="239762" y="121443"/>
                </a:lnTo>
                <a:lnTo>
                  <a:pt x="237083" y="123408"/>
                </a:lnTo>
                <a:lnTo>
                  <a:pt x="230118" y="144393"/>
                </a:lnTo>
                <a:lnTo>
                  <a:pt x="209133" y="151358"/>
                </a:lnTo>
                <a:lnTo>
                  <a:pt x="207168" y="154037"/>
                </a:lnTo>
                <a:lnTo>
                  <a:pt x="207168" y="160287"/>
                </a:lnTo>
                <a:lnTo>
                  <a:pt x="209133" y="162966"/>
                </a:lnTo>
                <a:lnTo>
                  <a:pt x="230118" y="169931"/>
                </a:lnTo>
                <a:lnTo>
                  <a:pt x="237083" y="190916"/>
                </a:lnTo>
                <a:lnTo>
                  <a:pt x="239762" y="192881"/>
                </a:lnTo>
                <a:lnTo>
                  <a:pt x="320655" y="192881"/>
                </a:lnTo>
                <a:lnTo>
                  <a:pt x="342886" y="242887"/>
                </a:lnTo>
                <a:lnTo>
                  <a:pt x="193863" y="242887"/>
                </a:lnTo>
                <a:lnTo>
                  <a:pt x="188416" y="246816"/>
                </a:lnTo>
                <a:lnTo>
                  <a:pt x="186451" y="252620"/>
                </a:lnTo>
                <a:lnTo>
                  <a:pt x="174396" y="288696"/>
                </a:lnTo>
                <a:lnTo>
                  <a:pt x="132516" y="302716"/>
                </a:lnTo>
                <a:lnTo>
                  <a:pt x="128651" y="308074"/>
                </a:lnTo>
                <a:lnTo>
                  <a:pt x="128587" y="320486"/>
                </a:lnTo>
                <a:lnTo>
                  <a:pt x="132516" y="325933"/>
                </a:lnTo>
                <a:lnTo>
                  <a:pt x="174396" y="339953"/>
                </a:lnTo>
                <a:lnTo>
                  <a:pt x="184933" y="371475"/>
                </a:lnTo>
                <a:close/>
              </a:path>
              <a:path w="457200" h="457200">
                <a:moveTo>
                  <a:pt x="320655" y="192881"/>
                </a:moveTo>
                <a:lnTo>
                  <a:pt x="246012" y="192881"/>
                </a:lnTo>
                <a:lnTo>
                  <a:pt x="248691" y="190916"/>
                </a:lnTo>
                <a:lnTo>
                  <a:pt x="255656" y="169931"/>
                </a:lnTo>
                <a:lnTo>
                  <a:pt x="276641" y="162966"/>
                </a:lnTo>
                <a:lnTo>
                  <a:pt x="278606" y="160287"/>
                </a:lnTo>
                <a:lnTo>
                  <a:pt x="278606" y="154037"/>
                </a:lnTo>
                <a:lnTo>
                  <a:pt x="276641" y="151358"/>
                </a:lnTo>
                <a:lnTo>
                  <a:pt x="255656" y="144393"/>
                </a:lnTo>
                <a:lnTo>
                  <a:pt x="248691" y="123408"/>
                </a:lnTo>
                <a:lnTo>
                  <a:pt x="246012" y="121443"/>
                </a:lnTo>
                <a:lnTo>
                  <a:pt x="331463" y="121443"/>
                </a:lnTo>
                <a:lnTo>
                  <a:pt x="315128" y="162163"/>
                </a:lnTo>
                <a:lnTo>
                  <a:pt x="314325" y="166627"/>
                </a:lnTo>
                <a:lnTo>
                  <a:pt x="314325" y="176004"/>
                </a:lnTo>
                <a:lnTo>
                  <a:pt x="315396" y="180915"/>
                </a:lnTo>
                <a:lnTo>
                  <a:pt x="317361" y="185469"/>
                </a:lnTo>
                <a:lnTo>
                  <a:pt x="320655" y="192881"/>
                </a:lnTo>
                <a:close/>
              </a:path>
              <a:path w="457200" h="457200">
                <a:moveTo>
                  <a:pt x="400050" y="371475"/>
                </a:moveTo>
                <a:lnTo>
                  <a:pt x="215116" y="371475"/>
                </a:lnTo>
                <a:lnTo>
                  <a:pt x="225653" y="339863"/>
                </a:lnTo>
                <a:lnTo>
                  <a:pt x="267533" y="325844"/>
                </a:lnTo>
                <a:lnTo>
                  <a:pt x="271398" y="320486"/>
                </a:lnTo>
                <a:lnTo>
                  <a:pt x="271462" y="308074"/>
                </a:lnTo>
                <a:lnTo>
                  <a:pt x="267533" y="302627"/>
                </a:lnTo>
                <a:lnTo>
                  <a:pt x="225653" y="288607"/>
                </a:lnTo>
                <a:lnTo>
                  <a:pt x="213598" y="252531"/>
                </a:lnTo>
                <a:lnTo>
                  <a:pt x="211633" y="246816"/>
                </a:lnTo>
                <a:lnTo>
                  <a:pt x="206186" y="242887"/>
                </a:lnTo>
                <a:lnTo>
                  <a:pt x="342886" y="242887"/>
                </a:lnTo>
                <a:lnTo>
                  <a:pt x="400050" y="371475"/>
                </a:lnTo>
                <a:close/>
              </a:path>
              <a:path w="457200" h="457200">
                <a:moveTo>
                  <a:pt x="428625" y="457200"/>
                </a:moveTo>
                <a:lnTo>
                  <a:pt x="28575" y="457200"/>
                </a:lnTo>
                <a:lnTo>
                  <a:pt x="17442" y="454957"/>
                </a:lnTo>
                <a:lnTo>
                  <a:pt x="8360" y="448839"/>
                </a:lnTo>
                <a:lnTo>
                  <a:pt x="2242" y="439757"/>
                </a:lnTo>
                <a:lnTo>
                  <a:pt x="0" y="428625"/>
                </a:lnTo>
                <a:lnTo>
                  <a:pt x="2242" y="417492"/>
                </a:lnTo>
                <a:lnTo>
                  <a:pt x="8360" y="408410"/>
                </a:lnTo>
                <a:lnTo>
                  <a:pt x="17442" y="402292"/>
                </a:lnTo>
                <a:lnTo>
                  <a:pt x="28575" y="400050"/>
                </a:lnTo>
                <a:lnTo>
                  <a:pt x="428625" y="400050"/>
                </a:lnTo>
                <a:lnTo>
                  <a:pt x="439757" y="402292"/>
                </a:lnTo>
                <a:lnTo>
                  <a:pt x="448839" y="408410"/>
                </a:lnTo>
                <a:lnTo>
                  <a:pt x="454957" y="417492"/>
                </a:lnTo>
                <a:lnTo>
                  <a:pt x="457200" y="428625"/>
                </a:lnTo>
                <a:lnTo>
                  <a:pt x="454957" y="439757"/>
                </a:lnTo>
                <a:lnTo>
                  <a:pt x="448839" y="448839"/>
                </a:lnTo>
                <a:lnTo>
                  <a:pt x="439757" y="454957"/>
                </a:lnTo>
                <a:lnTo>
                  <a:pt x="428625" y="457200"/>
                </a:lnTo>
                <a:close/>
              </a:path>
            </a:pathLst>
          </a:custGeom>
          <a:solidFill>
            <a:srgbClr val="A75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10"/>
              </a:spcBef>
            </a:pPr>
            <a:r>
              <a:rPr spc="120" dirty="0"/>
              <a:t>魔法课堂</a:t>
            </a: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b="0" dirty="0">
                <a:solidFill>
                  <a:srgbClr val="64738B"/>
                </a:solidFill>
                <a:latin typeface="微软雅黑"/>
                <a:cs typeface="微软雅黑"/>
              </a:rPr>
              <a:t>Magical</a:t>
            </a:r>
            <a:r>
              <a:rPr sz="1800" b="0" spc="-70" dirty="0">
                <a:solidFill>
                  <a:srgbClr val="64738B"/>
                </a:solidFill>
                <a:latin typeface="微软雅黑"/>
                <a:cs typeface="微软雅黑"/>
              </a:rPr>
              <a:t> </a:t>
            </a:r>
            <a:r>
              <a:rPr sz="1800" b="0" spc="-10" dirty="0">
                <a:solidFill>
                  <a:srgbClr val="64738B"/>
                </a:solidFill>
                <a:latin typeface="微软雅黑"/>
                <a:cs typeface="微软雅黑"/>
              </a:rPr>
              <a:t>Classroom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6717" y="6445249"/>
            <a:ext cx="1058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5469"/>
                </a:solidFill>
                <a:latin typeface="微软雅黑"/>
                <a:cs typeface="微软雅黑"/>
              </a:rPr>
              <a:t>第8页 / 共13</a:t>
            </a:r>
            <a:r>
              <a:rPr sz="1200" spc="-50" dirty="0">
                <a:solidFill>
                  <a:srgbClr val="465469"/>
                </a:solidFill>
                <a:latin typeface="微软雅黑"/>
                <a:cs typeface="微软雅黑"/>
              </a:rPr>
              <a:t>页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11056" y="452710"/>
            <a:ext cx="640080" cy="573405"/>
          </a:xfrm>
          <a:custGeom>
            <a:avLst/>
            <a:gdLst/>
            <a:ahLst/>
            <a:cxnLst/>
            <a:rect l="l" t="t" r="r" b="b"/>
            <a:pathLst>
              <a:path w="640080" h="573405">
                <a:moveTo>
                  <a:pt x="318272" y="143802"/>
                </a:moveTo>
                <a:lnTo>
                  <a:pt x="311285" y="142317"/>
                </a:lnTo>
                <a:lnTo>
                  <a:pt x="308583" y="139461"/>
                </a:lnTo>
                <a:lnTo>
                  <a:pt x="308078" y="135930"/>
                </a:lnTo>
                <a:lnTo>
                  <a:pt x="301432" y="91496"/>
                </a:lnTo>
                <a:lnTo>
                  <a:pt x="260523" y="65455"/>
                </a:lnTo>
                <a:lnTo>
                  <a:pt x="259012" y="61825"/>
                </a:lnTo>
                <a:lnTo>
                  <a:pt x="260497" y="54837"/>
                </a:lnTo>
                <a:lnTo>
                  <a:pt x="263354" y="52135"/>
                </a:lnTo>
                <a:lnTo>
                  <a:pt x="311319" y="44984"/>
                </a:lnTo>
                <a:lnTo>
                  <a:pt x="335462" y="7095"/>
                </a:lnTo>
                <a:lnTo>
                  <a:pt x="337360" y="4075"/>
                </a:lnTo>
                <a:lnTo>
                  <a:pt x="340990" y="2564"/>
                </a:lnTo>
                <a:lnTo>
                  <a:pt x="347978" y="4050"/>
                </a:lnTo>
                <a:lnTo>
                  <a:pt x="350680" y="6906"/>
                </a:lnTo>
                <a:lnTo>
                  <a:pt x="351185" y="10437"/>
                </a:lnTo>
                <a:lnTo>
                  <a:pt x="357830" y="54871"/>
                </a:lnTo>
                <a:lnTo>
                  <a:pt x="398740" y="80912"/>
                </a:lnTo>
                <a:lnTo>
                  <a:pt x="400250" y="84542"/>
                </a:lnTo>
                <a:lnTo>
                  <a:pt x="398765" y="91530"/>
                </a:lnTo>
                <a:lnTo>
                  <a:pt x="395908" y="94232"/>
                </a:lnTo>
                <a:lnTo>
                  <a:pt x="347944" y="101382"/>
                </a:lnTo>
                <a:lnTo>
                  <a:pt x="323674" y="139473"/>
                </a:lnTo>
                <a:lnTo>
                  <a:pt x="321903" y="142292"/>
                </a:lnTo>
                <a:lnTo>
                  <a:pt x="318272" y="143802"/>
                </a:lnTo>
                <a:close/>
              </a:path>
              <a:path w="640080" h="573405">
                <a:moveTo>
                  <a:pt x="71310" y="529424"/>
                </a:moveTo>
                <a:lnTo>
                  <a:pt x="52408" y="521405"/>
                </a:lnTo>
                <a:lnTo>
                  <a:pt x="37539" y="506241"/>
                </a:lnTo>
                <a:lnTo>
                  <a:pt x="7792" y="460434"/>
                </a:lnTo>
                <a:lnTo>
                  <a:pt x="0" y="440622"/>
                </a:lnTo>
                <a:lnTo>
                  <a:pt x="366" y="420071"/>
                </a:lnTo>
                <a:lnTo>
                  <a:pt x="8385" y="401169"/>
                </a:lnTo>
                <a:lnTo>
                  <a:pt x="23549" y="386300"/>
                </a:lnTo>
                <a:lnTo>
                  <a:pt x="528349" y="58479"/>
                </a:lnTo>
                <a:lnTo>
                  <a:pt x="548162" y="50687"/>
                </a:lnTo>
                <a:lnTo>
                  <a:pt x="568712" y="51054"/>
                </a:lnTo>
                <a:lnTo>
                  <a:pt x="587615" y="59073"/>
                </a:lnTo>
                <a:lnTo>
                  <a:pt x="602484" y="74237"/>
                </a:lnTo>
                <a:lnTo>
                  <a:pt x="632254" y="119934"/>
                </a:lnTo>
                <a:lnTo>
                  <a:pt x="637495" y="133258"/>
                </a:lnTo>
                <a:lnTo>
                  <a:pt x="554872" y="115696"/>
                </a:lnTo>
                <a:lnTo>
                  <a:pt x="415864" y="205970"/>
                </a:lnTo>
                <a:lnTo>
                  <a:pt x="435896" y="236816"/>
                </a:lnTo>
                <a:lnTo>
                  <a:pt x="522388" y="255201"/>
                </a:lnTo>
                <a:lnTo>
                  <a:pt x="111673" y="521999"/>
                </a:lnTo>
                <a:lnTo>
                  <a:pt x="91860" y="529791"/>
                </a:lnTo>
                <a:lnTo>
                  <a:pt x="71310" y="529424"/>
                </a:lnTo>
                <a:close/>
              </a:path>
              <a:path w="640080" h="573405">
                <a:moveTo>
                  <a:pt x="123049" y="211857"/>
                </a:moveTo>
                <a:lnTo>
                  <a:pt x="112568" y="209629"/>
                </a:lnTo>
                <a:lnTo>
                  <a:pt x="108569" y="205355"/>
                </a:lnTo>
                <a:lnTo>
                  <a:pt x="97723" y="133440"/>
                </a:lnTo>
                <a:lnTo>
                  <a:pt x="36436" y="94281"/>
                </a:lnTo>
                <a:lnTo>
                  <a:pt x="34159" y="88890"/>
                </a:lnTo>
                <a:lnTo>
                  <a:pt x="36387" y="78408"/>
                </a:lnTo>
                <a:lnTo>
                  <a:pt x="40660" y="74410"/>
                </a:lnTo>
                <a:lnTo>
                  <a:pt x="112576" y="63564"/>
                </a:lnTo>
                <a:lnTo>
                  <a:pt x="151735" y="2277"/>
                </a:lnTo>
                <a:lnTo>
                  <a:pt x="157126" y="0"/>
                </a:lnTo>
                <a:lnTo>
                  <a:pt x="167607" y="2227"/>
                </a:lnTo>
                <a:lnTo>
                  <a:pt x="171606" y="6501"/>
                </a:lnTo>
                <a:lnTo>
                  <a:pt x="182452" y="78416"/>
                </a:lnTo>
                <a:lnTo>
                  <a:pt x="243739" y="117575"/>
                </a:lnTo>
                <a:lnTo>
                  <a:pt x="246016" y="122966"/>
                </a:lnTo>
                <a:lnTo>
                  <a:pt x="243788" y="133448"/>
                </a:lnTo>
                <a:lnTo>
                  <a:pt x="239515" y="137446"/>
                </a:lnTo>
                <a:lnTo>
                  <a:pt x="167599" y="148293"/>
                </a:lnTo>
                <a:lnTo>
                  <a:pt x="128440" y="209579"/>
                </a:lnTo>
                <a:lnTo>
                  <a:pt x="123049" y="211857"/>
                </a:lnTo>
                <a:close/>
              </a:path>
              <a:path w="640080" h="573405">
                <a:moveTo>
                  <a:pt x="522388" y="255201"/>
                </a:moveTo>
                <a:lnTo>
                  <a:pt x="435896" y="236816"/>
                </a:lnTo>
                <a:lnTo>
                  <a:pt x="574904" y="146543"/>
                </a:lnTo>
                <a:lnTo>
                  <a:pt x="554872" y="115696"/>
                </a:lnTo>
                <a:lnTo>
                  <a:pt x="637495" y="133258"/>
                </a:lnTo>
                <a:lnTo>
                  <a:pt x="640046" y="139747"/>
                </a:lnTo>
                <a:lnTo>
                  <a:pt x="639674" y="160310"/>
                </a:lnTo>
                <a:lnTo>
                  <a:pt x="631661" y="179199"/>
                </a:lnTo>
                <a:lnTo>
                  <a:pt x="616497" y="194069"/>
                </a:lnTo>
                <a:lnTo>
                  <a:pt x="522388" y="255201"/>
                </a:lnTo>
                <a:close/>
              </a:path>
              <a:path w="640080" h="573405">
                <a:moveTo>
                  <a:pt x="447959" y="573052"/>
                </a:moveTo>
                <a:lnTo>
                  <a:pt x="437477" y="570824"/>
                </a:lnTo>
                <a:lnTo>
                  <a:pt x="433479" y="566551"/>
                </a:lnTo>
                <a:lnTo>
                  <a:pt x="422632" y="494635"/>
                </a:lnTo>
                <a:lnTo>
                  <a:pt x="361346" y="455476"/>
                </a:lnTo>
                <a:lnTo>
                  <a:pt x="359068" y="450085"/>
                </a:lnTo>
                <a:lnTo>
                  <a:pt x="361296" y="439604"/>
                </a:lnTo>
                <a:lnTo>
                  <a:pt x="365570" y="435605"/>
                </a:lnTo>
                <a:lnTo>
                  <a:pt x="437485" y="424759"/>
                </a:lnTo>
                <a:lnTo>
                  <a:pt x="476644" y="363472"/>
                </a:lnTo>
                <a:lnTo>
                  <a:pt x="482035" y="361195"/>
                </a:lnTo>
                <a:lnTo>
                  <a:pt x="492517" y="363423"/>
                </a:lnTo>
                <a:lnTo>
                  <a:pt x="496515" y="367696"/>
                </a:lnTo>
                <a:lnTo>
                  <a:pt x="507362" y="439612"/>
                </a:lnTo>
                <a:lnTo>
                  <a:pt x="568648" y="478771"/>
                </a:lnTo>
                <a:lnTo>
                  <a:pt x="570926" y="484162"/>
                </a:lnTo>
                <a:lnTo>
                  <a:pt x="568698" y="494643"/>
                </a:lnTo>
                <a:lnTo>
                  <a:pt x="564424" y="498642"/>
                </a:lnTo>
                <a:lnTo>
                  <a:pt x="492509" y="509488"/>
                </a:lnTo>
                <a:lnTo>
                  <a:pt x="453350" y="570775"/>
                </a:lnTo>
                <a:lnTo>
                  <a:pt x="447959" y="573052"/>
                </a:lnTo>
                <a:close/>
              </a:path>
            </a:pathLst>
          </a:custGeom>
          <a:solidFill>
            <a:srgbClr val="BF83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914982" y="5599134"/>
            <a:ext cx="551815" cy="597535"/>
          </a:xfrm>
          <a:custGeom>
            <a:avLst/>
            <a:gdLst/>
            <a:ahLst/>
            <a:cxnLst/>
            <a:rect l="l" t="t" r="r" b="b"/>
            <a:pathLst>
              <a:path w="551815" h="597535">
                <a:moveTo>
                  <a:pt x="361494" y="591073"/>
                </a:moveTo>
                <a:lnTo>
                  <a:pt x="313159" y="597332"/>
                </a:lnTo>
                <a:lnTo>
                  <a:pt x="265726" y="595790"/>
                </a:lnTo>
                <a:lnTo>
                  <a:pt x="219923" y="586924"/>
                </a:lnTo>
                <a:lnTo>
                  <a:pt x="176482" y="571211"/>
                </a:lnTo>
                <a:lnTo>
                  <a:pt x="136131" y="549128"/>
                </a:lnTo>
                <a:lnTo>
                  <a:pt x="99601" y="521150"/>
                </a:lnTo>
                <a:lnTo>
                  <a:pt x="67622" y="487755"/>
                </a:lnTo>
                <a:lnTo>
                  <a:pt x="40923" y="449420"/>
                </a:lnTo>
                <a:lnTo>
                  <a:pt x="20235" y="406621"/>
                </a:lnTo>
                <a:lnTo>
                  <a:pt x="6287" y="359835"/>
                </a:lnTo>
                <a:lnTo>
                  <a:pt x="0" y="311420"/>
                </a:lnTo>
                <a:lnTo>
                  <a:pt x="1491" y="263906"/>
                </a:lnTo>
                <a:lnTo>
                  <a:pt x="10289" y="218026"/>
                </a:lnTo>
                <a:lnTo>
                  <a:pt x="25921" y="174511"/>
                </a:lnTo>
                <a:lnTo>
                  <a:pt x="47913" y="134094"/>
                </a:lnTo>
                <a:lnTo>
                  <a:pt x="75793" y="97508"/>
                </a:lnTo>
                <a:lnTo>
                  <a:pt x="109087" y="65484"/>
                </a:lnTo>
                <a:lnTo>
                  <a:pt x="147324" y="38755"/>
                </a:lnTo>
                <a:lnTo>
                  <a:pt x="190030" y="18054"/>
                </a:lnTo>
                <a:lnTo>
                  <a:pt x="236731" y="4112"/>
                </a:lnTo>
                <a:lnTo>
                  <a:pt x="236759" y="4243"/>
                </a:lnTo>
                <a:lnTo>
                  <a:pt x="243041" y="2982"/>
                </a:lnTo>
                <a:lnTo>
                  <a:pt x="249314" y="1865"/>
                </a:lnTo>
                <a:lnTo>
                  <a:pt x="255589" y="876"/>
                </a:lnTo>
                <a:lnTo>
                  <a:pt x="261876" y="0"/>
                </a:lnTo>
                <a:lnTo>
                  <a:pt x="268744" y="251"/>
                </a:lnTo>
                <a:lnTo>
                  <a:pt x="275039" y="2576"/>
                </a:lnTo>
                <a:lnTo>
                  <a:pt x="280306" y="6712"/>
                </a:lnTo>
                <a:lnTo>
                  <a:pt x="284092" y="12394"/>
                </a:lnTo>
                <a:lnTo>
                  <a:pt x="285884" y="18970"/>
                </a:lnTo>
                <a:lnTo>
                  <a:pt x="285536" y="25627"/>
                </a:lnTo>
                <a:lnTo>
                  <a:pt x="283148" y="31871"/>
                </a:lnTo>
                <a:lnTo>
                  <a:pt x="278822" y="37205"/>
                </a:lnTo>
                <a:lnTo>
                  <a:pt x="245748" y="73297"/>
                </a:lnTo>
                <a:lnTo>
                  <a:pt x="220854" y="115335"/>
                </a:lnTo>
                <a:lnTo>
                  <a:pt x="205065" y="161899"/>
                </a:lnTo>
                <a:lnTo>
                  <a:pt x="199309" y="211569"/>
                </a:lnTo>
                <a:lnTo>
                  <a:pt x="204515" y="262925"/>
                </a:lnTo>
                <a:lnTo>
                  <a:pt x="219065" y="308403"/>
                </a:lnTo>
                <a:lnTo>
                  <a:pt x="241667" y="348839"/>
                </a:lnTo>
                <a:lnTo>
                  <a:pt x="271197" y="383501"/>
                </a:lnTo>
                <a:lnTo>
                  <a:pt x="306532" y="411659"/>
                </a:lnTo>
                <a:lnTo>
                  <a:pt x="346550" y="432583"/>
                </a:lnTo>
                <a:lnTo>
                  <a:pt x="390126" y="445542"/>
                </a:lnTo>
                <a:lnTo>
                  <a:pt x="436139" y="449805"/>
                </a:lnTo>
                <a:lnTo>
                  <a:pt x="483466" y="444642"/>
                </a:lnTo>
                <a:lnTo>
                  <a:pt x="493469" y="442287"/>
                </a:lnTo>
                <a:lnTo>
                  <a:pt x="503245" y="439531"/>
                </a:lnTo>
                <a:lnTo>
                  <a:pt x="512810" y="436383"/>
                </a:lnTo>
                <a:lnTo>
                  <a:pt x="522178" y="432853"/>
                </a:lnTo>
                <a:lnTo>
                  <a:pt x="528869" y="431363"/>
                </a:lnTo>
                <a:lnTo>
                  <a:pt x="551556" y="451720"/>
                </a:lnTo>
                <a:lnTo>
                  <a:pt x="550806" y="458378"/>
                </a:lnTo>
                <a:lnTo>
                  <a:pt x="520110" y="500182"/>
                </a:lnTo>
                <a:lnTo>
                  <a:pt x="487099" y="531306"/>
                </a:lnTo>
                <a:lnTo>
                  <a:pt x="449369" y="557295"/>
                </a:lnTo>
                <a:lnTo>
                  <a:pt x="407355" y="577450"/>
                </a:lnTo>
                <a:lnTo>
                  <a:pt x="361494" y="591073"/>
                </a:lnTo>
                <a:close/>
              </a:path>
            </a:pathLst>
          </a:custGeom>
          <a:solidFill>
            <a:srgbClr val="FEF0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74155" y="4673600"/>
            <a:ext cx="15494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9333E9"/>
                </a:solidFill>
                <a:latin typeface="微软雅黑"/>
                <a:cs typeface="微软雅黑"/>
              </a:rPr>
              <a:t>魔法棒打喷嚏啦！</a:t>
            </a:r>
            <a:endParaRPr sz="1500">
              <a:latin typeface="微软雅黑"/>
              <a:cs typeface="微软雅黑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1599" y="2838449"/>
            <a:ext cx="190499" cy="190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81599" y="3257550"/>
            <a:ext cx="190499" cy="1904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1599" y="3692479"/>
            <a:ext cx="190499" cy="16276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170834" y="2216150"/>
            <a:ext cx="2616200" cy="168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10" dirty="0">
                <a:solidFill>
                  <a:srgbClr val="7D21CD"/>
                </a:solidFill>
                <a:latin typeface="微软雅黑"/>
                <a:cs typeface="微软雅黑"/>
              </a:rPr>
              <a:t>魔法棒打喷嚏</a:t>
            </a:r>
            <a:endParaRPr sz="2250">
              <a:latin typeface="微软雅黑"/>
              <a:cs typeface="微软雅黑"/>
            </a:endParaRPr>
          </a:p>
          <a:p>
            <a:pPr marL="316865" marR="5080">
              <a:lnSpc>
                <a:spcPct val="183300"/>
              </a:lnSpc>
              <a:spcBef>
                <a:spcPts val="450"/>
              </a:spcBef>
            </a:pPr>
            <a:r>
              <a:rPr sz="1500" spc="-5" dirty="0">
                <a:solidFill>
                  <a:srgbClr val="9333E9"/>
                </a:solidFill>
                <a:latin typeface="微软雅黑"/>
                <a:cs typeface="微软雅黑"/>
              </a:rPr>
              <a:t>把爸爸的袜子变到月亮上！配搞笑插图与阿嚏音效</a:t>
            </a:r>
            <a:endParaRPr sz="1500">
              <a:latin typeface="微软雅黑"/>
              <a:cs typeface="微软雅黑"/>
            </a:endParaRPr>
          </a:p>
          <a:p>
            <a:pPr marL="316865">
              <a:lnSpc>
                <a:spcPct val="100000"/>
              </a:lnSpc>
              <a:spcBef>
                <a:spcPts val="1500"/>
              </a:spcBef>
            </a:pPr>
            <a:r>
              <a:rPr sz="1500" spc="-10" dirty="0">
                <a:solidFill>
                  <a:srgbClr val="9333E9"/>
                </a:solidFill>
                <a:latin typeface="微软雅黑"/>
                <a:cs typeface="微软雅黑"/>
              </a:rPr>
              <a:t>引导孩子接受不完美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81599" y="4210049"/>
            <a:ext cx="6391275" cy="571500"/>
          </a:xfrm>
          <a:custGeom>
            <a:avLst/>
            <a:gdLst/>
            <a:ahLst/>
            <a:cxnLst/>
            <a:rect l="l" t="t" r="r" b="b"/>
            <a:pathLst>
              <a:path w="6391275" h="571500">
                <a:moveTo>
                  <a:pt x="6284478" y="571499"/>
                </a:moveTo>
                <a:lnTo>
                  <a:pt x="106794" y="571499"/>
                </a:lnTo>
                <a:lnTo>
                  <a:pt x="99361" y="570767"/>
                </a:lnTo>
                <a:lnTo>
                  <a:pt x="57037" y="556406"/>
                </a:lnTo>
                <a:lnTo>
                  <a:pt x="23431" y="526941"/>
                </a:lnTo>
                <a:lnTo>
                  <a:pt x="3659" y="486859"/>
                </a:lnTo>
                <a:lnTo>
                  <a:pt x="0" y="464704"/>
                </a:lnTo>
                <a:lnTo>
                  <a:pt x="0" y="457199"/>
                </a:lnTo>
                <a:lnTo>
                  <a:pt x="0" y="106794"/>
                </a:lnTo>
                <a:lnTo>
                  <a:pt x="11571" y="63624"/>
                </a:lnTo>
                <a:lnTo>
                  <a:pt x="38783" y="28170"/>
                </a:lnTo>
                <a:lnTo>
                  <a:pt x="77492" y="5828"/>
                </a:lnTo>
                <a:lnTo>
                  <a:pt x="106794" y="0"/>
                </a:lnTo>
                <a:lnTo>
                  <a:pt x="6284478" y="0"/>
                </a:lnTo>
                <a:lnTo>
                  <a:pt x="6327648" y="11572"/>
                </a:lnTo>
                <a:lnTo>
                  <a:pt x="6363102" y="38784"/>
                </a:lnTo>
                <a:lnTo>
                  <a:pt x="6385444" y="77492"/>
                </a:lnTo>
                <a:lnTo>
                  <a:pt x="6391273" y="106794"/>
                </a:lnTo>
                <a:lnTo>
                  <a:pt x="6391273" y="464704"/>
                </a:lnTo>
                <a:lnTo>
                  <a:pt x="6379700" y="507873"/>
                </a:lnTo>
                <a:lnTo>
                  <a:pt x="6352488" y="543328"/>
                </a:lnTo>
                <a:lnTo>
                  <a:pt x="6313780" y="565670"/>
                </a:lnTo>
                <a:lnTo>
                  <a:pt x="6291911" y="570767"/>
                </a:lnTo>
                <a:lnTo>
                  <a:pt x="6284478" y="571499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23234" y="4378325"/>
            <a:ext cx="41402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" dirty="0">
                <a:solidFill>
                  <a:srgbClr val="7D21CD"/>
                </a:solidFill>
                <a:latin typeface="微软雅黑"/>
                <a:cs typeface="微软雅黑"/>
              </a:rPr>
              <a:t>魔法不完美也没关系，就像我们有时候也会犯错一样！</a:t>
            </a:r>
            <a:endParaRPr sz="135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57599" y="283844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199" y="914399"/>
                </a:moveTo>
                <a:lnTo>
                  <a:pt x="412386" y="912198"/>
                </a:lnTo>
                <a:lnTo>
                  <a:pt x="368004" y="905614"/>
                </a:lnTo>
                <a:lnTo>
                  <a:pt x="324481" y="894713"/>
                </a:lnTo>
                <a:lnTo>
                  <a:pt x="282236" y="879597"/>
                </a:lnTo>
                <a:lnTo>
                  <a:pt x="241677" y="860414"/>
                </a:lnTo>
                <a:lnTo>
                  <a:pt x="203192" y="837347"/>
                </a:lnTo>
                <a:lnTo>
                  <a:pt x="167155" y="810620"/>
                </a:lnTo>
                <a:lnTo>
                  <a:pt x="133910" y="780489"/>
                </a:lnTo>
                <a:lnTo>
                  <a:pt x="103779" y="747244"/>
                </a:lnTo>
                <a:lnTo>
                  <a:pt x="77051" y="711206"/>
                </a:lnTo>
                <a:lnTo>
                  <a:pt x="53985" y="672722"/>
                </a:lnTo>
                <a:lnTo>
                  <a:pt x="34801" y="632162"/>
                </a:lnTo>
                <a:lnTo>
                  <a:pt x="19686" y="589918"/>
                </a:lnTo>
                <a:lnTo>
                  <a:pt x="8784" y="546395"/>
                </a:lnTo>
                <a:lnTo>
                  <a:pt x="2201" y="502013"/>
                </a:lnTo>
                <a:lnTo>
                  <a:pt x="0" y="457199"/>
                </a:lnTo>
                <a:lnTo>
                  <a:pt x="137" y="445976"/>
                </a:lnTo>
                <a:lnTo>
                  <a:pt x="3438" y="401230"/>
                </a:lnTo>
                <a:lnTo>
                  <a:pt x="11109" y="357023"/>
                </a:lnTo>
                <a:lnTo>
                  <a:pt x="23076" y="313781"/>
                </a:lnTo>
                <a:lnTo>
                  <a:pt x="39224" y="271920"/>
                </a:lnTo>
                <a:lnTo>
                  <a:pt x="59397" y="231843"/>
                </a:lnTo>
                <a:lnTo>
                  <a:pt x="83402" y="193937"/>
                </a:lnTo>
                <a:lnTo>
                  <a:pt x="111006" y="158566"/>
                </a:lnTo>
                <a:lnTo>
                  <a:pt x="141944" y="126071"/>
                </a:lnTo>
                <a:lnTo>
                  <a:pt x="175918" y="96765"/>
                </a:lnTo>
                <a:lnTo>
                  <a:pt x="212601" y="70930"/>
                </a:lnTo>
                <a:lnTo>
                  <a:pt x="251640" y="48816"/>
                </a:lnTo>
                <a:lnTo>
                  <a:pt x="292658" y="30634"/>
                </a:lnTo>
                <a:lnTo>
                  <a:pt x="335261" y="16560"/>
                </a:lnTo>
                <a:lnTo>
                  <a:pt x="379039" y="6730"/>
                </a:lnTo>
                <a:lnTo>
                  <a:pt x="423569" y="1238"/>
                </a:lnTo>
                <a:lnTo>
                  <a:pt x="457199" y="0"/>
                </a:lnTo>
                <a:lnTo>
                  <a:pt x="468423" y="137"/>
                </a:lnTo>
                <a:lnTo>
                  <a:pt x="513169" y="3438"/>
                </a:lnTo>
                <a:lnTo>
                  <a:pt x="557376" y="11109"/>
                </a:lnTo>
                <a:lnTo>
                  <a:pt x="600618" y="23076"/>
                </a:lnTo>
                <a:lnTo>
                  <a:pt x="642479" y="39224"/>
                </a:lnTo>
                <a:lnTo>
                  <a:pt x="682556" y="59397"/>
                </a:lnTo>
                <a:lnTo>
                  <a:pt x="720462" y="83401"/>
                </a:lnTo>
                <a:lnTo>
                  <a:pt x="755833" y="111006"/>
                </a:lnTo>
                <a:lnTo>
                  <a:pt x="788328" y="141944"/>
                </a:lnTo>
                <a:lnTo>
                  <a:pt x="817634" y="175918"/>
                </a:lnTo>
                <a:lnTo>
                  <a:pt x="843469" y="212601"/>
                </a:lnTo>
                <a:lnTo>
                  <a:pt x="865583" y="251640"/>
                </a:lnTo>
                <a:lnTo>
                  <a:pt x="883765" y="292658"/>
                </a:lnTo>
                <a:lnTo>
                  <a:pt x="897839" y="335262"/>
                </a:lnTo>
                <a:lnTo>
                  <a:pt x="907669" y="379039"/>
                </a:lnTo>
                <a:lnTo>
                  <a:pt x="913161" y="423569"/>
                </a:lnTo>
                <a:lnTo>
                  <a:pt x="914399" y="457199"/>
                </a:lnTo>
                <a:lnTo>
                  <a:pt x="914262" y="468423"/>
                </a:lnTo>
                <a:lnTo>
                  <a:pt x="910961" y="513169"/>
                </a:lnTo>
                <a:lnTo>
                  <a:pt x="903290" y="557376"/>
                </a:lnTo>
                <a:lnTo>
                  <a:pt x="891323" y="600618"/>
                </a:lnTo>
                <a:lnTo>
                  <a:pt x="875175" y="642479"/>
                </a:lnTo>
                <a:lnTo>
                  <a:pt x="855002" y="682556"/>
                </a:lnTo>
                <a:lnTo>
                  <a:pt x="830998" y="720462"/>
                </a:lnTo>
                <a:lnTo>
                  <a:pt x="803394" y="755833"/>
                </a:lnTo>
                <a:lnTo>
                  <a:pt x="772455" y="788328"/>
                </a:lnTo>
                <a:lnTo>
                  <a:pt x="738481" y="817634"/>
                </a:lnTo>
                <a:lnTo>
                  <a:pt x="701798" y="843469"/>
                </a:lnTo>
                <a:lnTo>
                  <a:pt x="662759" y="865583"/>
                </a:lnTo>
                <a:lnTo>
                  <a:pt x="621740" y="883765"/>
                </a:lnTo>
                <a:lnTo>
                  <a:pt x="579137" y="897839"/>
                </a:lnTo>
                <a:lnTo>
                  <a:pt x="535360" y="907669"/>
                </a:lnTo>
                <a:lnTo>
                  <a:pt x="490830" y="913161"/>
                </a:lnTo>
                <a:lnTo>
                  <a:pt x="457199" y="914399"/>
                </a:lnTo>
                <a:close/>
              </a:path>
            </a:pathLst>
          </a:custGeom>
          <a:solidFill>
            <a:srgbClr val="FFFFFF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01305" y="3073400"/>
            <a:ext cx="83121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20" dirty="0">
                <a:solidFill>
                  <a:srgbClr val="9333E9"/>
                </a:solidFill>
                <a:latin typeface="微软雅黑"/>
                <a:cs typeface="微软雅黑"/>
              </a:rPr>
              <a:t>阿嚏!</a:t>
            </a:r>
            <a:endParaRPr sz="27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05280" y="2696053"/>
            <a:ext cx="495300" cy="1199515"/>
          </a:xfrm>
          <a:custGeom>
            <a:avLst/>
            <a:gdLst/>
            <a:ahLst/>
            <a:cxnLst/>
            <a:rect l="l" t="t" r="r" b="b"/>
            <a:pathLst>
              <a:path w="495300" h="1199514">
                <a:moveTo>
                  <a:pt x="374187" y="1195874"/>
                </a:moveTo>
                <a:lnTo>
                  <a:pt x="366825" y="1197252"/>
                </a:lnTo>
                <a:lnTo>
                  <a:pt x="359423" y="1198264"/>
                </a:lnTo>
                <a:lnTo>
                  <a:pt x="351980" y="1198910"/>
                </a:lnTo>
                <a:lnTo>
                  <a:pt x="344496" y="1199191"/>
                </a:lnTo>
                <a:lnTo>
                  <a:pt x="337007" y="1199106"/>
                </a:lnTo>
                <a:lnTo>
                  <a:pt x="293050" y="1190959"/>
                </a:lnTo>
                <a:lnTo>
                  <a:pt x="253318" y="1170387"/>
                </a:lnTo>
                <a:lnTo>
                  <a:pt x="221296" y="1139191"/>
                </a:lnTo>
                <a:lnTo>
                  <a:pt x="199690" y="1100012"/>
                </a:lnTo>
                <a:lnTo>
                  <a:pt x="3317" y="184072"/>
                </a:lnTo>
                <a:lnTo>
                  <a:pt x="0" y="154381"/>
                </a:lnTo>
                <a:lnTo>
                  <a:pt x="85" y="146893"/>
                </a:lnTo>
                <a:lnTo>
                  <a:pt x="8231" y="102935"/>
                </a:lnTo>
                <a:lnTo>
                  <a:pt x="28804" y="63204"/>
                </a:lnTo>
                <a:lnTo>
                  <a:pt x="60000" y="31181"/>
                </a:lnTo>
                <a:lnTo>
                  <a:pt x="99179" y="9575"/>
                </a:lnTo>
                <a:lnTo>
                  <a:pt x="142908" y="281"/>
                </a:lnTo>
                <a:lnTo>
                  <a:pt x="150392" y="0"/>
                </a:lnTo>
                <a:lnTo>
                  <a:pt x="157880" y="85"/>
                </a:lnTo>
                <a:lnTo>
                  <a:pt x="201838" y="8231"/>
                </a:lnTo>
                <a:lnTo>
                  <a:pt x="241569" y="28804"/>
                </a:lnTo>
                <a:lnTo>
                  <a:pt x="273592" y="60000"/>
                </a:lnTo>
                <a:lnTo>
                  <a:pt x="295197" y="99179"/>
                </a:lnTo>
                <a:lnTo>
                  <a:pt x="491571" y="1015119"/>
                </a:lnTo>
                <a:lnTo>
                  <a:pt x="494888" y="1044810"/>
                </a:lnTo>
                <a:lnTo>
                  <a:pt x="494803" y="1052298"/>
                </a:lnTo>
                <a:lnTo>
                  <a:pt x="486656" y="1096256"/>
                </a:lnTo>
                <a:lnTo>
                  <a:pt x="466083" y="1135987"/>
                </a:lnTo>
                <a:lnTo>
                  <a:pt x="434888" y="1168010"/>
                </a:lnTo>
                <a:lnTo>
                  <a:pt x="395709" y="1189616"/>
                </a:lnTo>
                <a:lnTo>
                  <a:pt x="374187" y="1195874"/>
                </a:lnTo>
                <a:close/>
              </a:path>
            </a:pathLst>
          </a:custGeom>
          <a:solidFill>
            <a:srgbClr val="A75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5324" y="2228849"/>
            <a:ext cx="152399" cy="152399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3702236" y="3797486"/>
            <a:ext cx="520700" cy="520700"/>
            <a:chOff x="3702236" y="3797486"/>
            <a:chExt cx="520700" cy="520700"/>
          </a:xfrm>
        </p:grpSpPr>
        <p:sp>
          <p:nvSpPr>
            <p:cNvPr id="17" name="object 17"/>
            <p:cNvSpPr/>
            <p:nvPr/>
          </p:nvSpPr>
          <p:spPr>
            <a:xfrm>
              <a:off x="3702236" y="3797486"/>
              <a:ext cx="520700" cy="520700"/>
            </a:xfrm>
            <a:custGeom>
              <a:avLst/>
              <a:gdLst/>
              <a:ahLst/>
              <a:cxnLst/>
              <a:rect l="l" t="t" r="r" b="b"/>
              <a:pathLst>
                <a:path w="520700" h="520700">
                  <a:moveTo>
                    <a:pt x="260163" y="475689"/>
                  </a:moveTo>
                  <a:lnTo>
                    <a:pt x="44636" y="260163"/>
                  </a:lnTo>
                  <a:lnTo>
                    <a:pt x="17993" y="224241"/>
                  </a:lnTo>
                  <a:lnTo>
                    <a:pt x="2928" y="182131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475689" y="260163"/>
                  </a:lnTo>
                  <a:lnTo>
                    <a:pt x="502332" y="296084"/>
                  </a:lnTo>
                  <a:lnTo>
                    <a:pt x="517397" y="338194"/>
                  </a:lnTo>
                  <a:lnTo>
                    <a:pt x="520326" y="367926"/>
                  </a:lnTo>
                  <a:lnTo>
                    <a:pt x="520143" y="375413"/>
                  </a:lnTo>
                  <a:lnTo>
                    <a:pt x="511421" y="419259"/>
                  </a:lnTo>
                  <a:lnTo>
                    <a:pt x="490330" y="458718"/>
                  </a:lnTo>
                  <a:lnTo>
                    <a:pt x="458718" y="490330"/>
                  </a:lnTo>
                  <a:lnTo>
                    <a:pt x="419259" y="511421"/>
                  </a:lnTo>
                  <a:lnTo>
                    <a:pt x="375413" y="520143"/>
                  </a:lnTo>
                  <a:lnTo>
                    <a:pt x="367926" y="520326"/>
                  </a:lnTo>
                  <a:lnTo>
                    <a:pt x="360439" y="520143"/>
                  </a:lnTo>
                  <a:lnTo>
                    <a:pt x="316592" y="511421"/>
                  </a:lnTo>
                  <a:lnTo>
                    <a:pt x="277133" y="490330"/>
                  </a:lnTo>
                  <a:lnTo>
                    <a:pt x="260163" y="47568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78436" y="3819805"/>
              <a:ext cx="152399" cy="1523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47844" y="4089212"/>
              <a:ext cx="152399" cy="152399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5183187" y="158750"/>
            <a:ext cx="18084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95" dirty="0">
                <a:solidFill>
                  <a:srgbClr val="7D21CD"/>
                </a:solidFill>
              </a:rPr>
              <a:t>魔法小剧场</a:t>
            </a:r>
            <a:endParaRPr sz="2700"/>
          </a:p>
        </p:txBody>
      </p:sp>
      <p:sp>
        <p:nvSpPr>
          <p:cNvPr id="21" name="object 21"/>
          <p:cNvSpPr txBox="1"/>
          <p:nvPr/>
        </p:nvSpPr>
        <p:spPr>
          <a:xfrm>
            <a:off x="4852044" y="6418311"/>
            <a:ext cx="248793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5" dirty="0">
                <a:solidFill>
                  <a:srgbClr val="9333E9"/>
                </a:solidFill>
                <a:latin typeface="微软雅黑"/>
                <a:cs typeface="微软雅黑"/>
              </a:rPr>
              <a:t>假如我会魔法 - </a:t>
            </a:r>
            <a:r>
              <a:rPr sz="1200" dirty="0">
                <a:solidFill>
                  <a:srgbClr val="9333E9"/>
                </a:solidFill>
                <a:latin typeface="微软雅黑"/>
                <a:cs typeface="微软雅黑"/>
              </a:rPr>
              <a:t>5</a:t>
            </a:r>
            <a:r>
              <a:rPr sz="1200" spc="-5" dirty="0">
                <a:solidFill>
                  <a:srgbClr val="9333E9"/>
                </a:solidFill>
                <a:latin typeface="微软雅黑"/>
                <a:cs typeface="微软雅黑"/>
              </a:rPr>
              <a:t>岁小朋友脱口秀 </a:t>
            </a:r>
            <a:r>
              <a:rPr sz="1400" spc="30" dirty="0">
                <a:solidFill>
                  <a:srgbClr val="9333E9"/>
                </a:solidFill>
                <a:latin typeface="Segoe UI Symbol"/>
                <a:cs typeface="Segoe UI Symbol"/>
              </a:rPr>
              <a:t>✨</a:t>
            </a:r>
            <a:endParaRPr sz="1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0834" y="5742230"/>
            <a:ext cx="681355" cy="610870"/>
          </a:xfrm>
          <a:custGeom>
            <a:avLst/>
            <a:gdLst/>
            <a:ahLst/>
            <a:cxnLst/>
            <a:rect l="l" t="t" r="r" b="b"/>
            <a:pathLst>
              <a:path w="681355" h="610870">
                <a:moveTo>
                  <a:pt x="259284" y="609150"/>
                </a:moveTo>
                <a:lnTo>
                  <a:pt x="226028" y="587155"/>
                </a:lnTo>
                <a:lnTo>
                  <a:pt x="36258" y="315804"/>
                </a:lnTo>
                <a:lnTo>
                  <a:pt x="16175" y="279748"/>
                </a:lnTo>
                <a:lnTo>
                  <a:pt x="4009" y="240754"/>
                </a:lnTo>
                <a:lnTo>
                  <a:pt x="0" y="200104"/>
                </a:lnTo>
                <a:lnTo>
                  <a:pt x="4388" y="159083"/>
                </a:lnTo>
                <a:lnTo>
                  <a:pt x="20768" y="108177"/>
                </a:lnTo>
                <a:lnTo>
                  <a:pt x="44621" y="70591"/>
                </a:lnTo>
                <a:lnTo>
                  <a:pt x="76102" y="39853"/>
                </a:lnTo>
                <a:lnTo>
                  <a:pt x="113750" y="17090"/>
                </a:lnTo>
                <a:lnTo>
                  <a:pt x="156105" y="3430"/>
                </a:lnTo>
                <a:lnTo>
                  <a:pt x="201706" y="0"/>
                </a:lnTo>
                <a:lnTo>
                  <a:pt x="246845" y="7463"/>
                </a:lnTo>
                <a:lnTo>
                  <a:pt x="288360" y="25094"/>
                </a:lnTo>
                <a:lnTo>
                  <a:pt x="324582" y="51922"/>
                </a:lnTo>
                <a:lnTo>
                  <a:pt x="353843" y="86975"/>
                </a:lnTo>
                <a:lnTo>
                  <a:pt x="366224" y="106039"/>
                </a:lnTo>
                <a:lnTo>
                  <a:pt x="385288" y="93659"/>
                </a:lnTo>
                <a:lnTo>
                  <a:pt x="426277" y="73538"/>
                </a:lnTo>
                <a:lnTo>
                  <a:pt x="470279" y="63762"/>
                </a:lnTo>
                <a:lnTo>
                  <a:pt x="515376" y="64541"/>
                </a:lnTo>
                <a:lnTo>
                  <a:pt x="559648" y="76082"/>
                </a:lnTo>
                <a:lnTo>
                  <a:pt x="599911" y="97764"/>
                </a:lnTo>
                <a:lnTo>
                  <a:pt x="633048" y="127471"/>
                </a:lnTo>
                <a:lnTo>
                  <a:pt x="658183" y="163578"/>
                </a:lnTo>
                <a:lnTo>
                  <a:pt x="674440" y="204464"/>
                </a:lnTo>
                <a:lnTo>
                  <a:pt x="680943" y="248502"/>
                </a:lnTo>
                <a:lnTo>
                  <a:pt x="676817" y="294070"/>
                </a:lnTo>
                <a:lnTo>
                  <a:pt x="662526" y="340929"/>
                </a:lnTo>
                <a:lnTo>
                  <a:pt x="642330" y="376433"/>
                </a:lnTo>
                <a:lnTo>
                  <a:pt x="615355" y="407108"/>
                </a:lnTo>
                <a:lnTo>
                  <a:pt x="582343" y="431878"/>
                </a:lnTo>
                <a:lnTo>
                  <a:pt x="298612" y="602583"/>
                </a:lnTo>
                <a:lnTo>
                  <a:pt x="269466" y="610330"/>
                </a:lnTo>
                <a:lnTo>
                  <a:pt x="259284" y="609150"/>
                </a:lnTo>
                <a:close/>
              </a:path>
            </a:pathLst>
          </a:custGeom>
          <a:solidFill>
            <a:srgbClr val="FBA5A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02154" y="621391"/>
            <a:ext cx="1233170" cy="1266190"/>
          </a:xfrm>
          <a:custGeom>
            <a:avLst/>
            <a:gdLst/>
            <a:ahLst/>
            <a:cxnLst/>
            <a:rect l="l" t="t" r="r" b="b"/>
            <a:pathLst>
              <a:path w="1233170" h="1266189">
                <a:moveTo>
                  <a:pt x="1108235" y="1121904"/>
                </a:moveTo>
                <a:lnTo>
                  <a:pt x="1087444" y="1124791"/>
                </a:lnTo>
                <a:lnTo>
                  <a:pt x="1066259" y="1121849"/>
                </a:lnTo>
                <a:lnTo>
                  <a:pt x="733507" y="1025818"/>
                </a:lnTo>
                <a:lnTo>
                  <a:pt x="468583" y="1248889"/>
                </a:lnTo>
                <a:lnTo>
                  <a:pt x="450419" y="1260160"/>
                </a:lnTo>
                <a:lnTo>
                  <a:pt x="430240" y="1265925"/>
                </a:lnTo>
                <a:lnTo>
                  <a:pt x="409266" y="1266017"/>
                </a:lnTo>
                <a:lnTo>
                  <a:pt x="388717" y="1260266"/>
                </a:lnTo>
                <a:lnTo>
                  <a:pt x="356461" y="1233497"/>
                </a:lnTo>
                <a:lnTo>
                  <a:pt x="343173" y="1193749"/>
                </a:lnTo>
                <a:lnTo>
                  <a:pt x="328338" y="842203"/>
                </a:lnTo>
                <a:lnTo>
                  <a:pt x="34590" y="653649"/>
                </a:lnTo>
                <a:lnTo>
                  <a:pt x="18548" y="639828"/>
                </a:lnTo>
                <a:lnTo>
                  <a:pt x="7108" y="622426"/>
                </a:lnTo>
                <a:lnTo>
                  <a:pt x="762" y="602573"/>
                </a:lnTo>
                <a:lnTo>
                  <a:pt x="0" y="581395"/>
                </a:lnTo>
                <a:lnTo>
                  <a:pt x="5103" y="560862"/>
                </a:lnTo>
                <a:lnTo>
                  <a:pt x="15508" y="542830"/>
                </a:lnTo>
                <a:lnTo>
                  <a:pt x="30438" y="528264"/>
                </a:lnTo>
                <a:lnTo>
                  <a:pt x="49117" y="518127"/>
                </a:lnTo>
                <a:lnTo>
                  <a:pt x="373096" y="397653"/>
                </a:lnTo>
                <a:lnTo>
                  <a:pt x="457364" y="57664"/>
                </a:lnTo>
                <a:lnTo>
                  <a:pt x="478380" y="21245"/>
                </a:lnTo>
                <a:lnTo>
                  <a:pt x="515534" y="1480"/>
                </a:lnTo>
                <a:lnTo>
                  <a:pt x="536992" y="0"/>
                </a:lnTo>
                <a:lnTo>
                  <a:pt x="557602" y="4406"/>
                </a:lnTo>
                <a:lnTo>
                  <a:pt x="576176" y="14265"/>
                </a:lnTo>
                <a:lnTo>
                  <a:pt x="591527" y="29147"/>
                </a:lnTo>
                <a:lnTo>
                  <a:pt x="806796" y="305468"/>
                </a:lnTo>
                <a:lnTo>
                  <a:pt x="1152000" y="283702"/>
                </a:lnTo>
                <a:lnTo>
                  <a:pt x="1192663" y="292618"/>
                </a:lnTo>
                <a:lnTo>
                  <a:pt x="1222604" y="321523"/>
                </a:lnTo>
                <a:lnTo>
                  <a:pt x="1232886" y="361879"/>
                </a:lnTo>
                <a:lnTo>
                  <a:pt x="1229459" y="382441"/>
                </a:lnTo>
                <a:lnTo>
                  <a:pt x="1220393" y="401599"/>
                </a:lnTo>
                <a:lnTo>
                  <a:pt x="1028732" y="693329"/>
                </a:lnTo>
                <a:lnTo>
                  <a:pt x="1158398" y="1020467"/>
                </a:lnTo>
                <a:lnTo>
                  <a:pt x="1163338" y="1041183"/>
                </a:lnTo>
                <a:lnTo>
                  <a:pt x="1162408" y="1062096"/>
                </a:lnTo>
                <a:lnTo>
                  <a:pt x="1155836" y="1082018"/>
                </a:lnTo>
                <a:lnTo>
                  <a:pt x="1143848" y="1099758"/>
                </a:lnTo>
                <a:lnTo>
                  <a:pt x="1127435" y="1113468"/>
                </a:lnTo>
                <a:lnTo>
                  <a:pt x="1108235" y="1121904"/>
                </a:lnTo>
                <a:close/>
              </a:path>
            </a:pathLst>
          </a:custGeom>
          <a:solidFill>
            <a:srgbClr val="FDDF46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54549" y="3054349"/>
            <a:ext cx="2882900" cy="1311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500" b="1" spc="-10" dirty="0">
                <a:solidFill>
                  <a:srgbClr val="EF4444"/>
                </a:solidFill>
                <a:latin typeface="微软雅黑"/>
                <a:cs typeface="微软雅黑"/>
              </a:rPr>
              <a:t>魔法传递爱</a:t>
            </a:r>
            <a:endParaRPr sz="45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025"/>
              </a:spcBef>
            </a:pPr>
            <a:r>
              <a:rPr sz="2250" spc="-10" dirty="0">
                <a:solidFill>
                  <a:srgbClr val="465469"/>
                </a:solidFill>
                <a:latin typeface="微软雅黑"/>
                <a:cs typeface="微软雅黑"/>
              </a:rPr>
              <a:t>用魔法温暖心灵</a:t>
            </a:r>
            <a:endParaRPr sz="225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52974" y="200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84933" y="371475"/>
                </a:moveTo>
                <a:lnTo>
                  <a:pt x="57150" y="371475"/>
                </a:lnTo>
                <a:lnTo>
                  <a:pt x="150554" y="161359"/>
                </a:lnTo>
                <a:lnTo>
                  <a:pt x="177209" y="119233"/>
                </a:lnTo>
                <a:lnTo>
                  <a:pt x="214848" y="86617"/>
                </a:lnTo>
                <a:lnTo>
                  <a:pt x="348704" y="982"/>
                </a:lnTo>
                <a:lnTo>
                  <a:pt x="364063" y="0"/>
                </a:lnTo>
                <a:lnTo>
                  <a:pt x="371475" y="7411"/>
                </a:lnTo>
                <a:lnTo>
                  <a:pt x="371475" y="20359"/>
                </a:lnTo>
                <a:lnTo>
                  <a:pt x="371028" y="22592"/>
                </a:lnTo>
                <a:lnTo>
                  <a:pt x="370224" y="24735"/>
                </a:lnTo>
                <a:lnTo>
                  <a:pt x="331463" y="121443"/>
                </a:lnTo>
                <a:lnTo>
                  <a:pt x="239762" y="121443"/>
                </a:lnTo>
                <a:lnTo>
                  <a:pt x="237083" y="123408"/>
                </a:lnTo>
                <a:lnTo>
                  <a:pt x="230118" y="144393"/>
                </a:lnTo>
                <a:lnTo>
                  <a:pt x="209133" y="151358"/>
                </a:lnTo>
                <a:lnTo>
                  <a:pt x="207168" y="154037"/>
                </a:lnTo>
                <a:lnTo>
                  <a:pt x="207168" y="160287"/>
                </a:lnTo>
                <a:lnTo>
                  <a:pt x="209133" y="162966"/>
                </a:lnTo>
                <a:lnTo>
                  <a:pt x="230118" y="169931"/>
                </a:lnTo>
                <a:lnTo>
                  <a:pt x="237083" y="190916"/>
                </a:lnTo>
                <a:lnTo>
                  <a:pt x="239762" y="192881"/>
                </a:lnTo>
                <a:lnTo>
                  <a:pt x="320655" y="192881"/>
                </a:lnTo>
                <a:lnTo>
                  <a:pt x="342886" y="242887"/>
                </a:lnTo>
                <a:lnTo>
                  <a:pt x="193863" y="242887"/>
                </a:lnTo>
                <a:lnTo>
                  <a:pt x="188416" y="246816"/>
                </a:lnTo>
                <a:lnTo>
                  <a:pt x="186451" y="252620"/>
                </a:lnTo>
                <a:lnTo>
                  <a:pt x="174396" y="288696"/>
                </a:lnTo>
                <a:lnTo>
                  <a:pt x="132516" y="302716"/>
                </a:lnTo>
                <a:lnTo>
                  <a:pt x="128651" y="308074"/>
                </a:lnTo>
                <a:lnTo>
                  <a:pt x="128587" y="320486"/>
                </a:lnTo>
                <a:lnTo>
                  <a:pt x="132516" y="325933"/>
                </a:lnTo>
                <a:lnTo>
                  <a:pt x="174396" y="339953"/>
                </a:lnTo>
                <a:lnTo>
                  <a:pt x="184933" y="371475"/>
                </a:lnTo>
                <a:close/>
              </a:path>
              <a:path w="457200" h="457200">
                <a:moveTo>
                  <a:pt x="320655" y="192881"/>
                </a:moveTo>
                <a:lnTo>
                  <a:pt x="246012" y="192881"/>
                </a:lnTo>
                <a:lnTo>
                  <a:pt x="248691" y="190916"/>
                </a:lnTo>
                <a:lnTo>
                  <a:pt x="255656" y="169931"/>
                </a:lnTo>
                <a:lnTo>
                  <a:pt x="276641" y="162966"/>
                </a:lnTo>
                <a:lnTo>
                  <a:pt x="278606" y="160287"/>
                </a:lnTo>
                <a:lnTo>
                  <a:pt x="278606" y="154037"/>
                </a:lnTo>
                <a:lnTo>
                  <a:pt x="276641" y="151358"/>
                </a:lnTo>
                <a:lnTo>
                  <a:pt x="255656" y="144393"/>
                </a:lnTo>
                <a:lnTo>
                  <a:pt x="248691" y="123408"/>
                </a:lnTo>
                <a:lnTo>
                  <a:pt x="246012" y="121443"/>
                </a:lnTo>
                <a:lnTo>
                  <a:pt x="331463" y="121443"/>
                </a:lnTo>
                <a:lnTo>
                  <a:pt x="315128" y="162163"/>
                </a:lnTo>
                <a:lnTo>
                  <a:pt x="314325" y="166627"/>
                </a:lnTo>
                <a:lnTo>
                  <a:pt x="314325" y="176004"/>
                </a:lnTo>
                <a:lnTo>
                  <a:pt x="315396" y="180915"/>
                </a:lnTo>
                <a:lnTo>
                  <a:pt x="317361" y="185469"/>
                </a:lnTo>
                <a:lnTo>
                  <a:pt x="320655" y="192881"/>
                </a:lnTo>
                <a:close/>
              </a:path>
              <a:path w="457200" h="457200">
                <a:moveTo>
                  <a:pt x="400050" y="371475"/>
                </a:moveTo>
                <a:lnTo>
                  <a:pt x="215116" y="371475"/>
                </a:lnTo>
                <a:lnTo>
                  <a:pt x="225653" y="339863"/>
                </a:lnTo>
                <a:lnTo>
                  <a:pt x="267533" y="325844"/>
                </a:lnTo>
                <a:lnTo>
                  <a:pt x="271398" y="320486"/>
                </a:lnTo>
                <a:lnTo>
                  <a:pt x="271462" y="308074"/>
                </a:lnTo>
                <a:lnTo>
                  <a:pt x="267533" y="302627"/>
                </a:lnTo>
                <a:lnTo>
                  <a:pt x="225653" y="288607"/>
                </a:lnTo>
                <a:lnTo>
                  <a:pt x="213598" y="252531"/>
                </a:lnTo>
                <a:lnTo>
                  <a:pt x="211633" y="246816"/>
                </a:lnTo>
                <a:lnTo>
                  <a:pt x="206186" y="242887"/>
                </a:lnTo>
                <a:lnTo>
                  <a:pt x="342886" y="242887"/>
                </a:lnTo>
                <a:lnTo>
                  <a:pt x="400050" y="371475"/>
                </a:lnTo>
                <a:close/>
              </a:path>
              <a:path w="457200" h="457200">
                <a:moveTo>
                  <a:pt x="428625" y="457200"/>
                </a:moveTo>
                <a:lnTo>
                  <a:pt x="28575" y="457200"/>
                </a:lnTo>
                <a:lnTo>
                  <a:pt x="17442" y="454957"/>
                </a:lnTo>
                <a:lnTo>
                  <a:pt x="8360" y="448839"/>
                </a:lnTo>
                <a:lnTo>
                  <a:pt x="2242" y="439757"/>
                </a:lnTo>
                <a:lnTo>
                  <a:pt x="0" y="428625"/>
                </a:lnTo>
                <a:lnTo>
                  <a:pt x="2242" y="417492"/>
                </a:lnTo>
                <a:lnTo>
                  <a:pt x="8360" y="408410"/>
                </a:lnTo>
                <a:lnTo>
                  <a:pt x="17442" y="402292"/>
                </a:lnTo>
                <a:lnTo>
                  <a:pt x="28575" y="400050"/>
                </a:lnTo>
                <a:lnTo>
                  <a:pt x="428625" y="400050"/>
                </a:lnTo>
                <a:lnTo>
                  <a:pt x="439757" y="402292"/>
                </a:lnTo>
                <a:lnTo>
                  <a:pt x="448839" y="408410"/>
                </a:lnTo>
                <a:lnTo>
                  <a:pt x="454957" y="417492"/>
                </a:lnTo>
                <a:lnTo>
                  <a:pt x="457200" y="428625"/>
                </a:lnTo>
                <a:lnTo>
                  <a:pt x="454957" y="439757"/>
                </a:lnTo>
                <a:lnTo>
                  <a:pt x="448839" y="448839"/>
                </a:lnTo>
                <a:lnTo>
                  <a:pt x="439757" y="454957"/>
                </a:lnTo>
                <a:lnTo>
                  <a:pt x="428625" y="457200"/>
                </a:lnTo>
                <a:close/>
              </a:path>
            </a:pathLst>
          </a:custGeom>
          <a:solidFill>
            <a:srgbClr val="A75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10"/>
              </a:spcBef>
            </a:pPr>
            <a:r>
              <a:rPr spc="120" dirty="0"/>
              <a:t>魔法课堂</a:t>
            </a: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b="0" dirty="0">
                <a:solidFill>
                  <a:srgbClr val="64738B"/>
                </a:solidFill>
                <a:latin typeface="微软雅黑"/>
                <a:cs typeface="微软雅黑"/>
              </a:rPr>
              <a:t>Magical</a:t>
            </a:r>
            <a:r>
              <a:rPr sz="1800" b="0" spc="-70" dirty="0">
                <a:solidFill>
                  <a:srgbClr val="64738B"/>
                </a:solidFill>
                <a:latin typeface="微软雅黑"/>
                <a:cs typeface="微软雅黑"/>
              </a:rPr>
              <a:t> </a:t>
            </a:r>
            <a:r>
              <a:rPr sz="1800" b="0" spc="-10" dirty="0">
                <a:solidFill>
                  <a:srgbClr val="64738B"/>
                </a:solidFill>
                <a:latin typeface="微软雅黑"/>
                <a:cs typeface="微软雅黑"/>
              </a:rPr>
              <a:t>Classroom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22069" y="6445249"/>
            <a:ext cx="11480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65469"/>
                </a:solidFill>
                <a:latin typeface="微软雅黑"/>
                <a:cs typeface="微软雅黑"/>
              </a:rPr>
              <a:t>第10页 / 共13</a:t>
            </a:r>
            <a:r>
              <a:rPr sz="1200" spc="-50" dirty="0">
                <a:solidFill>
                  <a:srgbClr val="465469"/>
                </a:solidFill>
                <a:latin typeface="微软雅黑"/>
                <a:cs typeface="微软雅黑"/>
              </a:rPr>
              <a:t>页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61999" y="657087"/>
            <a:ext cx="571500" cy="488315"/>
          </a:xfrm>
          <a:custGeom>
            <a:avLst/>
            <a:gdLst/>
            <a:ahLst/>
            <a:cxnLst/>
            <a:rect l="l" t="t" r="r" b="b"/>
            <a:pathLst>
              <a:path w="571500" h="488315">
                <a:moveTo>
                  <a:pt x="285750" y="488293"/>
                </a:moveTo>
                <a:lnTo>
                  <a:pt x="53131" y="287821"/>
                </a:lnTo>
                <a:lnTo>
                  <a:pt x="13841" y="232234"/>
                </a:lnTo>
                <a:lnTo>
                  <a:pt x="0" y="165596"/>
                </a:lnTo>
                <a:lnTo>
                  <a:pt x="0" y="159122"/>
                </a:lnTo>
                <a:lnTo>
                  <a:pt x="6477" y="114026"/>
                </a:lnTo>
                <a:lnTo>
                  <a:pt x="24763" y="73713"/>
                </a:lnTo>
                <a:lnTo>
                  <a:pt x="53138" y="40211"/>
                </a:lnTo>
                <a:lnTo>
                  <a:pt x="89882" y="15544"/>
                </a:lnTo>
                <a:lnTo>
                  <a:pt x="133275" y="1737"/>
                </a:lnTo>
                <a:lnTo>
                  <a:pt x="171362" y="0"/>
                </a:lnTo>
                <a:lnTo>
                  <a:pt x="208257" y="7178"/>
                </a:lnTo>
                <a:lnTo>
                  <a:pt x="242430" y="22770"/>
                </a:lnTo>
                <a:lnTo>
                  <a:pt x="272355" y="46273"/>
                </a:lnTo>
                <a:lnTo>
                  <a:pt x="285750" y="59668"/>
                </a:lnTo>
                <a:lnTo>
                  <a:pt x="299144" y="46273"/>
                </a:lnTo>
                <a:lnTo>
                  <a:pt x="329069" y="22770"/>
                </a:lnTo>
                <a:lnTo>
                  <a:pt x="363242" y="7178"/>
                </a:lnTo>
                <a:lnTo>
                  <a:pt x="400137" y="0"/>
                </a:lnTo>
                <a:lnTo>
                  <a:pt x="438224" y="1737"/>
                </a:lnTo>
                <a:lnTo>
                  <a:pt x="481617" y="15544"/>
                </a:lnTo>
                <a:lnTo>
                  <a:pt x="518361" y="40211"/>
                </a:lnTo>
                <a:lnTo>
                  <a:pt x="546736" y="73713"/>
                </a:lnTo>
                <a:lnTo>
                  <a:pt x="565022" y="114026"/>
                </a:lnTo>
                <a:lnTo>
                  <a:pt x="571500" y="159122"/>
                </a:lnTo>
                <a:lnTo>
                  <a:pt x="571500" y="165596"/>
                </a:lnTo>
                <a:lnTo>
                  <a:pt x="557658" y="232234"/>
                </a:lnTo>
                <a:lnTo>
                  <a:pt x="518368" y="287821"/>
                </a:lnTo>
                <a:lnTo>
                  <a:pt x="316669" y="476126"/>
                </a:lnTo>
                <a:lnTo>
                  <a:pt x="294254" y="487491"/>
                </a:lnTo>
                <a:lnTo>
                  <a:pt x="285750" y="488293"/>
                </a:lnTo>
                <a:close/>
              </a:path>
            </a:pathLst>
          </a:custGeom>
          <a:solidFill>
            <a:srgbClr val="F9A7D4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784826" y="5638799"/>
            <a:ext cx="471805" cy="457200"/>
          </a:xfrm>
          <a:custGeom>
            <a:avLst/>
            <a:gdLst/>
            <a:ahLst/>
            <a:cxnLst/>
            <a:rect l="l" t="t" r="r" b="b"/>
            <a:pathLst>
              <a:path w="471804" h="457200">
                <a:moveTo>
                  <a:pt x="365736" y="457188"/>
                </a:moveTo>
                <a:lnTo>
                  <a:pt x="357885" y="456626"/>
                </a:lnTo>
                <a:lnTo>
                  <a:pt x="350343" y="453896"/>
                </a:lnTo>
                <a:lnTo>
                  <a:pt x="235775" y="392727"/>
                </a:lnTo>
                <a:lnTo>
                  <a:pt x="121207" y="453896"/>
                </a:lnTo>
                <a:lnTo>
                  <a:pt x="113666" y="456613"/>
                </a:lnTo>
                <a:lnTo>
                  <a:pt x="105815" y="457155"/>
                </a:lnTo>
                <a:lnTo>
                  <a:pt x="98114" y="455553"/>
                </a:lnTo>
                <a:lnTo>
                  <a:pt x="91025" y="451842"/>
                </a:lnTo>
                <a:lnTo>
                  <a:pt x="85245" y="446307"/>
                </a:lnTo>
                <a:lnTo>
                  <a:pt x="81281" y="439508"/>
                </a:lnTo>
                <a:lnTo>
                  <a:pt x="79309" y="431888"/>
                </a:lnTo>
                <a:lnTo>
                  <a:pt x="79506" y="423892"/>
                </a:lnTo>
                <a:lnTo>
                  <a:pt x="101473" y="293786"/>
                </a:lnTo>
                <a:lnTo>
                  <a:pt x="8425" y="201721"/>
                </a:lnTo>
                <a:lnTo>
                  <a:pt x="3619" y="195401"/>
                </a:lnTo>
                <a:lnTo>
                  <a:pt x="779" y="188126"/>
                </a:lnTo>
                <a:lnTo>
                  <a:pt x="0" y="180348"/>
                </a:lnTo>
                <a:lnTo>
                  <a:pt x="1371" y="172521"/>
                </a:lnTo>
                <a:lnTo>
                  <a:pt x="152551" y="134213"/>
                </a:lnTo>
                <a:lnTo>
                  <a:pt x="209969" y="16073"/>
                </a:lnTo>
                <a:lnTo>
                  <a:pt x="214477" y="9418"/>
                </a:lnTo>
                <a:lnTo>
                  <a:pt x="220517" y="4353"/>
                </a:lnTo>
                <a:lnTo>
                  <a:pt x="227712" y="1130"/>
                </a:lnTo>
                <a:lnTo>
                  <a:pt x="235686" y="0"/>
                </a:lnTo>
                <a:lnTo>
                  <a:pt x="243673" y="1130"/>
                </a:lnTo>
                <a:lnTo>
                  <a:pt x="250889" y="4353"/>
                </a:lnTo>
                <a:lnTo>
                  <a:pt x="256933" y="9418"/>
                </a:lnTo>
                <a:lnTo>
                  <a:pt x="261404" y="16073"/>
                </a:lnTo>
                <a:lnTo>
                  <a:pt x="318821" y="134213"/>
                </a:lnTo>
                <a:lnTo>
                  <a:pt x="447141" y="153144"/>
                </a:lnTo>
                <a:lnTo>
                  <a:pt x="471500" y="180348"/>
                </a:lnTo>
                <a:lnTo>
                  <a:pt x="470715" y="188126"/>
                </a:lnTo>
                <a:lnTo>
                  <a:pt x="467855" y="195401"/>
                </a:lnTo>
                <a:lnTo>
                  <a:pt x="463036" y="201721"/>
                </a:lnTo>
                <a:lnTo>
                  <a:pt x="369989" y="293786"/>
                </a:lnTo>
                <a:lnTo>
                  <a:pt x="392045" y="423892"/>
                </a:lnTo>
                <a:lnTo>
                  <a:pt x="373436" y="455591"/>
                </a:lnTo>
                <a:lnTo>
                  <a:pt x="365736" y="457188"/>
                </a:lnTo>
                <a:close/>
              </a:path>
            </a:pathLst>
          </a:custGeom>
          <a:solidFill>
            <a:srgbClr val="FDDF46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428749" y="2028824"/>
            <a:ext cx="1828800" cy="1828800"/>
            <a:chOff x="1428749" y="2028824"/>
            <a:chExt cx="1828800" cy="1828800"/>
          </a:xfrm>
        </p:grpSpPr>
        <p:sp>
          <p:nvSpPr>
            <p:cNvPr id="6" name="object 6"/>
            <p:cNvSpPr/>
            <p:nvPr/>
          </p:nvSpPr>
          <p:spPr>
            <a:xfrm>
              <a:off x="1447799" y="2047874"/>
              <a:ext cx="1790700" cy="1790700"/>
            </a:xfrm>
            <a:custGeom>
              <a:avLst/>
              <a:gdLst/>
              <a:ahLst/>
              <a:cxnLst/>
              <a:rect l="l" t="t" r="r" b="b"/>
              <a:pathLst>
                <a:path w="1790700" h="1790700">
                  <a:moveTo>
                    <a:pt x="1790699" y="895349"/>
                  </a:moveTo>
                  <a:lnTo>
                    <a:pt x="1789621" y="939282"/>
                  </a:lnTo>
                  <a:lnTo>
                    <a:pt x="1786388" y="983109"/>
                  </a:lnTo>
                  <a:lnTo>
                    <a:pt x="1781008" y="1026725"/>
                  </a:lnTo>
                  <a:lnTo>
                    <a:pt x="1773495" y="1070024"/>
                  </a:lnTo>
                  <a:lnTo>
                    <a:pt x="1763866" y="1112902"/>
                  </a:lnTo>
                  <a:lnTo>
                    <a:pt x="1752146" y="1155256"/>
                  </a:lnTo>
                  <a:lnTo>
                    <a:pt x="1738360" y="1196984"/>
                  </a:lnTo>
                  <a:lnTo>
                    <a:pt x="1722545" y="1237985"/>
                  </a:lnTo>
                  <a:lnTo>
                    <a:pt x="1704736" y="1278161"/>
                  </a:lnTo>
                  <a:lnTo>
                    <a:pt x="1684978" y="1317414"/>
                  </a:lnTo>
                  <a:lnTo>
                    <a:pt x="1663316" y="1355651"/>
                  </a:lnTo>
                  <a:lnTo>
                    <a:pt x="1639805" y="1392779"/>
                  </a:lnTo>
                  <a:lnTo>
                    <a:pt x="1614501" y="1428709"/>
                  </a:lnTo>
                  <a:lnTo>
                    <a:pt x="1587464" y="1463353"/>
                  </a:lnTo>
                  <a:lnTo>
                    <a:pt x="1558760" y="1496630"/>
                  </a:lnTo>
                  <a:lnTo>
                    <a:pt x="1528457" y="1528457"/>
                  </a:lnTo>
                  <a:lnTo>
                    <a:pt x="1496629" y="1558760"/>
                  </a:lnTo>
                  <a:lnTo>
                    <a:pt x="1463353" y="1587464"/>
                  </a:lnTo>
                  <a:lnTo>
                    <a:pt x="1428709" y="1614501"/>
                  </a:lnTo>
                  <a:lnTo>
                    <a:pt x="1392779" y="1639806"/>
                  </a:lnTo>
                  <a:lnTo>
                    <a:pt x="1355651" y="1663317"/>
                  </a:lnTo>
                  <a:lnTo>
                    <a:pt x="1317414" y="1684978"/>
                  </a:lnTo>
                  <a:lnTo>
                    <a:pt x="1278161" y="1704736"/>
                  </a:lnTo>
                  <a:lnTo>
                    <a:pt x="1237985" y="1722545"/>
                  </a:lnTo>
                  <a:lnTo>
                    <a:pt x="1196984" y="1738361"/>
                  </a:lnTo>
                  <a:lnTo>
                    <a:pt x="1155256" y="1752146"/>
                  </a:lnTo>
                  <a:lnTo>
                    <a:pt x="1112901" y="1763867"/>
                  </a:lnTo>
                  <a:lnTo>
                    <a:pt x="1070023" y="1773495"/>
                  </a:lnTo>
                  <a:lnTo>
                    <a:pt x="1026724" y="1781009"/>
                  </a:lnTo>
                  <a:lnTo>
                    <a:pt x="983109" y="1786388"/>
                  </a:lnTo>
                  <a:lnTo>
                    <a:pt x="939282" y="1789621"/>
                  </a:lnTo>
                  <a:lnTo>
                    <a:pt x="895349" y="1790699"/>
                  </a:lnTo>
                  <a:lnTo>
                    <a:pt x="884361" y="1790632"/>
                  </a:lnTo>
                  <a:lnTo>
                    <a:pt x="840445" y="1789014"/>
                  </a:lnTo>
                  <a:lnTo>
                    <a:pt x="796661" y="1785244"/>
                  </a:lnTo>
                  <a:lnTo>
                    <a:pt x="753115" y="1779330"/>
                  </a:lnTo>
                  <a:lnTo>
                    <a:pt x="709911" y="1771286"/>
                  </a:lnTo>
                  <a:lnTo>
                    <a:pt x="667155" y="1761131"/>
                  </a:lnTo>
                  <a:lnTo>
                    <a:pt x="624948" y="1748892"/>
                  </a:lnTo>
                  <a:lnTo>
                    <a:pt x="583392" y="1734595"/>
                  </a:lnTo>
                  <a:lnTo>
                    <a:pt x="542588" y="1718278"/>
                  </a:lnTo>
                  <a:lnTo>
                    <a:pt x="502633" y="1699977"/>
                  </a:lnTo>
                  <a:lnTo>
                    <a:pt x="463625" y="1679739"/>
                  </a:lnTo>
                  <a:lnTo>
                    <a:pt x="425657" y="1657610"/>
                  </a:lnTo>
                  <a:lnTo>
                    <a:pt x="388821" y="1633645"/>
                  </a:lnTo>
                  <a:lnTo>
                    <a:pt x="353204" y="1607901"/>
                  </a:lnTo>
                  <a:lnTo>
                    <a:pt x="318894" y="1580442"/>
                  </a:lnTo>
                  <a:lnTo>
                    <a:pt x="285973" y="1551331"/>
                  </a:lnTo>
                  <a:lnTo>
                    <a:pt x="254519" y="1520640"/>
                  </a:lnTo>
                  <a:lnTo>
                    <a:pt x="224610" y="1488443"/>
                  </a:lnTo>
                  <a:lnTo>
                    <a:pt x="196316" y="1454817"/>
                  </a:lnTo>
                  <a:lnTo>
                    <a:pt x="169706" y="1419843"/>
                  </a:lnTo>
                  <a:lnTo>
                    <a:pt x="144844" y="1383605"/>
                  </a:lnTo>
                  <a:lnTo>
                    <a:pt x="121791" y="1346192"/>
                  </a:lnTo>
                  <a:lnTo>
                    <a:pt x="100601" y="1307692"/>
                  </a:lnTo>
                  <a:lnTo>
                    <a:pt x="81325" y="1268199"/>
                  </a:lnTo>
                  <a:lnTo>
                    <a:pt x="64011" y="1227807"/>
                  </a:lnTo>
                  <a:lnTo>
                    <a:pt x="48700" y="1186615"/>
                  </a:lnTo>
                  <a:lnTo>
                    <a:pt x="35428" y="1144721"/>
                  </a:lnTo>
                  <a:lnTo>
                    <a:pt x="24227" y="1102227"/>
                  </a:lnTo>
                  <a:lnTo>
                    <a:pt x="15126" y="1059233"/>
                  </a:lnTo>
                  <a:lnTo>
                    <a:pt x="8145" y="1015845"/>
                  </a:lnTo>
                  <a:lnTo>
                    <a:pt x="3301" y="972167"/>
                  </a:lnTo>
                  <a:lnTo>
                    <a:pt x="606" y="928304"/>
                  </a:lnTo>
                  <a:lnTo>
                    <a:pt x="0" y="895349"/>
                  </a:lnTo>
                  <a:lnTo>
                    <a:pt x="67" y="884361"/>
                  </a:lnTo>
                  <a:lnTo>
                    <a:pt x="1684" y="840445"/>
                  </a:lnTo>
                  <a:lnTo>
                    <a:pt x="5455" y="796661"/>
                  </a:lnTo>
                  <a:lnTo>
                    <a:pt x="11369" y="753115"/>
                  </a:lnTo>
                  <a:lnTo>
                    <a:pt x="19413" y="709911"/>
                  </a:lnTo>
                  <a:lnTo>
                    <a:pt x="29567" y="667155"/>
                  </a:lnTo>
                  <a:lnTo>
                    <a:pt x="41807" y="624948"/>
                  </a:lnTo>
                  <a:lnTo>
                    <a:pt x="56103" y="583392"/>
                  </a:lnTo>
                  <a:lnTo>
                    <a:pt x="72421" y="542588"/>
                  </a:lnTo>
                  <a:lnTo>
                    <a:pt x="90722" y="502633"/>
                  </a:lnTo>
                  <a:lnTo>
                    <a:pt x="110960" y="463625"/>
                  </a:lnTo>
                  <a:lnTo>
                    <a:pt x="133089" y="425657"/>
                  </a:lnTo>
                  <a:lnTo>
                    <a:pt x="157054" y="388821"/>
                  </a:lnTo>
                  <a:lnTo>
                    <a:pt x="182797" y="353204"/>
                  </a:lnTo>
                  <a:lnTo>
                    <a:pt x="210257" y="318894"/>
                  </a:lnTo>
                  <a:lnTo>
                    <a:pt x="239368" y="285973"/>
                  </a:lnTo>
                  <a:lnTo>
                    <a:pt x="270059" y="254519"/>
                  </a:lnTo>
                  <a:lnTo>
                    <a:pt x="302256" y="224610"/>
                  </a:lnTo>
                  <a:lnTo>
                    <a:pt x="335882" y="196316"/>
                  </a:lnTo>
                  <a:lnTo>
                    <a:pt x="370856" y="169706"/>
                  </a:lnTo>
                  <a:lnTo>
                    <a:pt x="407093" y="144844"/>
                  </a:lnTo>
                  <a:lnTo>
                    <a:pt x="444507" y="121791"/>
                  </a:lnTo>
                  <a:lnTo>
                    <a:pt x="483007" y="100601"/>
                  </a:lnTo>
                  <a:lnTo>
                    <a:pt x="522500" y="81326"/>
                  </a:lnTo>
                  <a:lnTo>
                    <a:pt x="562891" y="64011"/>
                  </a:lnTo>
                  <a:lnTo>
                    <a:pt x="604084" y="48700"/>
                  </a:lnTo>
                  <a:lnTo>
                    <a:pt x="645978" y="35428"/>
                  </a:lnTo>
                  <a:lnTo>
                    <a:pt x="688472" y="24227"/>
                  </a:lnTo>
                  <a:lnTo>
                    <a:pt x="731465" y="15126"/>
                  </a:lnTo>
                  <a:lnTo>
                    <a:pt x="774853" y="8145"/>
                  </a:lnTo>
                  <a:lnTo>
                    <a:pt x="818532" y="3301"/>
                  </a:lnTo>
                  <a:lnTo>
                    <a:pt x="862395" y="606"/>
                  </a:lnTo>
                  <a:lnTo>
                    <a:pt x="895349" y="0"/>
                  </a:lnTo>
                  <a:lnTo>
                    <a:pt x="906338" y="67"/>
                  </a:lnTo>
                  <a:lnTo>
                    <a:pt x="950254" y="1684"/>
                  </a:lnTo>
                  <a:lnTo>
                    <a:pt x="994038" y="5455"/>
                  </a:lnTo>
                  <a:lnTo>
                    <a:pt x="1037584" y="11369"/>
                  </a:lnTo>
                  <a:lnTo>
                    <a:pt x="1080787" y="19413"/>
                  </a:lnTo>
                  <a:lnTo>
                    <a:pt x="1123544" y="29567"/>
                  </a:lnTo>
                  <a:lnTo>
                    <a:pt x="1165751" y="41807"/>
                  </a:lnTo>
                  <a:lnTo>
                    <a:pt x="1207307" y="56103"/>
                  </a:lnTo>
                  <a:lnTo>
                    <a:pt x="1248111" y="72421"/>
                  </a:lnTo>
                  <a:lnTo>
                    <a:pt x="1288065" y="90722"/>
                  </a:lnTo>
                  <a:lnTo>
                    <a:pt x="1327073" y="110960"/>
                  </a:lnTo>
                  <a:lnTo>
                    <a:pt x="1365041" y="133089"/>
                  </a:lnTo>
                  <a:lnTo>
                    <a:pt x="1401878" y="157054"/>
                  </a:lnTo>
                  <a:lnTo>
                    <a:pt x="1437494" y="182797"/>
                  </a:lnTo>
                  <a:lnTo>
                    <a:pt x="1471805" y="210257"/>
                  </a:lnTo>
                  <a:lnTo>
                    <a:pt x="1504726" y="239368"/>
                  </a:lnTo>
                  <a:lnTo>
                    <a:pt x="1536179" y="270059"/>
                  </a:lnTo>
                  <a:lnTo>
                    <a:pt x="1566089" y="302256"/>
                  </a:lnTo>
                  <a:lnTo>
                    <a:pt x="1594383" y="335882"/>
                  </a:lnTo>
                  <a:lnTo>
                    <a:pt x="1620992" y="370856"/>
                  </a:lnTo>
                  <a:lnTo>
                    <a:pt x="1645854" y="407093"/>
                  </a:lnTo>
                  <a:lnTo>
                    <a:pt x="1668908" y="444507"/>
                  </a:lnTo>
                  <a:lnTo>
                    <a:pt x="1690098" y="483007"/>
                  </a:lnTo>
                  <a:lnTo>
                    <a:pt x="1709373" y="522500"/>
                  </a:lnTo>
                  <a:lnTo>
                    <a:pt x="1726687" y="562891"/>
                  </a:lnTo>
                  <a:lnTo>
                    <a:pt x="1741999" y="604084"/>
                  </a:lnTo>
                  <a:lnTo>
                    <a:pt x="1755271" y="645978"/>
                  </a:lnTo>
                  <a:lnTo>
                    <a:pt x="1766471" y="688472"/>
                  </a:lnTo>
                  <a:lnTo>
                    <a:pt x="1775573" y="731465"/>
                  </a:lnTo>
                  <a:lnTo>
                    <a:pt x="1782554" y="774853"/>
                  </a:lnTo>
                  <a:lnTo>
                    <a:pt x="1787398" y="818532"/>
                  </a:lnTo>
                  <a:lnTo>
                    <a:pt x="1790093" y="862395"/>
                  </a:lnTo>
                  <a:lnTo>
                    <a:pt x="1790699" y="895349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6849" y="2079624"/>
              <a:ext cx="1752599" cy="1739900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323974" y="4062412"/>
            <a:ext cx="285750" cy="200025"/>
          </a:xfrm>
          <a:custGeom>
            <a:avLst/>
            <a:gdLst/>
            <a:ahLst/>
            <a:cxnLst/>
            <a:rect l="l" t="t" r="r" b="b"/>
            <a:pathLst>
              <a:path w="285750" h="200025">
                <a:moveTo>
                  <a:pt x="22190" y="200025"/>
                </a:moveTo>
                <a:lnTo>
                  <a:pt x="6384" y="200025"/>
                </a:lnTo>
                <a:lnTo>
                  <a:pt x="0" y="193640"/>
                </a:lnTo>
                <a:lnTo>
                  <a:pt x="0" y="142875"/>
                </a:lnTo>
                <a:lnTo>
                  <a:pt x="7285" y="97720"/>
                </a:lnTo>
                <a:lnTo>
                  <a:pt x="27570" y="58500"/>
                </a:lnTo>
                <a:lnTo>
                  <a:pt x="58500" y="27570"/>
                </a:lnTo>
                <a:lnTo>
                  <a:pt x="97720" y="7285"/>
                </a:lnTo>
                <a:lnTo>
                  <a:pt x="142875" y="0"/>
                </a:lnTo>
                <a:lnTo>
                  <a:pt x="188029" y="7285"/>
                </a:lnTo>
                <a:lnTo>
                  <a:pt x="227249" y="27570"/>
                </a:lnTo>
                <a:lnTo>
                  <a:pt x="228253" y="28575"/>
                </a:lnTo>
                <a:lnTo>
                  <a:pt x="142875" y="28575"/>
                </a:lnTo>
                <a:lnTo>
                  <a:pt x="98381" y="37556"/>
                </a:lnTo>
                <a:lnTo>
                  <a:pt x="62050" y="62050"/>
                </a:lnTo>
                <a:lnTo>
                  <a:pt x="37556" y="98381"/>
                </a:lnTo>
                <a:lnTo>
                  <a:pt x="28575" y="142875"/>
                </a:lnTo>
                <a:lnTo>
                  <a:pt x="28575" y="193640"/>
                </a:lnTo>
                <a:lnTo>
                  <a:pt x="22190" y="200025"/>
                </a:lnTo>
                <a:close/>
              </a:path>
              <a:path w="285750" h="200025">
                <a:moveTo>
                  <a:pt x="279365" y="200025"/>
                </a:moveTo>
                <a:lnTo>
                  <a:pt x="263559" y="200025"/>
                </a:lnTo>
                <a:lnTo>
                  <a:pt x="257175" y="193640"/>
                </a:lnTo>
                <a:lnTo>
                  <a:pt x="257175" y="142875"/>
                </a:lnTo>
                <a:lnTo>
                  <a:pt x="248193" y="98381"/>
                </a:lnTo>
                <a:lnTo>
                  <a:pt x="223699" y="62050"/>
                </a:lnTo>
                <a:lnTo>
                  <a:pt x="187368" y="37556"/>
                </a:lnTo>
                <a:lnTo>
                  <a:pt x="142875" y="28575"/>
                </a:lnTo>
                <a:lnTo>
                  <a:pt x="228253" y="28575"/>
                </a:lnTo>
                <a:lnTo>
                  <a:pt x="258179" y="58500"/>
                </a:lnTo>
                <a:lnTo>
                  <a:pt x="278464" y="97720"/>
                </a:lnTo>
                <a:lnTo>
                  <a:pt x="285750" y="142875"/>
                </a:lnTo>
                <a:lnTo>
                  <a:pt x="285750" y="193640"/>
                </a:lnTo>
                <a:lnTo>
                  <a:pt x="279365" y="200025"/>
                </a:lnTo>
                <a:close/>
              </a:path>
              <a:path w="285750" h="200025">
                <a:moveTo>
                  <a:pt x="65052" y="200025"/>
                </a:moveTo>
                <a:lnTo>
                  <a:pt x="49247" y="200025"/>
                </a:lnTo>
                <a:lnTo>
                  <a:pt x="42862" y="193640"/>
                </a:lnTo>
                <a:lnTo>
                  <a:pt x="42862" y="142875"/>
                </a:lnTo>
                <a:lnTo>
                  <a:pt x="50722" y="103947"/>
                </a:lnTo>
                <a:lnTo>
                  <a:pt x="72157" y="72157"/>
                </a:lnTo>
                <a:lnTo>
                  <a:pt x="103947" y="50722"/>
                </a:lnTo>
                <a:lnTo>
                  <a:pt x="142875" y="42862"/>
                </a:lnTo>
                <a:lnTo>
                  <a:pt x="181802" y="50722"/>
                </a:lnTo>
                <a:lnTo>
                  <a:pt x="212524" y="71437"/>
                </a:lnTo>
                <a:lnTo>
                  <a:pt x="142875" y="71437"/>
                </a:lnTo>
                <a:lnTo>
                  <a:pt x="115061" y="77049"/>
                </a:lnTo>
                <a:lnTo>
                  <a:pt x="92355" y="92355"/>
                </a:lnTo>
                <a:lnTo>
                  <a:pt x="77049" y="115061"/>
                </a:lnTo>
                <a:lnTo>
                  <a:pt x="71437" y="142875"/>
                </a:lnTo>
                <a:lnTo>
                  <a:pt x="71437" y="193640"/>
                </a:lnTo>
                <a:lnTo>
                  <a:pt x="65052" y="200025"/>
                </a:lnTo>
                <a:close/>
              </a:path>
              <a:path w="285750" h="200025">
                <a:moveTo>
                  <a:pt x="236502" y="200025"/>
                </a:moveTo>
                <a:lnTo>
                  <a:pt x="220697" y="200025"/>
                </a:lnTo>
                <a:lnTo>
                  <a:pt x="214312" y="193640"/>
                </a:lnTo>
                <a:lnTo>
                  <a:pt x="214312" y="142875"/>
                </a:lnTo>
                <a:lnTo>
                  <a:pt x="208700" y="115061"/>
                </a:lnTo>
                <a:lnTo>
                  <a:pt x="193394" y="92355"/>
                </a:lnTo>
                <a:lnTo>
                  <a:pt x="170688" y="77049"/>
                </a:lnTo>
                <a:lnTo>
                  <a:pt x="142875" y="71437"/>
                </a:lnTo>
                <a:lnTo>
                  <a:pt x="212524" y="71437"/>
                </a:lnTo>
                <a:lnTo>
                  <a:pt x="213592" y="72157"/>
                </a:lnTo>
                <a:lnTo>
                  <a:pt x="235027" y="103947"/>
                </a:lnTo>
                <a:lnTo>
                  <a:pt x="242887" y="142875"/>
                </a:lnTo>
                <a:lnTo>
                  <a:pt x="242887" y="193640"/>
                </a:lnTo>
                <a:lnTo>
                  <a:pt x="236502" y="200025"/>
                </a:lnTo>
                <a:close/>
              </a:path>
              <a:path w="285750" h="200025">
                <a:moveTo>
                  <a:pt x="107915" y="200025"/>
                </a:moveTo>
                <a:lnTo>
                  <a:pt x="92109" y="200025"/>
                </a:lnTo>
                <a:lnTo>
                  <a:pt x="85725" y="193640"/>
                </a:lnTo>
                <a:lnTo>
                  <a:pt x="85725" y="142875"/>
                </a:lnTo>
                <a:lnTo>
                  <a:pt x="90215" y="120628"/>
                </a:lnTo>
                <a:lnTo>
                  <a:pt x="102462" y="102462"/>
                </a:lnTo>
                <a:lnTo>
                  <a:pt x="120628" y="90215"/>
                </a:lnTo>
                <a:lnTo>
                  <a:pt x="142875" y="85725"/>
                </a:lnTo>
                <a:lnTo>
                  <a:pt x="165121" y="90215"/>
                </a:lnTo>
                <a:lnTo>
                  <a:pt x="183287" y="102462"/>
                </a:lnTo>
                <a:lnTo>
                  <a:pt x="191267" y="114300"/>
                </a:lnTo>
                <a:lnTo>
                  <a:pt x="142875" y="114300"/>
                </a:lnTo>
                <a:lnTo>
                  <a:pt x="131761" y="116548"/>
                </a:lnTo>
                <a:lnTo>
                  <a:pt x="122677" y="122677"/>
                </a:lnTo>
                <a:lnTo>
                  <a:pt x="116548" y="131761"/>
                </a:lnTo>
                <a:lnTo>
                  <a:pt x="114300" y="142875"/>
                </a:lnTo>
                <a:lnTo>
                  <a:pt x="114300" y="193640"/>
                </a:lnTo>
                <a:lnTo>
                  <a:pt x="107915" y="200025"/>
                </a:lnTo>
                <a:close/>
              </a:path>
              <a:path w="285750" h="200025">
                <a:moveTo>
                  <a:pt x="193640" y="200025"/>
                </a:moveTo>
                <a:lnTo>
                  <a:pt x="177834" y="200025"/>
                </a:lnTo>
                <a:lnTo>
                  <a:pt x="171450" y="193640"/>
                </a:lnTo>
                <a:lnTo>
                  <a:pt x="171450" y="142875"/>
                </a:lnTo>
                <a:lnTo>
                  <a:pt x="169201" y="131761"/>
                </a:lnTo>
                <a:lnTo>
                  <a:pt x="163072" y="122677"/>
                </a:lnTo>
                <a:lnTo>
                  <a:pt x="153988" y="116548"/>
                </a:lnTo>
                <a:lnTo>
                  <a:pt x="142875" y="114300"/>
                </a:lnTo>
                <a:lnTo>
                  <a:pt x="191267" y="114300"/>
                </a:lnTo>
                <a:lnTo>
                  <a:pt x="195534" y="120628"/>
                </a:lnTo>
                <a:lnTo>
                  <a:pt x="200025" y="142875"/>
                </a:lnTo>
                <a:lnTo>
                  <a:pt x="200025" y="193640"/>
                </a:lnTo>
                <a:lnTo>
                  <a:pt x="193640" y="200025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73199" y="4006850"/>
            <a:ext cx="1898014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562EB"/>
                </a:solidFill>
                <a:latin typeface="微软雅黑"/>
                <a:cs typeface="微软雅黑"/>
              </a:rPr>
              <a:t>帮盲童看见彩虹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350" spc="-5" dirty="0">
                <a:solidFill>
                  <a:srgbClr val="4A5462"/>
                </a:solidFill>
                <a:latin typeface="微软雅黑"/>
                <a:cs typeface="微软雅黑"/>
              </a:rPr>
              <a:t>用魔法点亮他们的世界</a:t>
            </a:r>
            <a:endParaRPr sz="1350">
              <a:latin typeface="微软雅黑"/>
              <a:cs typeface="微软雅黑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81599" y="2028824"/>
            <a:ext cx="1828800" cy="1828800"/>
            <a:chOff x="5181599" y="2028824"/>
            <a:chExt cx="1828800" cy="1828800"/>
          </a:xfrm>
        </p:grpSpPr>
        <p:sp>
          <p:nvSpPr>
            <p:cNvPr id="11" name="object 11"/>
            <p:cNvSpPr/>
            <p:nvPr/>
          </p:nvSpPr>
          <p:spPr>
            <a:xfrm>
              <a:off x="5200649" y="2047874"/>
              <a:ext cx="1790700" cy="1790700"/>
            </a:xfrm>
            <a:custGeom>
              <a:avLst/>
              <a:gdLst/>
              <a:ahLst/>
              <a:cxnLst/>
              <a:rect l="l" t="t" r="r" b="b"/>
              <a:pathLst>
                <a:path w="1790700" h="1790700">
                  <a:moveTo>
                    <a:pt x="1790699" y="895349"/>
                  </a:moveTo>
                  <a:lnTo>
                    <a:pt x="1789621" y="939282"/>
                  </a:lnTo>
                  <a:lnTo>
                    <a:pt x="1786388" y="983109"/>
                  </a:lnTo>
                  <a:lnTo>
                    <a:pt x="1781008" y="1026725"/>
                  </a:lnTo>
                  <a:lnTo>
                    <a:pt x="1773495" y="1070024"/>
                  </a:lnTo>
                  <a:lnTo>
                    <a:pt x="1763866" y="1112902"/>
                  </a:lnTo>
                  <a:lnTo>
                    <a:pt x="1752145" y="1155256"/>
                  </a:lnTo>
                  <a:lnTo>
                    <a:pt x="1738359" y="1196984"/>
                  </a:lnTo>
                  <a:lnTo>
                    <a:pt x="1722544" y="1237985"/>
                  </a:lnTo>
                  <a:lnTo>
                    <a:pt x="1704735" y="1278161"/>
                  </a:lnTo>
                  <a:lnTo>
                    <a:pt x="1684977" y="1317414"/>
                  </a:lnTo>
                  <a:lnTo>
                    <a:pt x="1663316" y="1355651"/>
                  </a:lnTo>
                  <a:lnTo>
                    <a:pt x="1639805" y="1392779"/>
                  </a:lnTo>
                  <a:lnTo>
                    <a:pt x="1614501" y="1428709"/>
                  </a:lnTo>
                  <a:lnTo>
                    <a:pt x="1587465" y="1463353"/>
                  </a:lnTo>
                  <a:lnTo>
                    <a:pt x="1558760" y="1496630"/>
                  </a:lnTo>
                  <a:lnTo>
                    <a:pt x="1528457" y="1528457"/>
                  </a:lnTo>
                  <a:lnTo>
                    <a:pt x="1496630" y="1558760"/>
                  </a:lnTo>
                  <a:lnTo>
                    <a:pt x="1463354" y="1587464"/>
                  </a:lnTo>
                  <a:lnTo>
                    <a:pt x="1428709" y="1614501"/>
                  </a:lnTo>
                  <a:lnTo>
                    <a:pt x="1392778" y="1639806"/>
                  </a:lnTo>
                  <a:lnTo>
                    <a:pt x="1355650" y="1663317"/>
                  </a:lnTo>
                  <a:lnTo>
                    <a:pt x="1317414" y="1684978"/>
                  </a:lnTo>
                  <a:lnTo>
                    <a:pt x="1278160" y="1704736"/>
                  </a:lnTo>
                  <a:lnTo>
                    <a:pt x="1237985" y="1722545"/>
                  </a:lnTo>
                  <a:lnTo>
                    <a:pt x="1196983" y="1738361"/>
                  </a:lnTo>
                  <a:lnTo>
                    <a:pt x="1155256" y="1752146"/>
                  </a:lnTo>
                  <a:lnTo>
                    <a:pt x="1112902" y="1763867"/>
                  </a:lnTo>
                  <a:lnTo>
                    <a:pt x="1070023" y="1773495"/>
                  </a:lnTo>
                  <a:lnTo>
                    <a:pt x="1026725" y="1781009"/>
                  </a:lnTo>
                  <a:lnTo>
                    <a:pt x="983109" y="1786388"/>
                  </a:lnTo>
                  <a:lnTo>
                    <a:pt x="939282" y="1789621"/>
                  </a:lnTo>
                  <a:lnTo>
                    <a:pt x="895349" y="1790699"/>
                  </a:lnTo>
                  <a:lnTo>
                    <a:pt x="884361" y="1790632"/>
                  </a:lnTo>
                  <a:lnTo>
                    <a:pt x="840445" y="1789014"/>
                  </a:lnTo>
                  <a:lnTo>
                    <a:pt x="796662" y="1785244"/>
                  </a:lnTo>
                  <a:lnTo>
                    <a:pt x="753115" y="1779330"/>
                  </a:lnTo>
                  <a:lnTo>
                    <a:pt x="709911" y="1771286"/>
                  </a:lnTo>
                  <a:lnTo>
                    <a:pt x="667154" y="1761131"/>
                  </a:lnTo>
                  <a:lnTo>
                    <a:pt x="624948" y="1748892"/>
                  </a:lnTo>
                  <a:lnTo>
                    <a:pt x="583392" y="1734595"/>
                  </a:lnTo>
                  <a:lnTo>
                    <a:pt x="542587" y="1718278"/>
                  </a:lnTo>
                  <a:lnTo>
                    <a:pt x="502633" y="1699977"/>
                  </a:lnTo>
                  <a:lnTo>
                    <a:pt x="463625" y="1679739"/>
                  </a:lnTo>
                  <a:lnTo>
                    <a:pt x="425657" y="1657610"/>
                  </a:lnTo>
                  <a:lnTo>
                    <a:pt x="388820" y="1633645"/>
                  </a:lnTo>
                  <a:lnTo>
                    <a:pt x="353204" y="1607901"/>
                  </a:lnTo>
                  <a:lnTo>
                    <a:pt x="318894" y="1580442"/>
                  </a:lnTo>
                  <a:lnTo>
                    <a:pt x="285973" y="1551331"/>
                  </a:lnTo>
                  <a:lnTo>
                    <a:pt x="254519" y="1520640"/>
                  </a:lnTo>
                  <a:lnTo>
                    <a:pt x="224609" y="1488443"/>
                  </a:lnTo>
                  <a:lnTo>
                    <a:pt x="196315" y="1454817"/>
                  </a:lnTo>
                  <a:lnTo>
                    <a:pt x="169706" y="1419843"/>
                  </a:lnTo>
                  <a:lnTo>
                    <a:pt x="144844" y="1383605"/>
                  </a:lnTo>
                  <a:lnTo>
                    <a:pt x="121791" y="1346192"/>
                  </a:lnTo>
                  <a:lnTo>
                    <a:pt x="100601" y="1307692"/>
                  </a:lnTo>
                  <a:lnTo>
                    <a:pt x="81325" y="1268199"/>
                  </a:lnTo>
                  <a:lnTo>
                    <a:pt x="64010" y="1227807"/>
                  </a:lnTo>
                  <a:lnTo>
                    <a:pt x="48699" y="1186615"/>
                  </a:lnTo>
                  <a:lnTo>
                    <a:pt x="35427" y="1144721"/>
                  </a:lnTo>
                  <a:lnTo>
                    <a:pt x="24227" y="1102227"/>
                  </a:lnTo>
                  <a:lnTo>
                    <a:pt x="15126" y="1059233"/>
                  </a:lnTo>
                  <a:lnTo>
                    <a:pt x="8145" y="1015845"/>
                  </a:lnTo>
                  <a:lnTo>
                    <a:pt x="3301" y="972167"/>
                  </a:lnTo>
                  <a:lnTo>
                    <a:pt x="606" y="928304"/>
                  </a:lnTo>
                  <a:lnTo>
                    <a:pt x="0" y="895349"/>
                  </a:lnTo>
                  <a:lnTo>
                    <a:pt x="67" y="884361"/>
                  </a:lnTo>
                  <a:lnTo>
                    <a:pt x="1684" y="840445"/>
                  </a:lnTo>
                  <a:lnTo>
                    <a:pt x="5455" y="796661"/>
                  </a:lnTo>
                  <a:lnTo>
                    <a:pt x="11369" y="753115"/>
                  </a:lnTo>
                  <a:lnTo>
                    <a:pt x="19413" y="709911"/>
                  </a:lnTo>
                  <a:lnTo>
                    <a:pt x="29567" y="667155"/>
                  </a:lnTo>
                  <a:lnTo>
                    <a:pt x="41807" y="624948"/>
                  </a:lnTo>
                  <a:lnTo>
                    <a:pt x="56103" y="583392"/>
                  </a:lnTo>
                  <a:lnTo>
                    <a:pt x="72420" y="542588"/>
                  </a:lnTo>
                  <a:lnTo>
                    <a:pt x="90721" y="502633"/>
                  </a:lnTo>
                  <a:lnTo>
                    <a:pt x="110960" y="463625"/>
                  </a:lnTo>
                  <a:lnTo>
                    <a:pt x="133088" y="425657"/>
                  </a:lnTo>
                  <a:lnTo>
                    <a:pt x="157053" y="388821"/>
                  </a:lnTo>
                  <a:lnTo>
                    <a:pt x="182797" y="353204"/>
                  </a:lnTo>
                  <a:lnTo>
                    <a:pt x="210257" y="318894"/>
                  </a:lnTo>
                  <a:lnTo>
                    <a:pt x="239368" y="285973"/>
                  </a:lnTo>
                  <a:lnTo>
                    <a:pt x="270058" y="254519"/>
                  </a:lnTo>
                  <a:lnTo>
                    <a:pt x="302256" y="224610"/>
                  </a:lnTo>
                  <a:lnTo>
                    <a:pt x="335882" y="196316"/>
                  </a:lnTo>
                  <a:lnTo>
                    <a:pt x="370856" y="169706"/>
                  </a:lnTo>
                  <a:lnTo>
                    <a:pt x="407093" y="144844"/>
                  </a:lnTo>
                  <a:lnTo>
                    <a:pt x="444507" y="121791"/>
                  </a:lnTo>
                  <a:lnTo>
                    <a:pt x="483006" y="100601"/>
                  </a:lnTo>
                  <a:lnTo>
                    <a:pt x="522499" y="81326"/>
                  </a:lnTo>
                  <a:lnTo>
                    <a:pt x="562891" y="64011"/>
                  </a:lnTo>
                  <a:lnTo>
                    <a:pt x="604084" y="48700"/>
                  </a:lnTo>
                  <a:lnTo>
                    <a:pt x="645978" y="35428"/>
                  </a:lnTo>
                  <a:lnTo>
                    <a:pt x="688472" y="24227"/>
                  </a:lnTo>
                  <a:lnTo>
                    <a:pt x="731466" y="15126"/>
                  </a:lnTo>
                  <a:lnTo>
                    <a:pt x="774854" y="8145"/>
                  </a:lnTo>
                  <a:lnTo>
                    <a:pt x="818532" y="3301"/>
                  </a:lnTo>
                  <a:lnTo>
                    <a:pt x="862395" y="606"/>
                  </a:lnTo>
                  <a:lnTo>
                    <a:pt x="895349" y="0"/>
                  </a:lnTo>
                  <a:lnTo>
                    <a:pt x="906338" y="67"/>
                  </a:lnTo>
                  <a:lnTo>
                    <a:pt x="950254" y="1684"/>
                  </a:lnTo>
                  <a:lnTo>
                    <a:pt x="994038" y="5455"/>
                  </a:lnTo>
                  <a:lnTo>
                    <a:pt x="1037583" y="11369"/>
                  </a:lnTo>
                  <a:lnTo>
                    <a:pt x="1080787" y="19413"/>
                  </a:lnTo>
                  <a:lnTo>
                    <a:pt x="1123544" y="29567"/>
                  </a:lnTo>
                  <a:lnTo>
                    <a:pt x="1165751" y="41807"/>
                  </a:lnTo>
                  <a:lnTo>
                    <a:pt x="1207306" y="56103"/>
                  </a:lnTo>
                  <a:lnTo>
                    <a:pt x="1248111" y="72421"/>
                  </a:lnTo>
                  <a:lnTo>
                    <a:pt x="1288064" y="90722"/>
                  </a:lnTo>
                  <a:lnTo>
                    <a:pt x="1327072" y="110960"/>
                  </a:lnTo>
                  <a:lnTo>
                    <a:pt x="1365040" y="133089"/>
                  </a:lnTo>
                  <a:lnTo>
                    <a:pt x="1401877" y="157054"/>
                  </a:lnTo>
                  <a:lnTo>
                    <a:pt x="1437494" y="182797"/>
                  </a:lnTo>
                  <a:lnTo>
                    <a:pt x="1471805" y="210257"/>
                  </a:lnTo>
                  <a:lnTo>
                    <a:pt x="1504726" y="239368"/>
                  </a:lnTo>
                  <a:lnTo>
                    <a:pt x="1536180" y="270059"/>
                  </a:lnTo>
                  <a:lnTo>
                    <a:pt x="1566089" y="302256"/>
                  </a:lnTo>
                  <a:lnTo>
                    <a:pt x="1594383" y="335882"/>
                  </a:lnTo>
                  <a:lnTo>
                    <a:pt x="1620992" y="370856"/>
                  </a:lnTo>
                  <a:lnTo>
                    <a:pt x="1645854" y="407093"/>
                  </a:lnTo>
                  <a:lnTo>
                    <a:pt x="1668907" y="444507"/>
                  </a:lnTo>
                  <a:lnTo>
                    <a:pt x="1690097" y="483007"/>
                  </a:lnTo>
                  <a:lnTo>
                    <a:pt x="1709373" y="522500"/>
                  </a:lnTo>
                  <a:lnTo>
                    <a:pt x="1726686" y="562891"/>
                  </a:lnTo>
                  <a:lnTo>
                    <a:pt x="1741998" y="604084"/>
                  </a:lnTo>
                  <a:lnTo>
                    <a:pt x="1755271" y="645978"/>
                  </a:lnTo>
                  <a:lnTo>
                    <a:pt x="1766471" y="688472"/>
                  </a:lnTo>
                  <a:lnTo>
                    <a:pt x="1775573" y="731465"/>
                  </a:lnTo>
                  <a:lnTo>
                    <a:pt x="1782554" y="774853"/>
                  </a:lnTo>
                  <a:lnTo>
                    <a:pt x="1787398" y="818532"/>
                  </a:lnTo>
                  <a:lnTo>
                    <a:pt x="1790093" y="862395"/>
                  </a:lnTo>
                  <a:lnTo>
                    <a:pt x="1790699" y="895349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9699" y="2079624"/>
              <a:ext cx="1752599" cy="1739899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9314" y="4048125"/>
            <a:ext cx="229448" cy="2286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311774" y="4006850"/>
            <a:ext cx="1798320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6A24A"/>
                </a:solidFill>
                <a:latin typeface="微软雅黑"/>
                <a:cs typeface="微软雅黑"/>
              </a:rPr>
              <a:t>给流浪猫造小窝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350" spc="-10" dirty="0">
                <a:solidFill>
                  <a:srgbClr val="4A5462"/>
                </a:solidFill>
                <a:latin typeface="微软雅黑"/>
                <a:cs typeface="微软雅黑"/>
              </a:rPr>
              <a:t>让每个小生命都有家</a:t>
            </a:r>
            <a:endParaRPr sz="1350">
              <a:latin typeface="微软雅黑"/>
              <a:cs typeface="微软雅黑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934449" y="2028824"/>
            <a:ext cx="1828800" cy="1828800"/>
            <a:chOff x="8934449" y="2028824"/>
            <a:chExt cx="1828800" cy="182880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72550" y="2066924"/>
              <a:ext cx="1752598" cy="17525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34449" y="2028824"/>
              <a:ext cx="1828799" cy="1828799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77300" y="4062412"/>
            <a:ext cx="200025" cy="20002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064625" y="4006850"/>
            <a:ext cx="1769745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DB2525"/>
                </a:solidFill>
                <a:latin typeface="微软雅黑"/>
                <a:cs typeface="微软雅黑"/>
              </a:rPr>
              <a:t>魔法会传染哦！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350" spc="-10" dirty="0">
                <a:solidFill>
                  <a:srgbClr val="4A5462"/>
                </a:solidFill>
                <a:latin typeface="微软雅黑"/>
                <a:cs typeface="微软雅黑"/>
              </a:rPr>
              <a:t>分享善意，传递温暖</a:t>
            </a:r>
            <a:endParaRPr sz="1350">
              <a:latin typeface="微软雅黑"/>
              <a:cs typeface="微软雅黑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200524" y="5943600"/>
            <a:ext cx="3790950" cy="495300"/>
            <a:chOff x="4200524" y="5943600"/>
            <a:chExt cx="3790950" cy="495300"/>
          </a:xfrm>
        </p:grpSpPr>
        <p:sp>
          <p:nvSpPr>
            <p:cNvPr id="21" name="object 21"/>
            <p:cNvSpPr/>
            <p:nvPr/>
          </p:nvSpPr>
          <p:spPr>
            <a:xfrm>
              <a:off x="4200524" y="5943600"/>
              <a:ext cx="3790950" cy="495300"/>
            </a:xfrm>
            <a:custGeom>
              <a:avLst/>
              <a:gdLst/>
              <a:ahLst/>
              <a:cxnLst/>
              <a:rect l="l" t="t" r="r" b="b"/>
              <a:pathLst>
                <a:path w="3790950" h="495300">
                  <a:moveTo>
                    <a:pt x="3551410" y="495299"/>
                  </a:moveTo>
                  <a:lnTo>
                    <a:pt x="239539" y="495299"/>
                  </a:lnTo>
                  <a:lnTo>
                    <a:pt x="231447" y="494901"/>
                  </a:lnTo>
                  <a:lnTo>
                    <a:pt x="191380" y="488957"/>
                  </a:lnTo>
                  <a:lnTo>
                    <a:pt x="145384" y="473344"/>
                  </a:lnTo>
                  <a:lnTo>
                    <a:pt x="103319" y="449056"/>
                  </a:lnTo>
                  <a:lnTo>
                    <a:pt x="66799" y="417029"/>
                  </a:lnTo>
                  <a:lnTo>
                    <a:pt x="37229" y="378492"/>
                  </a:lnTo>
                  <a:lnTo>
                    <a:pt x="15747" y="334927"/>
                  </a:lnTo>
                  <a:lnTo>
                    <a:pt x="3176" y="288007"/>
                  </a:lnTo>
                  <a:lnTo>
                    <a:pt x="0" y="247649"/>
                  </a:lnTo>
                  <a:lnTo>
                    <a:pt x="0" y="239538"/>
                  </a:lnTo>
                  <a:lnTo>
                    <a:pt x="6340" y="191380"/>
                  </a:lnTo>
                  <a:lnTo>
                    <a:pt x="21954" y="145384"/>
                  </a:lnTo>
                  <a:lnTo>
                    <a:pt x="46242" y="103318"/>
                  </a:lnTo>
                  <a:lnTo>
                    <a:pt x="78270" y="66798"/>
                  </a:lnTo>
                  <a:lnTo>
                    <a:pt x="116806" y="37229"/>
                  </a:lnTo>
                  <a:lnTo>
                    <a:pt x="160371" y="15746"/>
                  </a:lnTo>
                  <a:lnTo>
                    <a:pt x="207290" y="3176"/>
                  </a:lnTo>
                  <a:lnTo>
                    <a:pt x="239539" y="0"/>
                  </a:lnTo>
                  <a:lnTo>
                    <a:pt x="3551410" y="0"/>
                  </a:lnTo>
                  <a:lnTo>
                    <a:pt x="3599568" y="6340"/>
                  </a:lnTo>
                  <a:lnTo>
                    <a:pt x="3645564" y="21954"/>
                  </a:lnTo>
                  <a:lnTo>
                    <a:pt x="3687630" y="46241"/>
                  </a:lnTo>
                  <a:lnTo>
                    <a:pt x="3724149" y="78269"/>
                  </a:lnTo>
                  <a:lnTo>
                    <a:pt x="3753719" y="116805"/>
                  </a:lnTo>
                  <a:lnTo>
                    <a:pt x="3775201" y="160370"/>
                  </a:lnTo>
                  <a:lnTo>
                    <a:pt x="3787773" y="207290"/>
                  </a:lnTo>
                  <a:lnTo>
                    <a:pt x="3790950" y="239538"/>
                  </a:lnTo>
                  <a:lnTo>
                    <a:pt x="3790950" y="255760"/>
                  </a:lnTo>
                  <a:lnTo>
                    <a:pt x="3784608" y="303918"/>
                  </a:lnTo>
                  <a:lnTo>
                    <a:pt x="3768994" y="349913"/>
                  </a:lnTo>
                  <a:lnTo>
                    <a:pt x="3744706" y="391980"/>
                  </a:lnTo>
                  <a:lnTo>
                    <a:pt x="3712679" y="428499"/>
                  </a:lnTo>
                  <a:lnTo>
                    <a:pt x="3674143" y="458069"/>
                  </a:lnTo>
                  <a:lnTo>
                    <a:pt x="3630577" y="479551"/>
                  </a:lnTo>
                  <a:lnTo>
                    <a:pt x="3583658" y="492122"/>
                  </a:lnTo>
                  <a:lnTo>
                    <a:pt x="3551410" y="4952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29124" y="6095999"/>
              <a:ext cx="202406" cy="190472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4238625" y="205873"/>
            <a:ext cx="514350" cy="451484"/>
          </a:xfrm>
          <a:custGeom>
            <a:avLst/>
            <a:gdLst/>
            <a:ahLst/>
            <a:cxnLst/>
            <a:rect l="l" t="t" r="r" b="b"/>
            <a:pathLst>
              <a:path w="514350" h="451484">
                <a:moveTo>
                  <a:pt x="264497" y="216946"/>
                </a:moveTo>
                <a:lnTo>
                  <a:pt x="249852" y="216946"/>
                </a:lnTo>
                <a:lnTo>
                  <a:pt x="242619" y="214178"/>
                </a:lnTo>
                <a:lnTo>
                  <a:pt x="146357" y="116398"/>
                </a:lnTo>
                <a:lnTo>
                  <a:pt x="131590" y="93845"/>
                </a:lnTo>
                <a:lnTo>
                  <a:pt x="126667" y="68178"/>
                </a:lnTo>
                <a:lnTo>
                  <a:pt x="131590" y="42510"/>
                </a:lnTo>
                <a:lnTo>
                  <a:pt x="146357" y="19957"/>
                </a:lnTo>
                <a:lnTo>
                  <a:pt x="168586" y="4989"/>
                </a:lnTo>
                <a:lnTo>
                  <a:pt x="193863" y="0"/>
                </a:lnTo>
                <a:lnTo>
                  <a:pt x="219140" y="4989"/>
                </a:lnTo>
                <a:lnTo>
                  <a:pt x="241369" y="19957"/>
                </a:lnTo>
                <a:lnTo>
                  <a:pt x="257175" y="36031"/>
                </a:lnTo>
                <a:lnTo>
                  <a:pt x="378517" y="36031"/>
                </a:lnTo>
                <a:lnTo>
                  <a:pt x="382759" y="42510"/>
                </a:lnTo>
                <a:lnTo>
                  <a:pt x="387682" y="68178"/>
                </a:lnTo>
                <a:lnTo>
                  <a:pt x="382759" y="93845"/>
                </a:lnTo>
                <a:lnTo>
                  <a:pt x="367992" y="116398"/>
                </a:lnTo>
                <a:lnTo>
                  <a:pt x="271730" y="214178"/>
                </a:lnTo>
                <a:lnTo>
                  <a:pt x="264497" y="216946"/>
                </a:lnTo>
                <a:close/>
              </a:path>
              <a:path w="514350" h="451484">
                <a:moveTo>
                  <a:pt x="378517" y="36031"/>
                </a:moveTo>
                <a:lnTo>
                  <a:pt x="257175" y="36031"/>
                </a:lnTo>
                <a:lnTo>
                  <a:pt x="272980" y="19957"/>
                </a:lnTo>
                <a:lnTo>
                  <a:pt x="295209" y="4989"/>
                </a:lnTo>
                <a:lnTo>
                  <a:pt x="320486" y="0"/>
                </a:lnTo>
                <a:lnTo>
                  <a:pt x="345763" y="4989"/>
                </a:lnTo>
                <a:lnTo>
                  <a:pt x="367992" y="19957"/>
                </a:lnTo>
                <a:lnTo>
                  <a:pt x="378517" y="36031"/>
                </a:lnTo>
                <a:close/>
              </a:path>
              <a:path w="514350" h="451484">
                <a:moveTo>
                  <a:pt x="314325" y="337051"/>
                </a:moveTo>
                <a:lnTo>
                  <a:pt x="61436" y="337051"/>
                </a:lnTo>
                <a:lnTo>
                  <a:pt x="101530" y="304904"/>
                </a:lnTo>
                <a:lnTo>
                  <a:pt x="117590" y="294141"/>
                </a:lnTo>
                <a:lnTo>
                  <a:pt x="135106" y="286308"/>
                </a:lnTo>
                <a:lnTo>
                  <a:pt x="153693" y="281522"/>
                </a:lnTo>
                <a:lnTo>
                  <a:pt x="172968" y="279901"/>
                </a:lnTo>
                <a:lnTo>
                  <a:pt x="314325" y="279901"/>
                </a:lnTo>
                <a:lnTo>
                  <a:pt x="325457" y="282143"/>
                </a:lnTo>
                <a:lnTo>
                  <a:pt x="334539" y="288261"/>
                </a:lnTo>
                <a:lnTo>
                  <a:pt x="340657" y="297343"/>
                </a:lnTo>
                <a:lnTo>
                  <a:pt x="342900" y="308476"/>
                </a:lnTo>
                <a:lnTo>
                  <a:pt x="340657" y="319608"/>
                </a:lnTo>
                <a:lnTo>
                  <a:pt x="334539" y="328690"/>
                </a:lnTo>
                <a:lnTo>
                  <a:pt x="325457" y="334808"/>
                </a:lnTo>
                <a:lnTo>
                  <a:pt x="314325" y="337051"/>
                </a:lnTo>
                <a:close/>
              </a:path>
              <a:path w="514350" h="451484">
                <a:moveTo>
                  <a:pt x="470956" y="365626"/>
                </a:moveTo>
                <a:lnTo>
                  <a:pt x="350579" y="365626"/>
                </a:lnTo>
                <a:lnTo>
                  <a:pt x="457467" y="286866"/>
                </a:lnTo>
                <a:lnTo>
                  <a:pt x="470328" y="280881"/>
                </a:lnTo>
                <a:lnTo>
                  <a:pt x="484000" y="280314"/>
                </a:lnTo>
                <a:lnTo>
                  <a:pt x="496885" y="284919"/>
                </a:lnTo>
                <a:lnTo>
                  <a:pt x="507384" y="294456"/>
                </a:lnTo>
                <a:lnTo>
                  <a:pt x="513369" y="307316"/>
                </a:lnTo>
                <a:lnTo>
                  <a:pt x="513937" y="320988"/>
                </a:lnTo>
                <a:lnTo>
                  <a:pt x="509331" y="333874"/>
                </a:lnTo>
                <a:lnTo>
                  <a:pt x="499794" y="344373"/>
                </a:lnTo>
                <a:lnTo>
                  <a:pt x="470956" y="365626"/>
                </a:lnTo>
                <a:close/>
              </a:path>
              <a:path w="514350" h="451484">
                <a:moveTo>
                  <a:pt x="314682" y="451351"/>
                </a:moveTo>
                <a:lnTo>
                  <a:pt x="28575" y="451351"/>
                </a:lnTo>
                <a:lnTo>
                  <a:pt x="17442" y="449108"/>
                </a:lnTo>
                <a:lnTo>
                  <a:pt x="8360" y="442990"/>
                </a:lnTo>
                <a:lnTo>
                  <a:pt x="2242" y="433908"/>
                </a:lnTo>
                <a:lnTo>
                  <a:pt x="0" y="422776"/>
                </a:lnTo>
                <a:lnTo>
                  <a:pt x="0" y="365626"/>
                </a:lnTo>
                <a:lnTo>
                  <a:pt x="2242" y="354493"/>
                </a:lnTo>
                <a:lnTo>
                  <a:pt x="8360" y="345411"/>
                </a:lnTo>
                <a:lnTo>
                  <a:pt x="17442" y="339293"/>
                </a:lnTo>
                <a:lnTo>
                  <a:pt x="28575" y="337051"/>
                </a:lnTo>
                <a:lnTo>
                  <a:pt x="235029" y="337051"/>
                </a:lnTo>
                <a:lnTo>
                  <a:pt x="228600" y="343480"/>
                </a:lnTo>
                <a:lnTo>
                  <a:pt x="228600" y="359196"/>
                </a:lnTo>
                <a:lnTo>
                  <a:pt x="235029" y="365626"/>
                </a:lnTo>
                <a:lnTo>
                  <a:pt x="470956" y="365626"/>
                </a:lnTo>
                <a:lnTo>
                  <a:pt x="386744" y="427687"/>
                </a:lnTo>
                <a:lnTo>
                  <a:pt x="370323" y="437864"/>
                </a:lnTo>
                <a:lnTo>
                  <a:pt x="352622" y="445278"/>
                </a:lnTo>
                <a:lnTo>
                  <a:pt x="333966" y="449813"/>
                </a:lnTo>
                <a:lnTo>
                  <a:pt x="314682" y="451351"/>
                </a:lnTo>
                <a:close/>
              </a:path>
            </a:pathLst>
          </a:custGeom>
          <a:solidFill>
            <a:srgbClr val="F472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5054599" y="27304"/>
            <a:ext cx="2884805" cy="100266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10"/>
              </a:spcBef>
            </a:pPr>
            <a:r>
              <a:rPr spc="140" dirty="0">
                <a:solidFill>
                  <a:srgbClr val="7D21CD"/>
                </a:solidFill>
              </a:rPr>
              <a:t>让世界更温暖</a:t>
            </a: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b="0" spc="-10" dirty="0">
                <a:solidFill>
                  <a:srgbClr val="A754F6"/>
                </a:solidFill>
                <a:latin typeface="微软雅黑"/>
                <a:cs typeface="微软雅黑"/>
              </a:rPr>
              <a:t>用魔法传递爱与善意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04555" y="5930978"/>
            <a:ext cx="3073400" cy="72834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500" b="1" spc="-5" dirty="0">
                <a:solidFill>
                  <a:srgbClr val="7D21CD"/>
                </a:solidFill>
                <a:latin typeface="微软雅黑"/>
                <a:cs typeface="微软雅黑"/>
              </a:rPr>
              <a:t>魔法不是变东西，是让世界更温暖！</a:t>
            </a:r>
            <a:endParaRPr sz="1500">
              <a:latin typeface="微软雅黑"/>
              <a:cs typeface="微软雅黑"/>
            </a:endParaRPr>
          </a:p>
          <a:p>
            <a:pPr marL="739775">
              <a:lnSpc>
                <a:spcPct val="100000"/>
              </a:lnSpc>
              <a:spcBef>
                <a:spcPts val="1000"/>
              </a:spcBef>
            </a:pPr>
            <a:r>
              <a:rPr sz="1200" dirty="0">
                <a:solidFill>
                  <a:srgbClr val="9333E9"/>
                </a:solidFill>
                <a:latin typeface="微软雅黑"/>
                <a:cs typeface="微软雅黑"/>
              </a:rPr>
              <a:t>用爱心点亮世界 </a:t>
            </a:r>
            <a:r>
              <a:rPr sz="1400" spc="30" dirty="0">
                <a:solidFill>
                  <a:srgbClr val="9333E9"/>
                </a:solidFill>
                <a:latin typeface="Segoe UI Symbol"/>
                <a:cs typeface="Segoe UI Symbol"/>
              </a:rPr>
              <a:t>✨</a:t>
            </a:r>
            <a:endParaRPr sz="1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88972" y="762000"/>
            <a:ext cx="589915" cy="571500"/>
          </a:xfrm>
          <a:custGeom>
            <a:avLst/>
            <a:gdLst/>
            <a:ahLst/>
            <a:cxnLst/>
            <a:rect l="l" t="t" r="r" b="b"/>
            <a:pathLst>
              <a:path w="589915" h="571500">
                <a:moveTo>
                  <a:pt x="457170" y="571486"/>
                </a:moveTo>
                <a:lnTo>
                  <a:pt x="447356" y="570783"/>
                </a:lnTo>
                <a:lnTo>
                  <a:pt x="437929" y="567370"/>
                </a:lnTo>
                <a:lnTo>
                  <a:pt x="294719" y="490909"/>
                </a:lnTo>
                <a:lnTo>
                  <a:pt x="151509" y="567370"/>
                </a:lnTo>
                <a:lnTo>
                  <a:pt x="142083" y="570767"/>
                </a:lnTo>
                <a:lnTo>
                  <a:pt x="132269" y="571444"/>
                </a:lnTo>
                <a:lnTo>
                  <a:pt x="122643" y="569441"/>
                </a:lnTo>
                <a:lnTo>
                  <a:pt x="113782" y="564802"/>
                </a:lnTo>
                <a:lnTo>
                  <a:pt x="106556" y="557883"/>
                </a:lnTo>
                <a:lnTo>
                  <a:pt x="101601" y="549385"/>
                </a:lnTo>
                <a:lnTo>
                  <a:pt x="99136" y="539860"/>
                </a:lnTo>
                <a:lnTo>
                  <a:pt x="99382" y="529865"/>
                </a:lnTo>
                <a:lnTo>
                  <a:pt x="126841" y="367233"/>
                </a:lnTo>
                <a:lnTo>
                  <a:pt x="10532" y="252152"/>
                </a:lnTo>
                <a:lnTo>
                  <a:pt x="4524" y="244251"/>
                </a:lnTo>
                <a:lnTo>
                  <a:pt x="974" y="235157"/>
                </a:lnTo>
                <a:lnTo>
                  <a:pt x="0" y="225436"/>
                </a:lnTo>
                <a:lnTo>
                  <a:pt x="1714" y="215651"/>
                </a:lnTo>
                <a:lnTo>
                  <a:pt x="190688" y="167766"/>
                </a:lnTo>
                <a:lnTo>
                  <a:pt x="262461" y="20091"/>
                </a:lnTo>
                <a:lnTo>
                  <a:pt x="268096" y="11772"/>
                </a:lnTo>
                <a:lnTo>
                  <a:pt x="275646" y="5441"/>
                </a:lnTo>
                <a:lnTo>
                  <a:pt x="284640" y="1412"/>
                </a:lnTo>
                <a:lnTo>
                  <a:pt x="294608" y="0"/>
                </a:lnTo>
                <a:lnTo>
                  <a:pt x="304591" y="1412"/>
                </a:lnTo>
                <a:lnTo>
                  <a:pt x="313611" y="5441"/>
                </a:lnTo>
                <a:lnTo>
                  <a:pt x="321167" y="11772"/>
                </a:lnTo>
                <a:lnTo>
                  <a:pt x="326755" y="20091"/>
                </a:lnTo>
                <a:lnTo>
                  <a:pt x="398527" y="167766"/>
                </a:lnTo>
                <a:lnTo>
                  <a:pt x="558926" y="191430"/>
                </a:lnTo>
                <a:lnTo>
                  <a:pt x="589375" y="225436"/>
                </a:lnTo>
                <a:lnTo>
                  <a:pt x="588394" y="235157"/>
                </a:lnTo>
                <a:lnTo>
                  <a:pt x="584819" y="244251"/>
                </a:lnTo>
                <a:lnTo>
                  <a:pt x="578795" y="252152"/>
                </a:lnTo>
                <a:lnTo>
                  <a:pt x="462486" y="367233"/>
                </a:lnTo>
                <a:lnTo>
                  <a:pt x="490056" y="529865"/>
                </a:lnTo>
                <a:lnTo>
                  <a:pt x="466795" y="569489"/>
                </a:lnTo>
                <a:lnTo>
                  <a:pt x="457170" y="571486"/>
                </a:lnTo>
                <a:close/>
              </a:path>
            </a:pathLst>
          </a:custGeom>
          <a:solidFill>
            <a:srgbClr val="FACC15">
              <a:alpha val="6430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29754" y="5504553"/>
            <a:ext cx="452755" cy="407034"/>
          </a:xfrm>
          <a:custGeom>
            <a:avLst/>
            <a:gdLst/>
            <a:ahLst/>
            <a:cxnLst/>
            <a:rect l="l" t="t" r="r" b="b"/>
            <a:pathLst>
              <a:path w="452754" h="407035">
                <a:moveTo>
                  <a:pt x="172856" y="406100"/>
                </a:moveTo>
                <a:lnTo>
                  <a:pt x="24172" y="210536"/>
                </a:lnTo>
                <a:lnTo>
                  <a:pt x="2672" y="160503"/>
                </a:lnTo>
                <a:lnTo>
                  <a:pt x="0" y="133403"/>
                </a:lnTo>
                <a:lnTo>
                  <a:pt x="2925" y="106055"/>
                </a:lnTo>
                <a:lnTo>
                  <a:pt x="21100" y="59066"/>
                </a:lnTo>
                <a:lnTo>
                  <a:pt x="50734" y="26569"/>
                </a:lnTo>
                <a:lnTo>
                  <a:pt x="89620" y="6034"/>
                </a:lnTo>
                <a:lnTo>
                  <a:pt x="134471" y="0"/>
                </a:lnTo>
                <a:lnTo>
                  <a:pt x="164563" y="4975"/>
                </a:lnTo>
                <a:lnTo>
                  <a:pt x="192240" y="16729"/>
                </a:lnTo>
                <a:lnTo>
                  <a:pt x="216388" y="34614"/>
                </a:lnTo>
                <a:lnTo>
                  <a:pt x="235895" y="57983"/>
                </a:lnTo>
                <a:lnTo>
                  <a:pt x="244149" y="70693"/>
                </a:lnTo>
                <a:lnTo>
                  <a:pt x="256858" y="62439"/>
                </a:lnTo>
                <a:lnTo>
                  <a:pt x="284184" y="49025"/>
                </a:lnTo>
                <a:lnTo>
                  <a:pt x="313519" y="42508"/>
                </a:lnTo>
                <a:lnTo>
                  <a:pt x="343584" y="43027"/>
                </a:lnTo>
                <a:lnTo>
                  <a:pt x="373099" y="50721"/>
                </a:lnTo>
                <a:lnTo>
                  <a:pt x="411617" y="74477"/>
                </a:lnTo>
                <a:lnTo>
                  <a:pt x="438789" y="109052"/>
                </a:lnTo>
                <a:lnTo>
                  <a:pt x="452644" y="150793"/>
                </a:lnTo>
                <a:lnTo>
                  <a:pt x="451211" y="196046"/>
                </a:lnTo>
                <a:lnTo>
                  <a:pt x="428220" y="250955"/>
                </a:lnTo>
                <a:lnTo>
                  <a:pt x="388228" y="287918"/>
                </a:lnTo>
                <a:lnTo>
                  <a:pt x="199074" y="401722"/>
                </a:lnTo>
                <a:lnTo>
                  <a:pt x="179644" y="406886"/>
                </a:lnTo>
                <a:lnTo>
                  <a:pt x="172856" y="406100"/>
                </a:lnTo>
                <a:close/>
              </a:path>
            </a:pathLst>
          </a:custGeom>
          <a:solidFill>
            <a:srgbClr val="F7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0940391" y="1224892"/>
            <a:ext cx="332105" cy="332105"/>
            <a:chOff x="10940391" y="1224892"/>
            <a:chExt cx="332105" cy="332105"/>
          </a:xfrm>
        </p:grpSpPr>
        <p:sp>
          <p:nvSpPr>
            <p:cNvPr id="6" name="object 6"/>
            <p:cNvSpPr/>
            <p:nvPr/>
          </p:nvSpPr>
          <p:spPr>
            <a:xfrm>
              <a:off x="10940391" y="1224892"/>
              <a:ext cx="332105" cy="332105"/>
            </a:xfrm>
            <a:custGeom>
              <a:avLst/>
              <a:gdLst/>
              <a:ahLst/>
              <a:cxnLst/>
              <a:rect l="l" t="t" r="r" b="b"/>
              <a:pathLst>
                <a:path w="332104" h="332105">
                  <a:moveTo>
                    <a:pt x="41054" y="275391"/>
                  </a:moveTo>
                  <a:lnTo>
                    <a:pt x="33813" y="266555"/>
                  </a:lnTo>
                  <a:lnTo>
                    <a:pt x="27182" y="257241"/>
                  </a:lnTo>
                  <a:lnTo>
                    <a:pt x="21191" y="247476"/>
                  </a:lnTo>
                  <a:lnTo>
                    <a:pt x="15872" y="237284"/>
                  </a:lnTo>
                  <a:lnTo>
                    <a:pt x="35830" y="229314"/>
                  </a:lnTo>
                  <a:lnTo>
                    <a:pt x="40169" y="237547"/>
                  </a:lnTo>
                  <a:lnTo>
                    <a:pt x="45030" y="245454"/>
                  </a:lnTo>
                  <a:lnTo>
                    <a:pt x="50381" y="253010"/>
                  </a:lnTo>
                  <a:lnTo>
                    <a:pt x="56190" y="260188"/>
                  </a:lnTo>
                  <a:lnTo>
                    <a:pt x="41054" y="275391"/>
                  </a:lnTo>
                  <a:close/>
                </a:path>
                <a:path w="332104" h="332105">
                  <a:moveTo>
                    <a:pt x="90680" y="313900"/>
                  </a:moveTo>
                  <a:lnTo>
                    <a:pt x="81477" y="308854"/>
                  </a:lnTo>
                  <a:lnTo>
                    <a:pt x="72656" y="303268"/>
                  </a:lnTo>
                  <a:lnTo>
                    <a:pt x="64225" y="297155"/>
                  </a:lnTo>
                  <a:lnTo>
                    <a:pt x="56190" y="290527"/>
                  </a:lnTo>
                  <a:lnTo>
                    <a:pt x="71392" y="275324"/>
                  </a:lnTo>
                  <a:lnTo>
                    <a:pt x="77844" y="280619"/>
                  </a:lnTo>
                  <a:lnTo>
                    <a:pt x="84628" y="285537"/>
                  </a:lnTo>
                  <a:lnTo>
                    <a:pt x="91726" y="290054"/>
                  </a:lnTo>
                  <a:lnTo>
                    <a:pt x="99119" y="294143"/>
                  </a:lnTo>
                  <a:lnTo>
                    <a:pt x="90680" y="313900"/>
                  </a:lnTo>
                  <a:close/>
                </a:path>
                <a:path w="332104" h="332105">
                  <a:moveTo>
                    <a:pt x="7835" y="217393"/>
                  </a:moveTo>
                  <a:lnTo>
                    <a:pt x="4963" y="207514"/>
                  </a:lnTo>
                  <a:lnTo>
                    <a:pt x="2687" y="197385"/>
                  </a:lnTo>
                  <a:lnTo>
                    <a:pt x="1026" y="187029"/>
                  </a:lnTo>
                  <a:lnTo>
                    <a:pt x="0" y="176472"/>
                  </a:lnTo>
                  <a:lnTo>
                    <a:pt x="21498" y="176472"/>
                  </a:lnTo>
                  <a:lnTo>
                    <a:pt x="22359" y="184946"/>
                  </a:lnTo>
                  <a:lnTo>
                    <a:pt x="23716" y="193274"/>
                  </a:lnTo>
                  <a:lnTo>
                    <a:pt x="25538" y="201440"/>
                  </a:lnTo>
                  <a:lnTo>
                    <a:pt x="27793" y="209423"/>
                  </a:lnTo>
                  <a:lnTo>
                    <a:pt x="7835" y="217393"/>
                  </a:lnTo>
                  <a:close/>
                </a:path>
                <a:path w="332104" h="332105">
                  <a:moveTo>
                    <a:pt x="21498" y="155041"/>
                  </a:moveTo>
                  <a:lnTo>
                    <a:pt x="0" y="155041"/>
                  </a:lnTo>
                  <a:lnTo>
                    <a:pt x="1151" y="143456"/>
                  </a:lnTo>
                  <a:lnTo>
                    <a:pt x="3080" y="132128"/>
                  </a:lnTo>
                  <a:lnTo>
                    <a:pt x="5763" y="121089"/>
                  </a:lnTo>
                  <a:lnTo>
                    <a:pt x="9175" y="110370"/>
                  </a:lnTo>
                  <a:lnTo>
                    <a:pt x="28932" y="118809"/>
                  </a:lnTo>
                  <a:lnTo>
                    <a:pt x="26235" y="127531"/>
                  </a:lnTo>
                  <a:lnTo>
                    <a:pt x="24085" y="136498"/>
                  </a:lnTo>
                  <a:lnTo>
                    <a:pt x="22499" y="145679"/>
                  </a:lnTo>
                  <a:lnTo>
                    <a:pt x="21498" y="155041"/>
                  </a:lnTo>
                  <a:close/>
                </a:path>
                <a:path w="332104" h="332105">
                  <a:moveTo>
                    <a:pt x="37370" y="99119"/>
                  </a:moveTo>
                  <a:lnTo>
                    <a:pt x="17613" y="90614"/>
                  </a:lnTo>
                  <a:lnTo>
                    <a:pt x="22631" y="81410"/>
                  </a:lnTo>
                  <a:lnTo>
                    <a:pt x="28220" y="72589"/>
                  </a:lnTo>
                  <a:lnTo>
                    <a:pt x="34349" y="64158"/>
                  </a:lnTo>
                  <a:lnTo>
                    <a:pt x="40987" y="56123"/>
                  </a:lnTo>
                  <a:lnTo>
                    <a:pt x="56190" y="71325"/>
                  </a:lnTo>
                  <a:lnTo>
                    <a:pt x="50904" y="77853"/>
                  </a:lnTo>
                  <a:lnTo>
                    <a:pt x="46001" y="84670"/>
                  </a:lnTo>
                  <a:lnTo>
                    <a:pt x="41488" y="91763"/>
                  </a:lnTo>
                  <a:lnTo>
                    <a:pt x="37370" y="99119"/>
                  </a:lnTo>
                  <a:close/>
                </a:path>
                <a:path w="332104" h="332105">
                  <a:moveTo>
                    <a:pt x="290527" y="275391"/>
                  </a:moveTo>
                  <a:lnTo>
                    <a:pt x="275324" y="260188"/>
                  </a:lnTo>
                  <a:lnTo>
                    <a:pt x="280610" y="253661"/>
                  </a:lnTo>
                  <a:lnTo>
                    <a:pt x="285512" y="246844"/>
                  </a:lnTo>
                  <a:lnTo>
                    <a:pt x="290026" y="239751"/>
                  </a:lnTo>
                  <a:lnTo>
                    <a:pt x="294143" y="232395"/>
                  </a:lnTo>
                  <a:lnTo>
                    <a:pt x="313900" y="240900"/>
                  </a:lnTo>
                  <a:lnTo>
                    <a:pt x="308883" y="250075"/>
                  </a:lnTo>
                  <a:lnTo>
                    <a:pt x="303294" y="258899"/>
                  </a:lnTo>
                  <a:lnTo>
                    <a:pt x="297165" y="267346"/>
                  </a:lnTo>
                  <a:lnTo>
                    <a:pt x="290527" y="275391"/>
                  </a:lnTo>
                  <a:close/>
                </a:path>
                <a:path w="332104" h="332105">
                  <a:moveTo>
                    <a:pt x="237284" y="315642"/>
                  </a:moveTo>
                  <a:lnTo>
                    <a:pt x="229314" y="295684"/>
                  </a:lnTo>
                  <a:lnTo>
                    <a:pt x="237547" y="291344"/>
                  </a:lnTo>
                  <a:lnTo>
                    <a:pt x="245454" y="286483"/>
                  </a:lnTo>
                  <a:lnTo>
                    <a:pt x="253010" y="281133"/>
                  </a:lnTo>
                  <a:lnTo>
                    <a:pt x="260188" y="275324"/>
                  </a:lnTo>
                  <a:lnTo>
                    <a:pt x="275391" y="290460"/>
                  </a:lnTo>
                  <a:lnTo>
                    <a:pt x="266555" y="297700"/>
                  </a:lnTo>
                  <a:lnTo>
                    <a:pt x="257241" y="304332"/>
                  </a:lnTo>
                  <a:lnTo>
                    <a:pt x="247476" y="310323"/>
                  </a:lnTo>
                  <a:lnTo>
                    <a:pt x="237284" y="315642"/>
                  </a:lnTo>
                  <a:close/>
                </a:path>
                <a:path w="332104" h="332105">
                  <a:moveTo>
                    <a:pt x="71325" y="56190"/>
                  </a:moveTo>
                  <a:lnTo>
                    <a:pt x="56190" y="41054"/>
                  </a:lnTo>
                  <a:lnTo>
                    <a:pt x="64987" y="33813"/>
                  </a:lnTo>
                  <a:lnTo>
                    <a:pt x="74281" y="27182"/>
                  </a:lnTo>
                  <a:lnTo>
                    <a:pt x="84039" y="21191"/>
                  </a:lnTo>
                  <a:lnTo>
                    <a:pt x="94230" y="15872"/>
                  </a:lnTo>
                  <a:lnTo>
                    <a:pt x="102200" y="35830"/>
                  </a:lnTo>
                  <a:lnTo>
                    <a:pt x="93966" y="40169"/>
                  </a:lnTo>
                  <a:lnTo>
                    <a:pt x="86059" y="45030"/>
                  </a:lnTo>
                  <a:lnTo>
                    <a:pt x="78504" y="50381"/>
                  </a:lnTo>
                  <a:lnTo>
                    <a:pt x="71325" y="56190"/>
                  </a:lnTo>
                  <a:close/>
                </a:path>
                <a:path w="332104" h="332105">
                  <a:moveTo>
                    <a:pt x="322339" y="221143"/>
                  </a:moveTo>
                  <a:lnTo>
                    <a:pt x="302582" y="212705"/>
                  </a:lnTo>
                  <a:lnTo>
                    <a:pt x="305279" y="203983"/>
                  </a:lnTo>
                  <a:lnTo>
                    <a:pt x="307429" y="195015"/>
                  </a:lnTo>
                  <a:lnTo>
                    <a:pt x="309014" y="185835"/>
                  </a:lnTo>
                  <a:lnTo>
                    <a:pt x="310016" y="176472"/>
                  </a:lnTo>
                  <a:lnTo>
                    <a:pt x="331447" y="176405"/>
                  </a:lnTo>
                  <a:lnTo>
                    <a:pt x="330335" y="187992"/>
                  </a:lnTo>
                  <a:lnTo>
                    <a:pt x="328425" y="199327"/>
                  </a:lnTo>
                  <a:lnTo>
                    <a:pt x="325749" y="210386"/>
                  </a:lnTo>
                  <a:lnTo>
                    <a:pt x="322339" y="221143"/>
                  </a:lnTo>
                  <a:close/>
                </a:path>
                <a:path w="332104" h="332105">
                  <a:moveTo>
                    <a:pt x="176472" y="331514"/>
                  </a:moveTo>
                  <a:lnTo>
                    <a:pt x="176472" y="310016"/>
                  </a:lnTo>
                  <a:lnTo>
                    <a:pt x="184946" y="309164"/>
                  </a:lnTo>
                  <a:lnTo>
                    <a:pt x="193274" y="307823"/>
                  </a:lnTo>
                  <a:lnTo>
                    <a:pt x="201440" y="306004"/>
                  </a:lnTo>
                  <a:lnTo>
                    <a:pt x="209423" y="303720"/>
                  </a:lnTo>
                  <a:lnTo>
                    <a:pt x="217393" y="323678"/>
                  </a:lnTo>
                  <a:lnTo>
                    <a:pt x="207514" y="326551"/>
                  </a:lnTo>
                  <a:lnTo>
                    <a:pt x="197385" y="328827"/>
                  </a:lnTo>
                  <a:lnTo>
                    <a:pt x="187029" y="330488"/>
                  </a:lnTo>
                  <a:lnTo>
                    <a:pt x="176472" y="331514"/>
                  </a:lnTo>
                  <a:close/>
                </a:path>
                <a:path w="332104" h="332105">
                  <a:moveTo>
                    <a:pt x="155108" y="331447"/>
                  </a:moveTo>
                  <a:lnTo>
                    <a:pt x="143522" y="330335"/>
                  </a:lnTo>
                  <a:lnTo>
                    <a:pt x="132187" y="328425"/>
                  </a:lnTo>
                  <a:lnTo>
                    <a:pt x="121128" y="325749"/>
                  </a:lnTo>
                  <a:lnTo>
                    <a:pt x="110370" y="322339"/>
                  </a:lnTo>
                  <a:lnTo>
                    <a:pt x="118809" y="302582"/>
                  </a:lnTo>
                  <a:lnTo>
                    <a:pt x="127531" y="305279"/>
                  </a:lnTo>
                  <a:lnTo>
                    <a:pt x="136498" y="307429"/>
                  </a:lnTo>
                  <a:lnTo>
                    <a:pt x="145679" y="309014"/>
                  </a:lnTo>
                  <a:lnTo>
                    <a:pt x="155041" y="310016"/>
                  </a:lnTo>
                  <a:lnTo>
                    <a:pt x="155108" y="331447"/>
                  </a:lnTo>
                  <a:close/>
                </a:path>
                <a:path w="332104" h="332105">
                  <a:moveTo>
                    <a:pt x="331514" y="155041"/>
                  </a:moveTo>
                  <a:lnTo>
                    <a:pt x="310016" y="155041"/>
                  </a:lnTo>
                  <a:lnTo>
                    <a:pt x="309164" y="146568"/>
                  </a:lnTo>
                  <a:lnTo>
                    <a:pt x="307823" y="138239"/>
                  </a:lnTo>
                  <a:lnTo>
                    <a:pt x="306004" y="130074"/>
                  </a:lnTo>
                  <a:lnTo>
                    <a:pt x="303720" y="122091"/>
                  </a:lnTo>
                  <a:lnTo>
                    <a:pt x="323678" y="114121"/>
                  </a:lnTo>
                  <a:lnTo>
                    <a:pt x="326551" y="123999"/>
                  </a:lnTo>
                  <a:lnTo>
                    <a:pt x="328827" y="134129"/>
                  </a:lnTo>
                  <a:lnTo>
                    <a:pt x="330488" y="144485"/>
                  </a:lnTo>
                  <a:lnTo>
                    <a:pt x="331514" y="155041"/>
                  </a:lnTo>
                  <a:close/>
                </a:path>
                <a:path w="332104" h="332105">
                  <a:moveTo>
                    <a:pt x="212705" y="28932"/>
                  </a:moveTo>
                  <a:lnTo>
                    <a:pt x="203954" y="26235"/>
                  </a:lnTo>
                  <a:lnTo>
                    <a:pt x="194990" y="24085"/>
                  </a:lnTo>
                  <a:lnTo>
                    <a:pt x="185826" y="22499"/>
                  </a:lnTo>
                  <a:lnTo>
                    <a:pt x="176472" y="21498"/>
                  </a:lnTo>
                  <a:lnTo>
                    <a:pt x="176472" y="0"/>
                  </a:lnTo>
                  <a:lnTo>
                    <a:pt x="188058" y="1151"/>
                  </a:lnTo>
                  <a:lnTo>
                    <a:pt x="199385" y="3080"/>
                  </a:lnTo>
                  <a:lnTo>
                    <a:pt x="210424" y="5763"/>
                  </a:lnTo>
                  <a:lnTo>
                    <a:pt x="221143" y="9175"/>
                  </a:lnTo>
                  <a:lnTo>
                    <a:pt x="212705" y="28932"/>
                  </a:lnTo>
                  <a:close/>
                </a:path>
                <a:path w="332104" h="332105">
                  <a:moveTo>
                    <a:pt x="122091" y="27793"/>
                  </a:moveTo>
                  <a:lnTo>
                    <a:pt x="155041" y="0"/>
                  </a:lnTo>
                  <a:lnTo>
                    <a:pt x="155041" y="21498"/>
                  </a:lnTo>
                  <a:lnTo>
                    <a:pt x="146568" y="22350"/>
                  </a:lnTo>
                  <a:lnTo>
                    <a:pt x="138239" y="23691"/>
                  </a:lnTo>
                  <a:lnTo>
                    <a:pt x="130074" y="25510"/>
                  </a:lnTo>
                  <a:lnTo>
                    <a:pt x="122091" y="27793"/>
                  </a:lnTo>
                  <a:close/>
                </a:path>
                <a:path w="332104" h="332105">
                  <a:moveTo>
                    <a:pt x="260188" y="56190"/>
                  </a:moveTo>
                  <a:lnTo>
                    <a:pt x="253690" y="50904"/>
                  </a:lnTo>
                  <a:lnTo>
                    <a:pt x="246877" y="46001"/>
                  </a:lnTo>
                  <a:lnTo>
                    <a:pt x="239789" y="41488"/>
                  </a:lnTo>
                  <a:lnTo>
                    <a:pt x="232462" y="37370"/>
                  </a:lnTo>
                  <a:lnTo>
                    <a:pt x="240900" y="17613"/>
                  </a:lnTo>
                  <a:lnTo>
                    <a:pt x="250104" y="22631"/>
                  </a:lnTo>
                  <a:lnTo>
                    <a:pt x="258924" y="28220"/>
                  </a:lnTo>
                  <a:lnTo>
                    <a:pt x="267355" y="34349"/>
                  </a:lnTo>
                  <a:lnTo>
                    <a:pt x="275391" y="40987"/>
                  </a:lnTo>
                  <a:lnTo>
                    <a:pt x="260188" y="56190"/>
                  </a:lnTo>
                  <a:close/>
                </a:path>
                <a:path w="332104" h="332105">
                  <a:moveTo>
                    <a:pt x="295751" y="102200"/>
                  </a:moveTo>
                  <a:lnTo>
                    <a:pt x="291372" y="93966"/>
                  </a:lnTo>
                  <a:lnTo>
                    <a:pt x="286492" y="86059"/>
                  </a:lnTo>
                  <a:lnTo>
                    <a:pt x="281134" y="78504"/>
                  </a:lnTo>
                  <a:lnTo>
                    <a:pt x="275324" y="71325"/>
                  </a:lnTo>
                  <a:lnTo>
                    <a:pt x="290527" y="56123"/>
                  </a:lnTo>
                  <a:lnTo>
                    <a:pt x="297767" y="64959"/>
                  </a:lnTo>
                  <a:lnTo>
                    <a:pt x="304399" y="74272"/>
                  </a:lnTo>
                  <a:lnTo>
                    <a:pt x="310389" y="84038"/>
                  </a:lnTo>
                  <a:lnTo>
                    <a:pt x="315709" y="94230"/>
                  </a:lnTo>
                  <a:lnTo>
                    <a:pt x="295751" y="102200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90122" y="1300911"/>
              <a:ext cx="32384" cy="178435"/>
            </a:xfrm>
            <a:custGeom>
              <a:avLst/>
              <a:gdLst/>
              <a:ahLst/>
              <a:cxnLst/>
              <a:rect l="l" t="t" r="r" b="b"/>
              <a:pathLst>
                <a:path w="32384" h="178434">
                  <a:moveTo>
                    <a:pt x="31965" y="3822"/>
                  </a:moveTo>
                  <a:lnTo>
                    <a:pt x="28282" y="0"/>
                  </a:lnTo>
                  <a:lnTo>
                    <a:pt x="3759" y="0"/>
                  </a:lnTo>
                  <a:lnTo>
                    <a:pt x="76" y="3822"/>
                  </a:lnTo>
                  <a:lnTo>
                    <a:pt x="279" y="8369"/>
                  </a:lnTo>
                  <a:lnTo>
                    <a:pt x="4965" y="120891"/>
                  </a:lnTo>
                  <a:lnTo>
                    <a:pt x="5168" y="125171"/>
                  </a:lnTo>
                  <a:lnTo>
                    <a:pt x="8724" y="128587"/>
                  </a:lnTo>
                  <a:lnTo>
                    <a:pt x="23317" y="128587"/>
                  </a:lnTo>
                  <a:lnTo>
                    <a:pt x="26873" y="125171"/>
                  </a:lnTo>
                  <a:lnTo>
                    <a:pt x="27076" y="120891"/>
                  </a:lnTo>
                  <a:lnTo>
                    <a:pt x="31762" y="8369"/>
                  </a:lnTo>
                  <a:lnTo>
                    <a:pt x="31965" y="3822"/>
                  </a:lnTo>
                  <a:close/>
                </a:path>
                <a:path w="32384" h="178434">
                  <a:moveTo>
                    <a:pt x="32042" y="159956"/>
                  </a:moveTo>
                  <a:lnTo>
                    <a:pt x="18148" y="146062"/>
                  </a:lnTo>
                  <a:lnTo>
                    <a:pt x="13893" y="146062"/>
                  </a:lnTo>
                  <a:lnTo>
                    <a:pt x="0" y="159956"/>
                  </a:lnTo>
                  <a:lnTo>
                    <a:pt x="0" y="164198"/>
                  </a:lnTo>
                  <a:lnTo>
                    <a:pt x="13893" y="178092"/>
                  </a:lnTo>
                  <a:lnTo>
                    <a:pt x="18148" y="178092"/>
                  </a:lnTo>
                  <a:lnTo>
                    <a:pt x="32042" y="164198"/>
                  </a:lnTo>
                  <a:lnTo>
                    <a:pt x="32042" y="162077"/>
                  </a:lnTo>
                  <a:lnTo>
                    <a:pt x="32042" y="159956"/>
                  </a:lnTo>
                  <a:close/>
                </a:path>
              </a:pathLst>
            </a:custGeom>
            <a:solidFill>
              <a:srgbClr val="93C4FD">
                <a:alpha val="708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0999" y="952500"/>
            <a:ext cx="3809999" cy="25526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97499" y="1225550"/>
            <a:ext cx="13970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5" dirty="0">
                <a:solidFill>
                  <a:srgbClr val="9333E9"/>
                </a:solidFill>
                <a:latin typeface="微软雅黑"/>
                <a:cs typeface="微软雅黑"/>
              </a:rPr>
              <a:t>魔法咒语</a:t>
            </a:r>
            <a:endParaRPr sz="27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97400" y="2892425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5065" algn="l"/>
              </a:tabLst>
            </a:pPr>
            <a:r>
              <a:rPr sz="1800" b="1" dirty="0">
                <a:solidFill>
                  <a:srgbClr val="A16107"/>
                </a:solidFill>
                <a:latin typeface="微软雅黑"/>
                <a:cs typeface="微软雅黑"/>
              </a:rPr>
              <a:t>快乐</a:t>
            </a:r>
            <a:r>
              <a:rPr sz="1800" b="1" spc="-50" dirty="0">
                <a:solidFill>
                  <a:srgbClr val="A16107"/>
                </a:solidFill>
                <a:latin typeface="微软雅黑"/>
                <a:cs typeface="微软雅黑"/>
              </a:rPr>
              <a:t>！</a:t>
            </a:r>
            <a:r>
              <a:rPr sz="1800" b="1" dirty="0">
                <a:solidFill>
                  <a:srgbClr val="A16107"/>
                </a:solidFill>
                <a:latin typeface="微软雅黑"/>
                <a:cs typeface="微软雅黑"/>
              </a:rPr>
              <a:t>	</a:t>
            </a:r>
            <a:r>
              <a:rPr sz="1800" b="1" dirty="0">
                <a:solidFill>
                  <a:srgbClr val="15803C"/>
                </a:solidFill>
                <a:latin typeface="微软雅黑"/>
                <a:cs typeface="微软雅黑"/>
              </a:rPr>
              <a:t>分享</a:t>
            </a:r>
            <a:r>
              <a:rPr sz="1800" b="1" spc="-50" dirty="0">
                <a:solidFill>
                  <a:srgbClr val="15803C"/>
                </a:solidFill>
                <a:latin typeface="微软雅黑"/>
                <a:cs typeface="微软雅黑"/>
              </a:rPr>
              <a:t>！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97700" y="2892425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B91B1B"/>
                </a:solidFill>
                <a:latin typeface="微软雅黑"/>
                <a:cs typeface="微软雅黑"/>
              </a:rPr>
              <a:t>爱！</a:t>
            </a:r>
            <a:endParaRPr sz="1800">
              <a:latin typeface="微软雅黑"/>
              <a:cs typeface="微软雅黑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33924" y="4114799"/>
            <a:ext cx="2724150" cy="771525"/>
            <a:chOff x="4733924" y="4114799"/>
            <a:chExt cx="2724150" cy="771525"/>
          </a:xfrm>
        </p:grpSpPr>
        <p:sp>
          <p:nvSpPr>
            <p:cNvPr id="13" name="object 13"/>
            <p:cNvSpPr/>
            <p:nvPr/>
          </p:nvSpPr>
          <p:spPr>
            <a:xfrm>
              <a:off x="4733924" y="4114799"/>
              <a:ext cx="2724150" cy="771525"/>
            </a:xfrm>
            <a:custGeom>
              <a:avLst/>
              <a:gdLst/>
              <a:ahLst/>
              <a:cxnLst/>
              <a:rect l="l" t="t" r="r" b="b"/>
              <a:pathLst>
                <a:path w="2724150" h="771525">
                  <a:moveTo>
                    <a:pt x="2571749" y="771524"/>
                  </a:moveTo>
                  <a:lnTo>
                    <a:pt x="152399" y="771524"/>
                  </a:lnTo>
                  <a:lnTo>
                    <a:pt x="144912" y="771341"/>
                  </a:lnTo>
                  <a:lnTo>
                    <a:pt x="101065" y="762620"/>
                  </a:lnTo>
                  <a:lnTo>
                    <a:pt x="61606" y="741528"/>
                  </a:lnTo>
                  <a:lnTo>
                    <a:pt x="29995" y="709917"/>
                  </a:lnTo>
                  <a:lnTo>
                    <a:pt x="8904" y="670458"/>
                  </a:lnTo>
                  <a:lnTo>
                    <a:pt x="182" y="626611"/>
                  </a:lnTo>
                  <a:lnTo>
                    <a:pt x="0" y="619124"/>
                  </a:lnTo>
                  <a:lnTo>
                    <a:pt x="0" y="152399"/>
                  </a:lnTo>
                  <a:lnTo>
                    <a:pt x="6560" y="108159"/>
                  </a:lnTo>
                  <a:lnTo>
                    <a:pt x="25683" y="67730"/>
                  </a:lnTo>
                  <a:lnTo>
                    <a:pt x="55716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2571749" y="0"/>
                  </a:lnTo>
                  <a:lnTo>
                    <a:pt x="2615988" y="6560"/>
                  </a:lnTo>
                  <a:lnTo>
                    <a:pt x="2656417" y="25683"/>
                  </a:lnTo>
                  <a:lnTo>
                    <a:pt x="2689557" y="55716"/>
                  </a:lnTo>
                  <a:lnTo>
                    <a:pt x="2712548" y="94078"/>
                  </a:lnTo>
                  <a:lnTo>
                    <a:pt x="2723417" y="137461"/>
                  </a:lnTo>
                  <a:lnTo>
                    <a:pt x="2724149" y="152399"/>
                  </a:lnTo>
                  <a:lnTo>
                    <a:pt x="2724149" y="619124"/>
                  </a:lnTo>
                  <a:lnTo>
                    <a:pt x="2717588" y="663364"/>
                  </a:lnTo>
                  <a:lnTo>
                    <a:pt x="2698465" y="703793"/>
                  </a:lnTo>
                  <a:lnTo>
                    <a:pt x="2668431" y="736932"/>
                  </a:lnTo>
                  <a:lnTo>
                    <a:pt x="2630069" y="759923"/>
                  </a:lnTo>
                  <a:lnTo>
                    <a:pt x="2586687" y="770792"/>
                  </a:lnTo>
                  <a:lnTo>
                    <a:pt x="2571749" y="771524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61185" y="4343399"/>
              <a:ext cx="287655" cy="283845"/>
            </a:xfrm>
            <a:custGeom>
              <a:avLst/>
              <a:gdLst/>
              <a:ahLst/>
              <a:cxnLst/>
              <a:rect l="l" t="t" r="r" b="b"/>
              <a:pathLst>
                <a:path w="287654" h="283845">
                  <a:moveTo>
                    <a:pt x="184844" y="53578"/>
                  </a:moveTo>
                  <a:lnTo>
                    <a:pt x="175021" y="53578"/>
                  </a:lnTo>
                  <a:lnTo>
                    <a:pt x="171003" y="49559"/>
                  </a:lnTo>
                  <a:lnTo>
                    <a:pt x="171003" y="4018"/>
                  </a:lnTo>
                  <a:lnTo>
                    <a:pt x="175021" y="0"/>
                  </a:lnTo>
                  <a:lnTo>
                    <a:pt x="184844" y="0"/>
                  </a:lnTo>
                  <a:lnTo>
                    <a:pt x="188862" y="4018"/>
                  </a:lnTo>
                  <a:lnTo>
                    <a:pt x="188862" y="49559"/>
                  </a:lnTo>
                  <a:lnTo>
                    <a:pt x="184844" y="53578"/>
                  </a:lnTo>
                  <a:close/>
                </a:path>
                <a:path w="287654" h="283845">
                  <a:moveTo>
                    <a:pt x="145107" y="54805"/>
                  </a:moveTo>
                  <a:lnTo>
                    <a:pt x="139526" y="53689"/>
                  </a:lnTo>
                  <a:lnTo>
                    <a:pt x="136791" y="49615"/>
                  </a:lnTo>
                  <a:lnTo>
                    <a:pt x="118932" y="22826"/>
                  </a:lnTo>
                  <a:lnTo>
                    <a:pt x="116197" y="18696"/>
                  </a:lnTo>
                  <a:lnTo>
                    <a:pt x="117313" y="13171"/>
                  </a:lnTo>
                  <a:lnTo>
                    <a:pt x="125462" y="7701"/>
                  </a:lnTo>
                  <a:lnTo>
                    <a:pt x="131043" y="8818"/>
                  </a:lnTo>
                  <a:lnTo>
                    <a:pt x="133778" y="12893"/>
                  </a:lnTo>
                  <a:lnTo>
                    <a:pt x="151637" y="39681"/>
                  </a:lnTo>
                  <a:lnTo>
                    <a:pt x="154371" y="43811"/>
                  </a:lnTo>
                  <a:lnTo>
                    <a:pt x="153255" y="49336"/>
                  </a:lnTo>
                  <a:lnTo>
                    <a:pt x="145107" y="54805"/>
                  </a:lnTo>
                  <a:close/>
                </a:path>
                <a:path w="287654" h="283845">
                  <a:moveTo>
                    <a:pt x="215651" y="153032"/>
                  </a:moveTo>
                  <a:lnTo>
                    <a:pt x="125183" y="153032"/>
                  </a:lnTo>
                  <a:lnTo>
                    <a:pt x="131991" y="146223"/>
                  </a:lnTo>
                  <a:lnTo>
                    <a:pt x="131991" y="140698"/>
                  </a:lnTo>
                  <a:lnTo>
                    <a:pt x="71437" y="80143"/>
                  </a:lnTo>
                  <a:lnTo>
                    <a:pt x="71437" y="71660"/>
                  </a:lnTo>
                  <a:lnTo>
                    <a:pt x="76683" y="66470"/>
                  </a:lnTo>
                  <a:lnTo>
                    <a:pt x="81929" y="61168"/>
                  </a:lnTo>
                  <a:lnTo>
                    <a:pt x="90413" y="61168"/>
                  </a:lnTo>
                  <a:lnTo>
                    <a:pt x="95659" y="66470"/>
                  </a:lnTo>
                  <a:lnTo>
                    <a:pt x="170333" y="141089"/>
                  </a:lnTo>
                  <a:lnTo>
                    <a:pt x="215651" y="141089"/>
                  </a:lnTo>
                  <a:lnTo>
                    <a:pt x="215651" y="153032"/>
                  </a:lnTo>
                  <a:close/>
                </a:path>
                <a:path w="287654" h="283845">
                  <a:moveTo>
                    <a:pt x="215651" y="184286"/>
                  </a:moveTo>
                  <a:lnTo>
                    <a:pt x="93929" y="184286"/>
                  </a:lnTo>
                  <a:lnTo>
                    <a:pt x="100738" y="177477"/>
                  </a:lnTo>
                  <a:lnTo>
                    <a:pt x="100738" y="171952"/>
                  </a:lnTo>
                  <a:lnTo>
                    <a:pt x="26789" y="98003"/>
                  </a:lnTo>
                  <a:lnTo>
                    <a:pt x="26789" y="89520"/>
                  </a:lnTo>
                  <a:lnTo>
                    <a:pt x="37281" y="79139"/>
                  </a:lnTo>
                  <a:lnTo>
                    <a:pt x="45764" y="79083"/>
                  </a:lnTo>
                  <a:lnTo>
                    <a:pt x="50955" y="84329"/>
                  </a:lnTo>
                  <a:lnTo>
                    <a:pt x="119657" y="153032"/>
                  </a:lnTo>
                  <a:lnTo>
                    <a:pt x="215651" y="153032"/>
                  </a:lnTo>
                  <a:lnTo>
                    <a:pt x="215651" y="184286"/>
                  </a:lnTo>
                  <a:close/>
                </a:path>
                <a:path w="287654" h="283845">
                  <a:moveTo>
                    <a:pt x="215651" y="141089"/>
                  </a:moveTo>
                  <a:lnTo>
                    <a:pt x="170333" y="141089"/>
                  </a:lnTo>
                  <a:lnTo>
                    <a:pt x="179933" y="137070"/>
                  </a:lnTo>
                  <a:lnTo>
                    <a:pt x="179933" y="97277"/>
                  </a:lnTo>
                  <a:lnTo>
                    <a:pt x="187914" y="89296"/>
                  </a:lnTo>
                  <a:lnTo>
                    <a:pt x="207671" y="89296"/>
                  </a:lnTo>
                  <a:lnTo>
                    <a:pt x="215651" y="97277"/>
                  </a:lnTo>
                  <a:lnTo>
                    <a:pt x="215651" y="141089"/>
                  </a:lnTo>
                  <a:close/>
                </a:path>
                <a:path w="287654" h="283845">
                  <a:moveTo>
                    <a:pt x="199690" y="283517"/>
                  </a:moveTo>
                  <a:lnTo>
                    <a:pt x="231132" y="243180"/>
                  </a:lnTo>
                  <a:lnTo>
                    <a:pt x="242434" y="192937"/>
                  </a:lnTo>
                  <a:lnTo>
                    <a:pt x="242441" y="138131"/>
                  </a:lnTo>
                  <a:lnTo>
                    <a:pt x="247017" y="138075"/>
                  </a:lnTo>
                  <a:lnTo>
                    <a:pt x="251370" y="134559"/>
                  </a:lnTo>
                  <a:lnTo>
                    <a:pt x="251426" y="97277"/>
                  </a:lnTo>
                  <a:lnTo>
                    <a:pt x="259351" y="89352"/>
                  </a:lnTo>
                  <a:lnTo>
                    <a:pt x="279108" y="89352"/>
                  </a:lnTo>
                  <a:lnTo>
                    <a:pt x="287033" y="97277"/>
                  </a:lnTo>
                  <a:lnTo>
                    <a:pt x="287089" y="192937"/>
                  </a:lnTo>
                  <a:lnTo>
                    <a:pt x="284046" y="216230"/>
                  </a:lnTo>
                  <a:lnTo>
                    <a:pt x="275306" y="237634"/>
                  </a:lnTo>
                  <a:lnTo>
                    <a:pt x="261448" y="256139"/>
                  </a:lnTo>
                  <a:lnTo>
                    <a:pt x="243195" y="270625"/>
                  </a:lnTo>
                  <a:lnTo>
                    <a:pt x="243054" y="270625"/>
                  </a:lnTo>
                  <a:lnTo>
                    <a:pt x="232684" y="275975"/>
                  </a:lnTo>
                  <a:lnTo>
                    <a:pt x="221916" y="279896"/>
                  </a:lnTo>
                  <a:lnTo>
                    <a:pt x="210876" y="282405"/>
                  </a:lnTo>
                  <a:lnTo>
                    <a:pt x="199690" y="283517"/>
                  </a:lnTo>
                  <a:close/>
                </a:path>
                <a:path w="287654" h="283845">
                  <a:moveTo>
                    <a:pt x="212692" y="215540"/>
                  </a:moveTo>
                  <a:lnTo>
                    <a:pt x="62675" y="215540"/>
                  </a:lnTo>
                  <a:lnTo>
                    <a:pt x="69484" y="208731"/>
                  </a:lnTo>
                  <a:lnTo>
                    <a:pt x="69484" y="203206"/>
                  </a:lnTo>
                  <a:lnTo>
                    <a:pt x="8929" y="142651"/>
                  </a:lnTo>
                  <a:lnTo>
                    <a:pt x="8929" y="134168"/>
                  </a:lnTo>
                  <a:lnTo>
                    <a:pt x="19422" y="123787"/>
                  </a:lnTo>
                  <a:lnTo>
                    <a:pt x="27905" y="123731"/>
                  </a:lnTo>
                  <a:lnTo>
                    <a:pt x="33095" y="128978"/>
                  </a:lnTo>
                  <a:lnTo>
                    <a:pt x="88403" y="184286"/>
                  </a:lnTo>
                  <a:lnTo>
                    <a:pt x="215651" y="184286"/>
                  </a:lnTo>
                  <a:lnTo>
                    <a:pt x="215644" y="192937"/>
                  </a:lnTo>
                  <a:lnTo>
                    <a:pt x="212692" y="215540"/>
                  </a:lnTo>
                  <a:close/>
                </a:path>
                <a:path w="287654" h="283845">
                  <a:moveTo>
                    <a:pt x="113860" y="282938"/>
                  </a:moveTo>
                  <a:lnTo>
                    <a:pt x="85528" y="274613"/>
                  </a:lnTo>
                  <a:lnTo>
                    <a:pt x="60833" y="257063"/>
                  </a:lnTo>
                  <a:lnTo>
                    <a:pt x="0" y="196229"/>
                  </a:lnTo>
                  <a:lnTo>
                    <a:pt x="0" y="187746"/>
                  </a:lnTo>
                  <a:lnTo>
                    <a:pt x="10492" y="177365"/>
                  </a:lnTo>
                  <a:lnTo>
                    <a:pt x="18975" y="177310"/>
                  </a:lnTo>
                  <a:lnTo>
                    <a:pt x="24165" y="182556"/>
                  </a:lnTo>
                  <a:lnTo>
                    <a:pt x="57150" y="215540"/>
                  </a:lnTo>
                  <a:lnTo>
                    <a:pt x="212692" y="215540"/>
                  </a:lnTo>
                  <a:lnTo>
                    <a:pt x="212586" y="216230"/>
                  </a:lnTo>
                  <a:lnTo>
                    <a:pt x="203868" y="237578"/>
                  </a:lnTo>
                  <a:lnTo>
                    <a:pt x="190011" y="256084"/>
                  </a:lnTo>
                  <a:lnTo>
                    <a:pt x="171617" y="270681"/>
                  </a:lnTo>
                  <a:lnTo>
                    <a:pt x="143374" y="281730"/>
                  </a:lnTo>
                  <a:lnTo>
                    <a:pt x="113860" y="282938"/>
                  </a:lnTo>
                  <a:close/>
                </a:path>
                <a:path w="287654" h="283845">
                  <a:moveTo>
                    <a:pt x="243054" y="270736"/>
                  </a:moveTo>
                  <a:lnTo>
                    <a:pt x="243195" y="270625"/>
                  </a:lnTo>
                  <a:lnTo>
                    <a:pt x="243054" y="270736"/>
                  </a:lnTo>
                  <a:close/>
                </a:path>
                <a:path w="287654" h="283845">
                  <a:moveTo>
                    <a:pt x="214814" y="54805"/>
                  </a:moveTo>
                  <a:lnTo>
                    <a:pt x="206554" y="49336"/>
                  </a:lnTo>
                  <a:lnTo>
                    <a:pt x="205494" y="43811"/>
                  </a:lnTo>
                  <a:lnTo>
                    <a:pt x="208229" y="39681"/>
                  </a:lnTo>
                  <a:lnTo>
                    <a:pt x="226088" y="12892"/>
                  </a:lnTo>
                  <a:lnTo>
                    <a:pt x="228823" y="8762"/>
                  </a:lnTo>
                  <a:lnTo>
                    <a:pt x="234348" y="7701"/>
                  </a:lnTo>
                  <a:lnTo>
                    <a:pt x="242608" y="13171"/>
                  </a:lnTo>
                  <a:lnTo>
                    <a:pt x="243668" y="18696"/>
                  </a:lnTo>
                  <a:lnTo>
                    <a:pt x="240934" y="22826"/>
                  </a:lnTo>
                  <a:lnTo>
                    <a:pt x="223074" y="49615"/>
                  </a:lnTo>
                  <a:lnTo>
                    <a:pt x="220340" y="53745"/>
                  </a:lnTo>
                  <a:lnTo>
                    <a:pt x="214814" y="54805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91398" y="4352131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C4ED8"/>
                </a:solidFill>
                <a:latin typeface="微软雅黑"/>
                <a:cs typeface="微软雅黑"/>
              </a:rPr>
              <a:t>全场击掌动画互动</a:t>
            </a:r>
            <a:endParaRPr sz="1800">
              <a:latin typeface="微软雅黑"/>
              <a:cs typeface="微软雅黑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33849" y="5419724"/>
            <a:ext cx="3924300" cy="723900"/>
            <a:chOff x="4133849" y="5419724"/>
            <a:chExt cx="3924300" cy="723900"/>
          </a:xfrm>
        </p:grpSpPr>
        <p:sp>
          <p:nvSpPr>
            <p:cNvPr id="17" name="object 17"/>
            <p:cNvSpPr/>
            <p:nvPr/>
          </p:nvSpPr>
          <p:spPr>
            <a:xfrm>
              <a:off x="4133849" y="5419724"/>
              <a:ext cx="3924300" cy="723900"/>
            </a:xfrm>
            <a:custGeom>
              <a:avLst/>
              <a:gdLst/>
              <a:ahLst/>
              <a:cxnLst/>
              <a:rect l="l" t="t" r="r" b="b"/>
              <a:pathLst>
                <a:path w="3924300" h="723900">
                  <a:moveTo>
                    <a:pt x="3771899" y="723899"/>
                  </a:moveTo>
                  <a:lnTo>
                    <a:pt x="152399" y="723899"/>
                  </a:lnTo>
                  <a:lnTo>
                    <a:pt x="144912" y="723716"/>
                  </a:lnTo>
                  <a:lnTo>
                    <a:pt x="101065" y="714994"/>
                  </a:lnTo>
                  <a:lnTo>
                    <a:pt x="61606" y="693903"/>
                  </a:lnTo>
                  <a:lnTo>
                    <a:pt x="29995" y="662291"/>
                  </a:lnTo>
                  <a:lnTo>
                    <a:pt x="8904" y="622833"/>
                  </a:lnTo>
                  <a:lnTo>
                    <a:pt x="182" y="578987"/>
                  </a:lnTo>
                  <a:lnTo>
                    <a:pt x="0" y="571499"/>
                  </a:lnTo>
                  <a:lnTo>
                    <a:pt x="0" y="152399"/>
                  </a:lnTo>
                  <a:lnTo>
                    <a:pt x="6560" y="108159"/>
                  </a:lnTo>
                  <a:lnTo>
                    <a:pt x="25683" y="67730"/>
                  </a:lnTo>
                  <a:lnTo>
                    <a:pt x="55716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3771899" y="0"/>
                  </a:lnTo>
                  <a:lnTo>
                    <a:pt x="3816138" y="6560"/>
                  </a:lnTo>
                  <a:lnTo>
                    <a:pt x="3856567" y="25683"/>
                  </a:lnTo>
                  <a:lnTo>
                    <a:pt x="3889707" y="55716"/>
                  </a:lnTo>
                  <a:lnTo>
                    <a:pt x="3912697" y="94078"/>
                  </a:lnTo>
                  <a:lnTo>
                    <a:pt x="3923567" y="137461"/>
                  </a:lnTo>
                  <a:lnTo>
                    <a:pt x="3924299" y="152399"/>
                  </a:lnTo>
                  <a:lnTo>
                    <a:pt x="3924299" y="571499"/>
                  </a:lnTo>
                  <a:lnTo>
                    <a:pt x="3917737" y="615739"/>
                  </a:lnTo>
                  <a:lnTo>
                    <a:pt x="3898614" y="656168"/>
                  </a:lnTo>
                  <a:lnTo>
                    <a:pt x="3868581" y="689307"/>
                  </a:lnTo>
                  <a:lnTo>
                    <a:pt x="3830219" y="712298"/>
                  </a:lnTo>
                  <a:lnTo>
                    <a:pt x="3786837" y="723167"/>
                  </a:lnTo>
                  <a:lnTo>
                    <a:pt x="3771899" y="723899"/>
                  </a:lnTo>
                  <a:close/>
                </a:path>
              </a:pathLst>
            </a:custGeom>
            <a:solidFill>
              <a:srgbClr val="FBE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62494" y="5657849"/>
              <a:ext cx="257810" cy="229235"/>
            </a:xfrm>
            <a:custGeom>
              <a:avLst/>
              <a:gdLst/>
              <a:ahLst/>
              <a:cxnLst/>
              <a:rect l="l" t="t" r="r" b="b"/>
              <a:pathLst>
                <a:path w="257810" h="229235">
                  <a:moveTo>
                    <a:pt x="220563" y="228644"/>
                  </a:moveTo>
                  <a:lnTo>
                    <a:pt x="202569" y="228644"/>
                  </a:lnTo>
                  <a:lnTo>
                    <a:pt x="202078" y="228599"/>
                  </a:lnTo>
                  <a:lnTo>
                    <a:pt x="201453" y="228644"/>
                  </a:lnTo>
                  <a:lnTo>
                    <a:pt x="185692" y="228600"/>
                  </a:lnTo>
                  <a:lnTo>
                    <a:pt x="165109" y="228600"/>
                  </a:lnTo>
                  <a:lnTo>
                    <a:pt x="157117" y="220607"/>
                  </a:lnTo>
                  <a:lnTo>
                    <a:pt x="157117" y="163547"/>
                  </a:lnTo>
                  <a:lnTo>
                    <a:pt x="150733" y="157162"/>
                  </a:lnTo>
                  <a:lnTo>
                    <a:pt x="106352" y="157162"/>
                  </a:lnTo>
                  <a:lnTo>
                    <a:pt x="99967" y="163547"/>
                  </a:lnTo>
                  <a:lnTo>
                    <a:pt x="99967" y="220607"/>
                  </a:lnTo>
                  <a:lnTo>
                    <a:pt x="91975" y="228600"/>
                  </a:lnTo>
                  <a:lnTo>
                    <a:pt x="56480" y="228600"/>
                  </a:lnTo>
                  <a:lnTo>
                    <a:pt x="55140" y="228510"/>
                  </a:lnTo>
                  <a:lnTo>
                    <a:pt x="54069" y="228600"/>
                  </a:lnTo>
                  <a:lnTo>
                    <a:pt x="36522" y="228600"/>
                  </a:lnTo>
                  <a:lnTo>
                    <a:pt x="28530" y="220607"/>
                  </a:lnTo>
                  <a:lnTo>
                    <a:pt x="28530" y="159886"/>
                  </a:lnTo>
                  <a:lnTo>
                    <a:pt x="28574" y="159484"/>
                  </a:lnTo>
                  <a:lnTo>
                    <a:pt x="28574" y="128364"/>
                  </a:lnTo>
                  <a:lnTo>
                    <a:pt x="6250" y="128364"/>
                  </a:lnTo>
                  <a:lnTo>
                    <a:pt x="0" y="122113"/>
                  </a:lnTo>
                  <a:lnTo>
                    <a:pt x="0" y="110013"/>
                  </a:lnTo>
                  <a:lnTo>
                    <a:pt x="1339" y="106441"/>
                  </a:lnTo>
                  <a:lnTo>
                    <a:pt x="4464" y="103316"/>
                  </a:lnTo>
                  <a:lnTo>
                    <a:pt x="118898" y="3571"/>
                  </a:lnTo>
                  <a:lnTo>
                    <a:pt x="122024" y="446"/>
                  </a:lnTo>
                  <a:lnTo>
                    <a:pt x="125596" y="0"/>
                  </a:lnTo>
                  <a:lnTo>
                    <a:pt x="131846" y="0"/>
                  </a:lnTo>
                  <a:lnTo>
                    <a:pt x="135418" y="892"/>
                  </a:lnTo>
                  <a:lnTo>
                    <a:pt x="138097" y="3125"/>
                  </a:lnTo>
                  <a:lnTo>
                    <a:pt x="252129" y="103361"/>
                  </a:lnTo>
                  <a:lnTo>
                    <a:pt x="255701" y="106486"/>
                  </a:lnTo>
                  <a:lnTo>
                    <a:pt x="257487" y="110058"/>
                  </a:lnTo>
                  <a:lnTo>
                    <a:pt x="257041" y="114076"/>
                  </a:lnTo>
                  <a:lnTo>
                    <a:pt x="257041" y="122113"/>
                  </a:lnTo>
                  <a:lnTo>
                    <a:pt x="250343" y="128408"/>
                  </a:lnTo>
                  <a:lnTo>
                    <a:pt x="228466" y="128408"/>
                  </a:lnTo>
                  <a:lnTo>
                    <a:pt x="228778" y="199935"/>
                  </a:lnTo>
                  <a:lnTo>
                    <a:pt x="228778" y="201141"/>
                  </a:lnTo>
                  <a:lnTo>
                    <a:pt x="228689" y="202346"/>
                  </a:lnTo>
                  <a:lnTo>
                    <a:pt x="228555" y="203552"/>
                  </a:lnTo>
                  <a:lnTo>
                    <a:pt x="228555" y="220652"/>
                  </a:lnTo>
                  <a:lnTo>
                    <a:pt x="220563" y="228644"/>
                  </a:lnTo>
                  <a:close/>
                </a:path>
              </a:pathLst>
            </a:custGeom>
            <a:solidFill>
              <a:srgbClr val="EC4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767510" y="5654675"/>
            <a:ext cx="30734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BE175C"/>
                </a:solidFill>
                <a:latin typeface="微软雅黑"/>
                <a:cs typeface="微软雅黑"/>
              </a:rPr>
              <a:t>回家告诉爸爸妈妈你的魔法是什么？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267200" y="200013"/>
            <a:ext cx="457834" cy="457834"/>
          </a:xfrm>
          <a:custGeom>
            <a:avLst/>
            <a:gdLst/>
            <a:ahLst/>
            <a:cxnLst/>
            <a:rect l="l" t="t" r="r" b="b"/>
            <a:pathLst>
              <a:path w="457835" h="457834">
                <a:moveTo>
                  <a:pt x="76170" y="457211"/>
                </a:moveTo>
                <a:lnTo>
                  <a:pt x="59828" y="457211"/>
                </a:lnTo>
                <a:lnTo>
                  <a:pt x="52238" y="454085"/>
                </a:lnTo>
                <a:lnTo>
                  <a:pt x="46702" y="448460"/>
                </a:lnTo>
                <a:lnTo>
                  <a:pt x="8661" y="410508"/>
                </a:lnTo>
                <a:lnTo>
                  <a:pt x="3125" y="404883"/>
                </a:lnTo>
                <a:lnTo>
                  <a:pt x="0" y="397382"/>
                </a:lnTo>
                <a:lnTo>
                  <a:pt x="0" y="381040"/>
                </a:lnTo>
                <a:lnTo>
                  <a:pt x="3571" y="373004"/>
                </a:lnTo>
                <a:lnTo>
                  <a:pt x="109567" y="278260"/>
                </a:lnTo>
                <a:lnTo>
                  <a:pt x="112603" y="275581"/>
                </a:lnTo>
                <a:lnTo>
                  <a:pt x="114300" y="271652"/>
                </a:lnTo>
                <a:lnTo>
                  <a:pt x="114300" y="235129"/>
                </a:lnTo>
                <a:lnTo>
                  <a:pt x="120729" y="228700"/>
                </a:lnTo>
                <a:lnTo>
                  <a:pt x="162966" y="228700"/>
                </a:lnTo>
                <a:lnTo>
                  <a:pt x="166360" y="227361"/>
                </a:lnTo>
                <a:lnTo>
                  <a:pt x="169038" y="225039"/>
                </a:lnTo>
                <a:lnTo>
                  <a:pt x="414337" y="5458"/>
                </a:lnTo>
                <a:lnTo>
                  <a:pt x="421390" y="1251"/>
                </a:lnTo>
                <a:lnTo>
                  <a:pt x="455532" y="20207"/>
                </a:lnTo>
                <a:lnTo>
                  <a:pt x="457211" y="27972"/>
                </a:lnTo>
                <a:lnTo>
                  <a:pt x="455959" y="35820"/>
                </a:lnTo>
                <a:lnTo>
                  <a:pt x="451752" y="42873"/>
                </a:lnTo>
                <a:lnTo>
                  <a:pt x="372814" y="131098"/>
                </a:lnTo>
                <a:lnTo>
                  <a:pt x="371474" y="134492"/>
                </a:lnTo>
                <a:lnTo>
                  <a:pt x="371474" y="165031"/>
                </a:lnTo>
                <a:lnTo>
                  <a:pt x="365045" y="171461"/>
                </a:lnTo>
                <a:lnTo>
                  <a:pt x="338970" y="171461"/>
                </a:lnTo>
                <a:lnTo>
                  <a:pt x="335131" y="173157"/>
                </a:lnTo>
                <a:lnTo>
                  <a:pt x="332452" y="176193"/>
                </a:lnTo>
                <a:lnTo>
                  <a:pt x="84206" y="453639"/>
                </a:lnTo>
                <a:lnTo>
                  <a:pt x="76170" y="457211"/>
                </a:lnTo>
                <a:close/>
              </a:path>
              <a:path w="457835" h="457834">
                <a:moveTo>
                  <a:pt x="189041" y="85736"/>
                </a:moveTo>
                <a:lnTo>
                  <a:pt x="182433" y="85736"/>
                </a:lnTo>
                <a:lnTo>
                  <a:pt x="179576" y="83503"/>
                </a:lnTo>
                <a:lnTo>
                  <a:pt x="172700" y="55911"/>
                </a:lnTo>
                <a:lnTo>
                  <a:pt x="145107" y="49035"/>
                </a:lnTo>
                <a:lnTo>
                  <a:pt x="142874" y="46177"/>
                </a:lnTo>
                <a:lnTo>
                  <a:pt x="142874" y="39569"/>
                </a:lnTo>
                <a:lnTo>
                  <a:pt x="145107" y="36712"/>
                </a:lnTo>
                <a:lnTo>
                  <a:pt x="172700" y="29836"/>
                </a:lnTo>
                <a:lnTo>
                  <a:pt x="179575" y="2243"/>
                </a:lnTo>
                <a:lnTo>
                  <a:pt x="182433" y="11"/>
                </a:lnTo>
                <a:lnTo>
                  <a:pt x="189041" y="11"/>
                </a:lnTo>
                <a:lnTo>
                  <a:pt x="191898" y="2243"/>
                </a:lnTo>
                <a:lnTo>
                  <a:pt x="198774" y="29836"/>
                </a:lnTo>
                <a:lnTo>
                  <a:pt x="226367" y="36712"/>
                </a:lnTo>
                <a:lnTo>
                  <a:pt x="228600" y="39569"/>
                </a:lnTo>
                <a:lnTo>
                  <a:pt x="228600" y="46177"/>
                </a:lnTo>
                <a:lnTo>
                  <a:pt x="226367" y="49035"/>
                </a:lnTo>
                <a:lnTo>
                  <a:pt x="198774" y="55911"/>
                </a:lnTo>
                <a:lnTo>
                  <a:pt x="191898" y="83503"/>
                </a:lnTo>
                <a:lnTo>
                  <a:pt x="189041" y="85736"/>
                </a:lnTo>
                <a:close/>
              </a:path>
              <a:path w="457835" h="457834">
                <a:moveTo>
                  <a:pt x="74652" y="200036"/>
                </a:moveTo>
                <a:lnTo>
                  <a:pt x="68222" y="200036"/>
                </a:lnTo>
                <a:lnTo>
                  <a:pt x="65454" y="197893"/>
                </a:lnTo>
                <a:lnTo>
                  <a:pt x="64561" y="194856"/>
                </a:lnTo>
                <a:lnTo>
                  <a:pt x="51345" y="148690"/>
                </a:lnTo>
                <a:lnTo>
                  <a:pt x="2143" y="134581"/>
                </a:lnTo>
                <a:lnTo>
                  <a:pt x="0" y="131813"/>
                </a:lnTo>
                <a:lnTo>
                  <a:pt x="0" y="125383"/>
                </a:lnTo>
                <a:lnTo>
                  <a:pt x="2143" y="122615"/>
                </a:lnTo>
                <a:lnTo>
                  <a:pt x="51345" y="108506"/>
                </a:lnTo>
                <a:lnTo>
                  <a:pt x="64561" y="62340"/>
                </a:lnTo>
                <a:lnTo>
                  <a:pt x="65454" y="59304"/>
                </a:lnTo>
                <a:lnTo>
                  <a:pt x="68222" y="57161"/>
                </a:lnTo>
                <a:lnTo>
                  <a:pt x="74652" y="57161"/>
                </a:lnTo>
                <a:lnTo>
                  <a:pt x="77420" y="59304"/>
                </a:lnTo>
                <a:lnTo>
                  <a:pt x="78313" y="62340"/>
                </a:lnTo>
                <a:lnTo>
                  <a:pt x="91529" y="108506"/>
                </a:lnTo>
                <a:lnTo>
                  <a:pt x="140731" y="122615"/>
                </a:lnTo>
                <a:lnTo>
                  <a:pt x="142875" y="125383"/>
                </a:lnTo>
                <a:lnTo>
                  <a:pt x="142875" y="131813"/>
                </a:lnTo>
                <a:lnTo>
                  <a:pt x="140731" y="134581"/>
                </a:lnTo>
                <a:lnTo>
                  <a:pt x="91529" y="148690"/>
                </a:lnTo>
                <a:lnTo>
                  <a:pt x="78313" y="194856"/>
                </a:lnTo>
                <a:lnTo>
                  <a:pt x="77420" y="197893"/>
                </a:lnTo>
                <a:lnTo>
                  <a:pt x="74652" y="200036"/>
                </a:lnTo>
                <a:close/>
              </a:path>
              <a:path w="457835" h="457834">
                <a:moveTo>
                  <a:pt x="388977" y="400061"/>
                </a:moveTo>
                <a:lnTo>
                  <a:pt x="382547" y="400061"/>
                </a:lnTo>
                <a:lnTo>
                  <a:pt x="379779" y="397918"/>
                </a:lnTo>
                <a:lnTo>
                  <a:pt x="378886" y="394881"/>
                </a:lnTo>
                <a:lnTo>
                  <a:pt x="365670" y="348715"/>
                </a:lnTo>
                <a:lnTo>
                  <a:pt x="316468" y="334606"/>
                </a:lnTo>
                <a:lnTo>
                  <a:pt x="314325" y="331838"/>
                </a:lnTo>
                <a:lnTo>
                  <a:pt x="314325" y="325408"/>
                </a:lnTo>
                <a:lnTo>
                  <a:pt x="316468" y="322640"/>
                </a:lnTo>
                <a:lnTo>
                  <a:pt x="365670" y="308531"/>
                </a:lnTo>
                <a:lnTo>
                  <a:pt x="378886" y="262365"/>
                </a:lnTo>
                <a:lnTo>
                  <a:pt x="379779" y="259329"/>
                </a:lnTo>
                <a:lnTo>
                  <a:pt x="382547" y="257186"/>
                </a:lnTo>
                <a:lnTo>
                  <a:pt x="388977" y="257186"/>
                </a:lnTo>
                <a:lnTo>
                  <a:pt x="391745" y="259329"/>
                </a:lnTo>
                <a:lnTo>
                  <a:pt x="392638" y="262365"/>
                </a:lnTo>
                <a:lnTo>
                  <a:pt x="405854" y="308531"/>
                </a:lnTo>
                <a:lnTo>
                  <a:pt x="455056" y="322640"/>
                </a:lnTo>
                <a:lnTo>
                  <a:pt x="457200" y="325408"/>
                </a:lnTo>
                <a:lnTo>
                  <a:pt x="457200" y="331838"/>
                </a:lnTo>
                <a:lnTo>
                  <a:pt x="455056" y="334606"/>
                </a:lnTo>
                <a:lnTo>
                  <a:pt x="405854" y="348715"/>
                </a:lnTo>
                <a:lnTo>
                  <a:pt x="392638" y="394881"/>
                </a:lnTo>
                <a:lnTo>
                  <a:pt x="391745" y="397918"/>
                </a:lnTo>
                <a:lnTo>
                  <a:pt x="388977" y="400061"/>
                </a:lnTo>
                <a:close/>
              </a:path>
            </a:pathLst>
          </a:custGeom>
          <a:solidFill>
            <a:srgbClr val="A75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5027304" y="130175"/>
            <a:ext cx="2882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>
                <a:solidFill>
                  <a:srgbClr val="7D21CD"/>
                </a:solidFill>
              </a:rPr>
              <a:t>谢幕魔法咒语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302249" y="6418311"/>
            <a:ext cx="158750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5" dirty="0">
                <a:solidFill>
                  <a:srgbClr val="9333E9"/>
                </a:solidFill>
                <a:latin typeface="微软雅黑"/>
                <a:cs typeface="微软雅黑"/>
              </a:rPr>
              <a:t>魔法让世界更美好！</a:t>
            </a:r>
            <a:r>
              <a:rPr sz="1400" spc="-25" dirty="0">
                <a:solidFill>
                  <a:srgbClr val="9333E9"/>
                </a:solidFill>
                <a:latin typeface="Segoe UI Symbol"/>
                <a:cs typeface="Segoe UI Symbol"/>
              </a:rPr>
              <a:t>✨</a:t>
            </a:r>
            <a:endParaRPr sz="1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1348" y="5709612"/>
            <a:ext cx="768350" cy="687705"/>
          </a:xfrm>
          <a:custGeom>
            <a:avLst/>
            <a:gdLst/>
            <a:ahLst/>
            <a:cxnLst/>
            <a:rect l="l" t="t" r="r" b="b"/>
            <a:pathLst>
              <a:path w="768350" h="687704">
                <a:moveTo>
                  <a:pt x="381927" y="172563"/>
                </a:moveTo>
                <a:lnTo>
                  <a:pt x="373542" y="170781"/>
                </a:lnTo>
                <a:lnTo>
                  <a:pt x="370299" y="167353"/>
                </a:lnTo>
                <a:lnTo>
                  <a:pt x="369693" y="163116"/>
                </a:lnTo>
                <a:lnTo>
                  <a:pt x="361719" y="109795"/>
                </a:lnTo>
                <a:lnTo>
                  <a:pt x="312627" y="78546"/>
                </a:lnTo>
                <a:lnTo>
                  <a:pt x="310815" y="74190"/>
                </a:lnTo>
                <a:lnTo>
                  <a:pt x="312597" y="65804"/>
                </a:lnTo>
                <a:lnTo>
                  <a:pt x="316025" y="62562"/>
                </a:lnTo>
                <a:lnTo>
                  <a:pt x="373582" y="53981"/>
                </a:lnTo>
                <a:lnTo>
                  <a:pt x="402555" y="8514"/>
                </a:lnTo>
                <a:lnTo>
                  <a:pt x="404832" y="4890"/>
                </a:lnTo>
                <a:lnTo>
                  <a:pt x="409188" y="3077"/>
                </a:lnTo>
                <a:lnTo>
                  <a:pt x="417573" y="4860"/>
                </a:lnTo>
                <a:lnTo>
                  <a:pt x="420816" y="8288"/>
                </a:lnTo>
                <a:lnTo>
                  <a:pt x="421422" y="12524"/>
                </a:lnTo>
                <a:lnTo>
                  <a:pt x="429396" y="65845"/>
                </a:lnTo>
                <a:lnTo>
                  <a:pt x="478488" y="97094"/>
                </a:lnTo>
                <a:lnTo>
                  <a:pt x="480300" y="101451"/>
                </a:lnTo>
                <a:lnTo>
                  <a:pt x="478518" y="109836"/>
                </a:lnTo>
                <a:lnTo>
                  <a:pt x="475090" y="113079"/>
                </a:lnTo>
                <a:lnTo>
                  <a:pt x="417533" y="121659"/>
                </a:lnTo>
                <a:lnTo>
                  <a:pt x="388408" y="167368"/>
                </a:lnTo>
                <a:lnTo>
                  <a:pt x="386283" y="170750"/>
                </a:lnTo>
                <a:lnTo>
                  <a:pt x="381927" y="172563"/>
                </a:lnTo>
                <a:close/>
              </a:path>
              <a:path w="768350" h="687704">
                <a:moveTo>
                  <a:pt x="85572" y="635309"/>
                </a:moveTo>
                <a:lnTo>
                  <a:pt x="62890" y="625686"/>
                </a:lnTo>
                <a:lnTo>
                  <a:pt x="45047" y="607490"/>
                </a:lnTo>
                <a:lnTo>
                  <a:pt x="9350" y="552522"/>
                </a:lnTo>
                <a:lnTo>
                  <a:pt x="0" y="528746"/>
                </a:lnTo>
                <a:lnTo>
                  <a:pt x="440" y="504086"/>
                </a:lnTo>
                <a:lnTo>
                  <a:pt x="10062" y="481403"/>
                </a:lnTo>
                <a:lnTo>
                  <a:pt x="28259" y="463560"/>
                </a:lnTo>
                <a:lnTo>
                  <a:pt x="634019" y="70175"/>
                </a:lnTo>
                <a:lnTo>
                  <a:pt x="657795" y="60824"/>
                </a:lnTo>
                <a:lnTo>
                  <a:pt x="682455" y="61265"/>
                </a:lnTo>
                <a:lnTo>
                  <a:pt x="705138" y="70887"/>
                </a:lnTo>
                <a:lnTo>
                  <a:pt x="722981" y="89084"/>
                </a:lnTo>
                <a:lnTo>
                  <a:pt x="758705" y="143921"/>
                </a:lnTo>
                <a:lnTo>
                  <a:pt x="764994" y="159910"/>
                </a:lnTo>
                <a:lnTo>
                  <a:pt x="665847" y="138836"/>
                </a:lnTo>
                <a:lnTo>
                  <a:pt x="499037" y="247164"/>
                </a:lnTo>
                <a:lnTo>
                  <a:pt x="523075" y="284180"/>
                </a:lnTo>
                <a:lnTo>
                  <a:pt x="626866" y="306241"/>
                </a:lnTo>
                <a:lnTo>
                  <a:pt x="134008" y="626399"/>
                </a:lnTo>
                <a:lnTo>
                  <a:pt x="110232" y="635749"/>
                </a:lnTo>
                <a:lnTo>
                  <a:pt x="85572" y="635309"/>
                </a:lnTo>
                <a:close/>
              </a:path>
              <a:path w="768350" h="687704">
                <a:moveTo>
                  <a:pt x="147659" y="254228"/>
                </a:moveTo>
                <a:lnTo>
                  <a:pt x="135081" y="251555"/>
                </a:lnTo>
                <a:lnTo>
                  <a:pt x="130283" y="246427"/>
                </a:lnTo>
                <a:lnTo>
                  <a:pt x="129309" y="240057"/>
                </a:lnTo>
                <a:lnTo>
                  <a:pt x="117268" y="160128"/>
                </a:lnTo>
                <a:lnTo>
                  <a:pt x="43724" y="113137"/>
                </a:lnTo>
                <a:lnTo>
                  <a:pt x="40991" y="106668"/>
                </a:lnTo>
                <a:lnTo>
                  <a:pt x="43664" y="94090"/>
                </a:lnTo>
                <a:lnTo>
                  <a:pt x="48792" y="89292"/>
                </a:lnTo>
                <a:lnTo>
                  <a:pt x="135091" y="76276"/>
                </a:lnTo>
                <a:lnTo>
                  <a:pt x="178601" y="8155"/>
                </a:lnTo>
                <a:lnTo>
                  <a:pt x="182082" y="2733"/>
                </a:lnTo>
                <a:lnTo>
                  <a:pt x="188551" y="0"/>
                </a:lnTo>
                <a:lnTo>
                  <a:pt x="201129" y="2673"/>
                </a:lnTo>
                <a:lnTo>
                  <a:pt x="205927" y="7801"/>
                </a:lnTo>
                <a:lnTo>
                  <a:pt x="206901" y="14170"/>
                </a:lnTo>
                <a:lnTo>
                  <a:pt x="218943" y="94100"/>
                </a:lnTo>
                <a:lnTo>
                  <a:pt x="292486" y="141091"/>
                </a:lnTo>
                <a:lnTo>
                  <a:pt x="295219" y="147560"/>
                </a:lnTo>
                <a:lnTo>
                  <a:pt x="292546" y="160138"/>
                </a:lnTo>
                <a:lnTo>
                  <a:pt x="287418" y="164936"/>
                </a:lnTo>
                <a:lnTo>
                  <a:pt x="201119" y="177951"/>
                </a:lnTo>
                <a:lnTo>
                  <a:pt x="157609" y="246073"/>
                </a:lnTo>
                <a:lnTo>
                  <a:pt x="154128" y="251495"/>
                </a:lnTo>
                <a:lnTo>
                  <a:pt x="147659" y="254228"/>
                </a:lnTo>
                <a:close/>
              </a:path>
              <a:path w="768350" h="687704">
                <a:moveTo>
                  <a:pt x="626866" y="306241"/>
                </a:moveTo>
                <a:lnTo>
                  <a:pt x="523075" y="284180"/>
                </a:lnTo>
                <a:lnTo>
                  <a:pt x="689885" y="175852"/>
                </a:lnTo>
                <a:lnTo>
                  <a:pt x="665847" y="138836"/>
                </a:lnTo>
                <a:lnTo>
                  <a:pt x="764994" y="159910"/>
                </a:lnTo>
                <a:lnTo>
                  <a:pt x="768056" y="167697"/>
                </a:lnTo>
                <a:lnTo>
                  <a:pt x="767609" y="192373"/>
                </a:lnTo>
                <a:lnTo>
                  <a:pt x="757993" y="215039"/>
                </a:lnTo>
                <a:lnTo>
                  <a:pt x="739796" y="232883"/>
                </a:lnTo>
                <a:lnTo>
                  <a:pt x="626866" y="306241"/>
                </a:lnTo>
                <a:close/>
              </a:path>
              <a:path w="768350" h="687704">
                <a:moveTo>
                  <a:pt x="537551" y="687663"/>
                </a:moveTo>
                <a:lnTo>
                  <a:pt x="524973" y="684989"/>
                </a:lnTo>
                <a:lnTo>
                  <a:pt x="520175" y="679861"/>
                </a:lnTo>
                <a:lnTo>
                  <a:pt x="519200" y="673492"/>
                </a:lnTo>
                <a:lnTo>
                  <a:pt x="507159" y="593563"/>
                </a:lnTo>
                <a:lnTo>
                  <a:pt x="433615" y="546572"/>
                </a:lnTo>
                <a:lnTo>
                  <a:pt x="430882" y="540102"/>
                </a:lnTo>
                <a:lnTo>
                  <a:pt x="433556" y="527525"/>
                </a:lnTo>
                <a:lnTo>
                  <a:pt x="438684" y="522726"/>
                </a:lnTo>
                <a:lnTo>
                  <a:pt x="524982" y="509711"/>
                </a:lnTo>
                <a:lnTo>
                  <a:pt x="568493" y="441589"/>
                </a:lnTo>
                <a:lnTo>
                  <a:pt x="571973" y="436167"/>
                </a:lnTo>
                <a:lnTo>
                  <a:pt x="578443" y="433434"/>
                </a:lnTo>
                <a:lnTo>
                  <a:pt x="591020" y="436108"/>
                </a:lnTo>
                <a:lnTo>
                  <a:pt x="595819" y="441236"/>
                </a:lnTo>
                <a:lnTo>
                  <a:pt x="596793" y="447605"/>
                </a:lnTo>
                <a:lnTo>
                  <a:pt x="608834" y="527534"/>
                </a:lnTo>
                <a:lnTo>
                  <a:pt x="682378" y="574525"/>
                </a:lnTo>
                <a:lnTo>
                  <a:pt x="685111" y="580994"/>
                </a:lnTo>
                <a:lnTo>
                  <a:pt x="682437" y="593572"/>
                </a:lnTo>
                <a:lnTo>
                  <a:pt x="677309" y="598370"/>
                </a:lnTo>
                <a:lnTo>
                  <a:pt x="591011" y="611386"/>
                </a:lnTo>
                <a:lnTo>
                  <a:pt x="547500" y="679507"/>
                </a:lnTo>
                <a:lnTo>
                  <a:pt x="544020" y="684930"/>
                </a:lnTo>
                <a:lnTo>
                  <a:pt x="537551" y="687663"/>
                </a:lnTo>
                <a:close/>
              </a:path>
            </a:pathLst>
          </a:custGeom>
          <a:solidFill>
            <a:srgbClr val="D8B4FE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02154" y="621391"/>
            <a:ext cx="1233170" cy="1266190"/>
          </a:xfrm>
          <a:custGeom>
            <a:avLst/>
            <a:gdLst/>
            <a:ahLst/>
            <a:cxnLst/>
            <a:rect l="l" t="t" r="r" b="b"/>
            <a:pathLst>
              <a:path w="1233170" h="1266189">
                <a:moveTo>
                  <a:pt x="1108235" y="1121904"/>
                </a:moveTo>
                <a:lnTo>
                  <a:pt x="1087444" y="1124791"/>
                </a:lnTo>
                <a:lnTo>
                  <a:pt x="1066259" y="1121849"/>
                </a:lnTo>
                <a:lnTo>
                  <a:pt x="733507" y="1025818"/>
                </a:lnTo>
                <a:lnTo>
                  <a:pt x="468583" y="1248889"/>
                </a:lnTo>
                <a:lnTo>
                  <a:pt x="450419" y="1260160"/>
                </a:lnTo>
                <a:lnTo>
                  <a:pt x="430240" y="1265925"/>
                </a:lnTo>
                <a:lnTo>
                  <a:pt x="409266" y="1266017"/>
                </a:lnTo>
                <a:lnTo>
                  <a:pt x="388717" y="1260266"/>
                </a:lnTo>
                <a:lnTo>
                  <a:pt x="356461" y="1233497"/>
                </a:lnTo>
                <a:lnTo>
                  <a:pt x="343173" y="1193749"/>
                </a:lnTo>
                <a:lnTo>
                  <a:pt x="328338" y="842203"/>
                </a:lnTo>
                <a:lnTo>
                  <a:pt x="34590" y="653649"/>
                </a:lnTo>
                <a:lnTo>
                  <a:pt x="18548" y="639828"/>
                </a:lnTo>
                <a:lnTo>
                  <a:pt x="7108" y="622426"/>
                </a:lnTo>
                <a:lnTo>
                  <a:pt x="762" y="602573"/>
                </a:lnTo>
                <a:lnTo>
                  <a:pt x="0" y="581395"/>
                </a:lnTo>
                <a:lnTo>
                  <a:pt x="5103" y="560862"/>
                </a:lnTo>
                <a:lnTo>
                  <a:pt x="15508" y="542830"/>
                </a:lnTo>
                <a:lnTo>
                  <a:pt x="30438" y="528264"/>
                </a:lnTo>
                <a:lnTo>
                  <a:pt x="49117" y="518127"/>
                </a:lnTo>
                <a:lnTo>
                  <a:pt x="373096" y="397653"/>
                </a:lnTo>
                <a:lnTo>
                  <a:pt x="457364" y="57664"/>
                </a:lnTo>
                <a:lnTo>
                  <a:pt x="478380" y="21245"/>
                </a:lnTo>
                <a:lnTo>
                  <a:pt x="515534" y="1480"/>
                </a:lnTo>
                <a:lnTo>
                  <a:pt x="536992" y="0"/>
                </a:lnTo>
                <a:lnTo>
                  <a:pt x="557602" y="4406"/>
                </a:lnTo>
                <a:lnTo>
                  <a:pt x="576176" y="14265"/>
                </a:lnTo>
                <a:lnTo>
                  <a:pt x="591527" y="29147"/>
                </a:lnTo>
                <a:lnTo>
                  <a:pt x="806796" y="305468"/>
                </a:lnTo>
                <a:lnTo>
                  <a:pt x="1152000" y="283702"/>
                </a:lnTo>
                <a:lnTo>
                  <a:pt x="1192663" y="292618"/>
                </a:lnTo>
                <a:lnTo>
                  <a:pt x="1222604" y="321523"/>
                </a:lnTo>
                <a:lnTo>
                  <a:pt x="1232886" y="361879"/>
                </a:lnTo>
                <a:lnTo>
                  <a:pt x="1229459" y="382441"/>
                </a:lnTo>
                <a:lnTo>
                  <a:pt x="1220393" y="401599"/>
                </a:lnTo>
                <a:lnTo>
                  <a:pt x="1028732" y="693329"/>
                </a:lnTo>
                <a:lnTo>
                  <a:pt x="1158398" y="1020467"/>
                </a:lnTo>
                <a:lnTo>
                  <a:pt x="1163338" y="1041183"/>
                </a:lnTo>
                <a:lnTo>
                  <a:pt x="1162408" y="1062096"/>
                </a:lnTo>
                <a:lnTo>
                  <a:pt x="1155836" y="1082018"/>
                </a:lnTo>
                <a:lnTo>
                  <a:pt x="1143848" y="1099758"/>
                </a:lnTo>
                <a:lnTo>
                  <a:pt x="1127435" y="1113468"/>
                </a:lnTo>
                <a:lnTo>
                  <a:pt x="1108235" y="1121904"/>
                </a:lnTo>
                <a:close/>
              </a:path>
            </a:pathLst>
          </a:custGeom>
          <a:solidFill>
            <a:srgbClr val="FDDF46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53099" y="2390610"/>
            <a:ext cx="685800" cy="586105"/>
          </a:xfrm>
          <a:custGeom>
            <a:avLst/>
            <a:gdLst/>
            <a:ahLst/>
            <a:cxnLst/>
            <a:rect l="l" t="t" r="r" b="b"/>
            <a:pathLst>
              <a:path w="685800" h="586105">
                <a:moveTo>
                  <a:pt x="342900" y="585952"/>
                </a:moveTo>
                <a:lnTo>
                  <a:pt x="305797" y="571352"/>
                </a:lnTo>
                <a:lnTo>
                  <a:pt x="63757" y="345386"/>
                </a:lnTo>
                <a:lnTo>
                  <a:pt x="36617" y="314294"/>
                </a:lnTo>
                <a:lnTo>
                  <a:pt x="16609" y="278681"/>
                </a:lnTo>
                <a:lnTo>
                  <a:pt x="4236" y="239753"/>
                </a:lnTo>
                <a:lnTo>
                  <a:pt x="0" y="198716"/>
                </a:lnTo>
                <a:lnTo>
                  <a:pt x="0" y="190947"/>
                </a:lnTo>
                <a:lnTo>
                  <a:pt x="5437" y="145517"/>
                </a:lnTo>
                <a:lnTo>
                  <a:pt x="20955" y="103793"/>
                </a:lnTo>
                <a:lnTo>
                  <a:pt x="45357" y="67181"/>
                </a:lnTo>
                <a:lnTo>
                  <a:pt x="77450" y="37088"/>
                </a:lnTo>
                <a:lnTo>
                  <a:pt x="116039" y="14920"/>
                </a:lnTo>
                <a:lnTo>
                  <a:pt x="159930" y="2084"/>
                </a:lnTo>
                <a:lnTo>
                  <a:pt x="205635" y="0"/>
                </a:lnTo>
                <a:lnTo>
                  <a:pt x="249908" y="8614"/>
                </a:lnTo>
                <a:lnTo>
                  <a:pt x="290916" y="27324"/>
                </a:lnTo>
                <a:lnTo>
                  <a:pt x="326826" y="55528"/>
                </a:lnTo>
                <a:lnTo>
                  <a:pt x="342900" y="71602"/>
                </a:lnTo>
                <a:lnTo>
                  <a:pt x="358973" y="55528"/>
                </a:lnTo>
                <a:lnTo>
                  <a:pt x="394883" y="27324"/>
                </a:lnTo>
                <a:lnTo>
                  <a:pt x="435891" y="8614"/>
                </a:lnTo>
                <a:lnTo>
                  <a:pt x="480164" y="0"/>
                </a:lnTo>
                <a:lnTo>
                  <a:pt x="525869" y="2084"/>
                </a:lnTo>
                <a:lnTo>
                  <a:pt x="569760" y="14920"/>
                </a:lnTo>
                <a:lnTo>
                  <a:pt x="608349" y="37088"/>
                </a:lnTo>
                <a:lnTo>
                  <a:pt x="640442" y="67181"/>
                </a:lnTo>
                <a:lnTo>
                  <a:pt x="664845" y="103793"/>
                </a:lnTo>
                <a:lnTo>
                  <a:pt x="680362" y="145517"/>
                </a:lnTo>
                <a:lnTo>
                  <a:pt x="685800" y="190947"/>
                </a:lnTo>
                <a:lnTo>
                  <a:pt x="685800" y="198716"/>
                </a:lnTo>
                <a:lnTo>
                  <a:pt x="681563" y="239753"/>
                </a:lnTo>
                <a:lnTo>
                  <a:pt x="669190" y="278681"/>
                </a:lnTo>
                <a:lnTo>
                  <a:pt x="649182" y="314294"/>
                </a:lnTo>
                <a:lnTo>
                  <a:pt x="622042" y="345386"/>
                </a:lnTo>
                <a:lnTo>
                  <a:pt x="380002" y="571352"/>
                </a:lnTo>
                <a:lnTo>
                  <a:pt x="353104" y="584989"/>
                </a:lnTo>
                <a:lnTo>
                  <a:pt x="342900" y="585952"/>
                </a:lnTo>
                <a:close/>
              </a:path>
            </a:pathLst>
          </a:custGeom>
          <a:solidFill>
            <a:srgbClr val="F7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83100" y="2990532"/>
            <a:ext cx="3225800" cy="2175510"/>
          </a:xfrm>
          <a:prstGeom prst="rect">
            <a:avLst/>
          </a:prstGeom>
        </p:spPr>
        <p:txBody>
          <a:bodyPr vert="horz" wrap="square" lIns="0" tIns="2381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75"/>
              </a:spcBef>
            </a:pPr>
            <a:r>
              <a:rPr sz="2700" b="1" spc="-10" dirty="0">
                <a:solidFill>
                  <a:srgbClr val="334054"/>
                </a:solidFill>
                <a:latin typeface="微软雅黑"/>
                <a:cs typeface="微软雅黑"/>
              </a:rPr>
              <a:t>谢谢大家！</a:t>
            </a:r>
            <a:endParaRPr sz="27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sz="1800" spc="-5" dirty="0">
                <a:solidFill>
                  <a:srgbClr val="465469"/>
                </a:solidFill>
                <a:latin typeface="微软雅黑"/>
                <a:cs typeface="微软雅黑"/>
              </a:rPr>
              <a:t>感谢你们和我一起分享魔法世界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8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500" spc="-5" dirty="0">
                <a:solidFill>
                  <a:srgbClr val="64738B"/>
                </a:solidFill>
                <a:latin typeface="微软雅黑"/>
                <a:cs typeface="微软雅黑"/>
              </a:rPr>
              <a:t>记住我们的魔法咒语：</a:t>
            </a:r>
            <a:endParaRPr sz="15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2250" b="1" spc="-10" dirty="0">
                <a:solidFill>
                  <a:srgbClr val="9333E9"/>
                </a:solidFill>
                <a:latin typeface="微软雅黑"/>
                <a:cs typeface="微软雅黑"/>
              </a:rPr>
              <a:t>快乐！分享！爱！</a:t>
            </a:r>
            <a:endParaRPr sz="225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38625" y="200025"/>
            <a:ext cx="485775" cy="457200"/>
          </a:xfrm>
          <a:custGeom>
            <a:avLst/>
            <a:gdLst/>
            <a:ahLst/>
            <a:cxnLst/>
            <a:rect l="l" t="t" r="r" b="b"/>
            <a:pathLst>
              <a:path w="485775" h="457200">
                <a:moveTo>
                  <a:pt x="231457" y="114300"/>
                </a:moveTo>
                <a:lnTo>
                  <a:pt x="225742" y="114300"/>
                </a:lnTo>
                <a:lnTo>
                  <a:pt x="223152" y="112514"/>
                </a:lnTo>
                <a:lnTo>
                  <a:pt x="222170" y="109835"/>
                </a:lnTo>
                <a:lnTo>
                  <a:pt x="209579" y="76170"/>
                </a:lnTo>
                <a:lnTo>
                  <a:pt x="173235" y="62597"/>
                </a:lnTo>
                <a:lnTo>
                  <a:pt x="171450" y="60007"/>
                </a:lnTo>
                <a:lnTo>
                  <a:pt x="171450" y="54292"/>
                </a:lnTo>
                <a:lnTo>
                  <a:pt x="173235" y="51702"/>
                </a:lnTo>
                <a:lnTo>
                  <a:pt x="209579" y="38129"/>
                </a:lnTo>
                <a:lnTo>
                  <a:pt x="222170" y="4464"/>
                </a:lnTo>
                <a:lnTo>
                  <a:pt x="223152" y="1785"/>
                </a:lnTo>
                <a:lnTo>
                  <a:pt x="225742" y="0"/>
                </a:lnTo>
                <a:lnTo>
                  <a:pt x="231457" y="0"/>
                </a:lnTo>
                <a:lnTo>
                  <a:pt x="234047" y="1785"/>
                </a:lnTo>
                <a:lnTo>
                  <a:pt x="235029" y="4464"/>
                </a:lnTo>
                <a:lnTo>
                  <a:pt x="247620" y="38129"/>
                </a:lnTo>
                <a:lnTo>
                  <a:pt x="283964" y="51702"/>
                </a:lnTo>
                <a:lnTo>
                  <a:pt x="285750" y="54292"/>
                </a:lnTo>
                <a:lnTo>
                  <a:pt x="285750" y="60007"/>
                </a:lnTo>
                <a:lnTo>
                  <a:pt x="283964" y="62597"/>
                </a:lnTo>
                <a:lnTo>
                  <a:pt x="247620" y="76170"/>
                </a:lnTo>
                <a:lnTo>
                  <a:pt x="234963" y="110013"/>
                </a:lnTo>
                <a:lnTo>
                  <a:pt x="234047" y="112514"/>
                </a:lnTo>
                <a:lnTo>
                  <a:pt x="231457" y="114300"/>
                </a:lnTo>
                <a:close/>
              </a:path>
              <a:path w="485775" h="457200">
                <a:moveTo>
                  <a:pt x="102345" y="457133"/>
                </a:moveTo>
                <a:lnTo>
                  <a:pt x="41165" y="413712"/>
                </a:lnTo>
                <a:lnTo>
                  <a:pt x="28641" y="383362"/>
                </a:lnTo>
                <a:lnTo>
                  <a:pt x="31772" y="367237"/>
                </a:lnTo>
                <a:lnTo>
                  <a:pt x="41165" y="353079"/>
                </a:lnTo>
                <a:lnTo>
                  <a:pt x="381654" y="12590"/>
                </a:lnTo>
                <a:lnTo>
                  <a:pt x="395862" y="3197"/>
                </a:lnTo>
                <a:lnTo>
                  <a:pt x="412004" y="66"/>
                </a:lnTo>
                <a:lnTo>
                  <a:pt x="428129" y="3197"/>
                </a:lnTo>
                <a:lnTo>
                  <a:pt x="442287" y="12590"/>
                </a:lnTo>
                <a:lnTo>
                  <a:pt x="473184" y="43398"/>
                </a:lnTo>
                <a:lnTo>
                  <a:pt x="479500" y="52953"/>
                </a:lnTo>
                <a:lnTo>
                  <a:pt x="411926" y="52953"/>
                </a:lnTo>
                <a:lnTo>
                  <a:pt x="318164" y="146714"/>
                </a:lnTo>
                <a:lnTo>
                  <a:pt x="338970" y="167520"/>
                </a:lnTo>
                <a:lnTo>
                  <a:pt x="409710" y="167520"/>
                </a:lnTo>
                <a:lnTo>
                  <a:pt x="132695" y="444609"/>
                </a:lnTo>
                <a:lnTo>
                  <a:pt x="118487" y="454002"/>
                </a:lnTo>
                <a:lnTo>
                  <a:pt x="102345" y="457133"/>
                </a:lnTo>
                <a:close/>
              </a:path>
              <a:path w="485775" h="457200">
                <a:moveTo>
                  <a:pt x="90011" y="200025"/>
                </a:moveTo>
                <a:lnTo>
                  <a:pt x="81438" y="200025"/>
                </a:lnTo>
                <a:lnTo>
                  <a:pt x="77598" y="197346"/>
                </a:lnTo>
                <a:lnTo>
                  <a:pt x="57150" y="142875"/>
                </a:lnTo>
                <a:lnTo>
                  <a:pt x="2678" y="122426"/>
                </a:lnTo>
                <a:lnTo>
                  <a:pt x="0" y="118586"/>
                </a:lnTo>
                <a:lnTo>
                  <a:pt x="124" y="109835"/>
                </a:lnTo>
                <a:lnTo>
                  <a:pt x="2678" y="106173"/>
                </a:lnTo>
                <a:lnTo>
                  <a:pt x="57150" y="85725"/>
                </a:lnTo>
                <a:lnTo>
                  <a:pt x="77598" y="31253"/>
                </a:lnTo>
                <a:lnTo>
                  <a:pt x="81438" y="28575"/>
                </a:lnTo>
                <a:lnTo>
                  <a:pt x="90011" y="28575"/>
                </a:lnTo>
                <a:lnTo>
                  <a:pt x="93851" y="31253"/>
                </a:lnTo>
                <a:lnTo>
                  <a:pt x="114300" y="85725"/>
                </a:lnTo>
                <a:lnTo>
                  <a:pt x="168771" y="106173"/>
                </a:lnTo>
                <a:lnTo>
                  <a:pt x="171325" y="109835"/>
                </a:lnTo>
                <a:lnTo>
                  <a:pt x="171450" y="118586"/>
                </a:lnTo>
                <a:lnTo>
                  <a:pt x="168771" y="122426"/>
                </a:lnTo>
                <a:lnTo>
                  <a:pt x="114300" y="142875"/>
                </a:lnTo>
                <a:lnTo>
                  <a:pt x="93851" y="197346"/>
                </a:lnTo>
                <a:lnTo>
                  <a:pt x="90011" y="200025"/>
                </a:lnTo>
                <a:close/>
              </a:path>
              <a:path w="485775" h="457200">
                <a:moveTo>
                  <a:pt x="409710" y="167520"/>
                </a:moveTo>
                <a:lnTo>
                  <a:pt x="338970" y="167520"/>
                </a:lnTo>
                <a:lnTo>
                  <a:pt x="432732" y="73759"/>
                </a:lnTo>
                <a:lnTo>
                  <a:pt x="411926" y="52953"/>
                </a:lnTo>
                <a:lnTo>
                  <a:pt x="479500" y="52953"/>
                </a:lnTo>
                <a:lnTo>
                  <a:pt x="482577" y="57606"/>
                </a:lnTo>
                <a:lnTo>
                  <a:pt x="485705" y="73759"/>
                </a:lnTo>
                <a:lnTo>
                  <a:pt x="482577" y="89873"/>
                </a:lnTo>
                <a:lnTo>
                  <a:pt x="473184" y="104030"/>
                </a:lnTo>
                <a:lnTo>
                  <a:pt x="409710" y="167520"/>
                </a:lnTo>
                <a:close/>
              </a:path>
              <a:path w="485775" h="457200">
                <a:moveTo>
                  <a:pt x="404336" y="428625"/>
                </a:moveTo>
                <a:lnTo>
                  <a:pt x="395763" y="428625"/>
                </a:lnTo>
                <a:lnTo>
                  <a:pt x="391924" y="425946"/>
                </a:lnTo>
                <a:lnTo>
                  <a:pt x="371475" y="371475"/>
                </a:lnTo>
                <a:lnTo>
                  <a:pt x="317003" y="351026"/>
                </a:lnTo>
                <a:lnTo>
                  <a:pt x="314325" y="347186"/>
                </a:lnTo>
                <a:lnTo>
                  <a:pt x="314325" y="338613"/>
                </a:lnTo>
                <a:lnTo>
                  <a:pt x="317003" y="334773"/>
                </a:lnTo>
                <a:lnTo>
                  <a:pt x="371475" y="314325"/>
                </a:lnTo>
                <a:lnTo>
                  <a:pt x="391923" y="259853"/>
                </a:lnTo>
                <a:lnTo>
                  <a:pt x="395763" y="257175"/>
                </a:lnTo>
                <a:lnTo>
                  <a:pt x="404336" y="257175"/>
                </a:lnTo>
                <a:lnTo>
                  <a:pt x="408176" y="259853"/>
                </a:lnTo>
                <a:lnTo>
                  <a:pt x="428625" y="314325"/>
                </a:lnTo>
                <a:lnTo>
                  <a:pt x="483096" y="334774"/>
                </a:lnTo>
                <a:lnTo>
                  <a:pt x="485775" y="338613"/>
                </a:lnTo>
                <a:lnTo>
                  <a:pt x="485775" y="347186"/>
                </a:lnTo>
                <a:lnTo>
                  <a:pt x="483096" y="351026"/>
                </a:lnTo>
                <a:lnTo>
                  <a:pt x="428625" y="371475"/>
                </a:lnTo>
                <a:lnTo>
                  <a:pt x="408176" y="425946"/>
                </a:lnTo>
                <a:lnTo>
                  <a:pt x="404336" y="428625"/>
                </a:lnTo>
                <a:close/>
              </a:path>
            </a:pathLst>
          </a:custGeom>
          <a:solidFill>
            <a:srgbClr val="BF83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055879" y="27304"/>
            <a:ext cx="2882900" cy="100266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pc="140" dirty="0"/>
              <a:t>假如我会魔法</a:t>
            </a:r>
          </a:p>
          <a:p>
            <a:pPr marL="172720">
              <a:lnSpc>
                <a:spcPct val="100000"/>
              </a:lnSpc>
              <a:spcBef>
                <a:spcPts val="405"/>
              </a:spcBef>
            </a:pPr>
            <a:r>
              <a:rPr sz="1800" b="0" dirty="0">
                <a:solidFill>
                  <a:srgbClr val="64738B"/>
                </a:solidFill>
                <a:latin typeface="微软雅黑"/>
                <a:cs typeface="微软雅黑"/>
              </a:rPr>
              <a:t>5</a:t>
            </a:r>
            <a:r>
              <a:rPr sz="1800" b="0" spc="-10" dirty="0">
                <a:solidFill>
                  <a:srgbClr val="64738B"/>
                </a:solidFill>
                <a:latin typeface="微软雅黑"/>
                <a:cs typeface="微软雅黑"/>
              </a:rPr>
              <a:t>岁小朋友脱口秀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6049" y="6418311"/>
            <a:ext cx="173990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5" dirty="0">
                <a:solidFill>
                  <a:srgbClr val="465469"/>
                </a:solidFill>
                <a:latin typeface="微软雅黑"/>
                <a:cs typeface="微软雅黑"/>
              </a:rPr>
              <a:t>愿魔法永远陪伴我们！</a:t>
            </a:r>
            <a:r>
              <a:rPr sz="1400" spc="-25" dirty="0">
                <a:solidFill>
                  <a:srgbClr val="465469"/>
                </a:solidFill>
                <a:latin typeface="Segoe UI Symbol"/>
                <a:cs typeface="Segoe UI Symbol"/>
              </a:rPr>
              <a:t>✨</a:t>
            </a:r>
            <a:endParaRPr sz="1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176</Words>
  <Application>Microsoft Office PowerPoint</Application>
  <PresentationFormat>自定义</PresentationFormat>
  <Paragraphs>81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微软雅黑</vt:lpstr>
      <vt:lpstr>Segoe UI Symbol</vt:lpstr>
      <vt:lpstr>Office Theme</vt:lpstr>
      <vt:lpstr>假如我会魔法</vt:lpstr>
      <vt:lpstr>目录</vt:lpstr>
      <vt:lpstr>魔法课堂 Magical Classroom</vt:lpstr>
      <vt:lpstr>把沙漠变糖果森林</vt:lpstr>
      <vt:lpstr>假如我会魔法 让哭鼻子笑出彩虹！</vt:lpstr>
      <vt:lpstr>魔法愿望清单</vt:lpstr>
      <vt:lpstr>魔法愿望清单</vt:lpstr>
      <vt:lpstr>魔法课堂 Magical Classroom</vt:lpstr>
      <vt:lpstr>魔法小剧场</vt:lpstr>
      <vt:lpstr>魔法课堂 Magical Classroom</vt:lpstr>
      <vt:lpstr>让世界更温暖 用魔法传递爱与善意</vt:lpstr>
      <vt:lpstr>谢幕魔法咒语</vt:lpstr>
      <vt:lpstr>假如我会魔法 5岁小朋友脱口秀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假如我会魔法</dc:title>
  <dc:creator>Zhukunpeng</dc:creator>
  <cp:lastModifiedBy>zhukunpeng (C)</cp:lastModifiedBy>
  <cp:revision>1</cp:revision>
  <dcterms:created xsi:type="dcterms:W3CDTF">2025-11-14T06:56:45Z</dcterms:created>
  <dcterms:modified xsi:type="dcterms:W3CDTF">2025-11-24T08:33:35Z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ducer">
    <vt:lpwstr>PyPDF2</vt:lpwstr>
  </property>
</Properties>
</file>